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notesSlides/notesSlide82.xml" ContentType="application/vnd.openxmlformats-officedocument.presentationml.notesSlide+xml"/>
  <Override PartName="/ppt/notesSlides/notesSlide83.xml" ContentType="application/vnd.openxmlformats-officedocument.presentationml.notesSlide+xml"/>
  <Override PartName="/ppt/notesSlides/notesSlide84.xml" ContentType="application/vnd.openxmlformats-officedocument.presentationml.notesSlide+xml"/>
  <Override PartName="/ppt/notesSlides/notesSlide85.xml" ContentType="application/vnd.openxmlformats-officedocument.presentationml.notesSlide+xml"/>
  <Override PartName="/ppt/notesSlides/notesSlide86.xml" ContentType="application/vnd.openxmlformats-officedocument.presentationml.notesSlide+xml"/>
  <Override PartName="/ppt/notesSlides/notesSlide87.xml" ContentType="application/vnd.openxmlformats-officedocument.presentationml.notesSlide+xml"/>
  <Override PartName="/ppt/notesSlides/notesSlide88.xml" ContentType="application/vnd.openxmlformats-officedocument.presentationml.notesSlide+xml"/>
  <Override PartName="/ppt/notesSlides/notesSlide89.xml" ContentType="application/vnd.openxmlformats-officedocument.presentationml.notesSlide+xml"/>
  <Override PartName="/ppt/notesSlides/notesSlide90.xml" ContentType="application/vnd.openxmlformats-officedocument.presentationml.notesSlide+xml"/>
  <Override PartName="/ppt/notesSlides/notesSlide91.xml" ContentType="application/vnd.openxmlformats-officedocument.presentationml.notesSlide+xml"/>
  <Override PartName="/ppt/notesSlides/notesSlide92.xml" ContentType="application/vnd.openxmlformats-officedocument.presentationml.notesSlide+xml"/>
  <Override PartName="/ppt/notesSlides/notesSlide93.xml" ContentType="application/vnd.openxmlformats-officedocument.presentationml.notesSlide+xml"/>
  <Override PartName="/ppt/notesSlides/notesSlide9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70" r:id="rId1"/>
  </p:sldMasterIdLst>
  <p:notesMasterIdLst>
    <p:notesMasterId r:id="rId96"/>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 id="310" r:id="rId56"/>
    <p:sldId id="311" r:id="rId57"/>
    <p:sldId id="312" r:id="rId58"/>
    <p:sldId id="313" r:id="rId59"/>
    <p:sldId id="314" r:id="rId60"/>
    <p:sldId id="315" r:id="rId61"/>
    <p:sldId id="316" r:id="rId62"/>
    <p:sldId id="317" r:id="rId63"/>
    <p:sldId id="318" r:id="rId64"/>
    <p:sldId id="319" r:id="rId65"/>
    <p:sldId id="320" r:id="rId66"/>
    <p:sldId id="321" r:id="rId67"/>
    <p:sldId id="322" r:id="rId68"/>
    <p:sldId id="323" r:id="rId69"/>
    <p:sldId id="324" r:id="rId70"/>
    <p:sldId id="325" r:id="rId71"/>
    <p:sldId id="326" r:id="rId72"/>
    <p:sldId id="327" r:id="rId73"/>
    <p:sldId id="328" r:id="rId74"/>
    <p:sldId id="329" r:id="rId75"/>
    <p:sldId id="330" r:id="rId76"/>
    <p:sldId id="331" r:id="rId77"/>
    <p:sldId id="332" r:id="rId78"/>
    <p:sldId id="333" r:id="rId79"/>
    <p:sldId id="334" r:id="rId80"/>
    <p:sldId id="335" r:id="rId81"/>
    <p:sldId id="336" r:id="rId82"/>
    <p:sldId id="337" r:id="rId83"/>
    <p:sldId id="338" r:id="rId84"/>
    <p:sldId id="339" r:id="rId85"/>
    <p:sldId id="340" r:id="rId86"/>
    <p:sldId id="341" r:id="rId87"/>
    <p:sldId id="342" r:id="rId88"/>
    <p:sldId id="343" r:id="rId89"/>
    <p:sldId id="344" r:id="rId90"/>
    <p:sldId id="345" r:id="rId91"/>
    <p:sldId id="346" r:id="rId92"/>
    <p:sldId id="347" r:id="rId93"/>
    <p:sldId id="348" r:id="rId94"/>
    <p:sldId id="349" r:id="rId95"/>
  </p:sldIdLst>
  <p:sldSz cx="9144000" cy="5143500" type="screen16x9"/>
  <p:notesSz cx="6858000" cy="9144000"/>
  <p:embeddedFontLst>
    <p:embeddedFont>
      <p:font typeface="Consolas" panose="020B0609020204030204" pitchFamily="49" charset="0"/>
      <p:regular r:id="rId97"/>
      <p:bold r:id="rId98"/>
      <p:italic r:id="rId99"/>
      <p:boldItalic r:id="rId100"/>
    </p:embeddedFont>
    <p:embeddedFont>
      <p:font typeface="Roboto" panose="02000000000000000000" pitchFamily="2" charset="0"/>
      <p:regular r:id="rId101"/>
      <p:bold r:id="rId102"/>
      <p:italic r:id="rId103"/>
      <p:boldItalic r:id="rId104"/>
    </p:embeddedFont>
    <p:embeddedFont>
      <p:font typeface="Roboto Light" panose="02000000000000000000" pitchFamily="2" charset="0"/>
      <p:regular r:id="rId105"/>
      <p:bold r:id="rId106"/>
      <p:italic r:id="rId107"/>
      <p:boldItalic r:id="rId108"/>
    </p:embeddedFont>
    <p:embeddedFont>
      <p:font typeface="Roboto Medium" panose="02000000000000000000" pitchFamily="2" charset="0"/>
      <p:regular r:id="rId109"/>
      <p:bold r:id="rId110"/>
      <p:italic r:id="rId111"/>
      <p:boldItalic r:id="rId112"/>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C55F59F9-F03C-4897-888D-DC2DF699074A}">
  <a:tblStyle styleId="{C55F59F9-F03C-4897-888D-DC2DF699074A}" styleName="Table_0">
    <a:wholeTbl>
      <a:tcTxStyle>
        <a:font>
          <a:latin typeface="Arial"/>
          <a:ea typeface="Arial"/>
          <a:cs typeface="Arial"/>
        </a:font>
        <a:srgbClr val="000000"/>
      </a:tcTxStyle>
      <a:tcStyle>
        <a:tcBdr>
          <a:left>
            <a:ln w="9525" cap="flat" cmpd="sng">
              <a:solidFill>
                <a:srgbClr val="000000"/>
              </a:solidFill>
              <a:prstDash val="solid"/>
              <a:round/>
              <a:headEnd type="none" w="sm" len="sm"/>
              <a:tailEnd type="none" w="sm" len="sm"/>
            </a:ln>
          </a:left>
          <a:right>
            <a:ln w="9525" cap="flat" cmpd="sng">
              <a:solidFill>
                <a:srgbClr val="000000"/>
              </a:solidFill>
              <a:prstDash val="solid"/>
              <a:round/>
              <a:headEnd type="none" w="sm" len="sm"/>
              <a:tailEnd type="none" w="sm" len="sm"/>
            </a:ln>
          </a:right>
          <a:top>
            <a:ln w="9525" cap="flat" cmpd="sng">
              <a:solidFill>
                <a:srgbClr val="000000"/>
              </a:solidFill>
              <a:prstDash val="solid"/>
              <a:round/>
              <a:headEnd type="none" w="sm" len="sm"/>
              <a:tailEnd type="none" w="sm" len="sm"/>
            </a:ln>
          </a:top>
          <a:bottom>
            <a:ln w="9525" cap="flat" cmpd="sng">
              <a:solidFill>
                <a:srgbClr val="000000"/>
              </a:solidFill>
              <a:prstDash val="solid"/>
              <a:round/>
              <a:headEnd type="none" w="sm" len="sm"/>
              <a:tailEnd type="none" w="sm" len="sm"/>
            </a:ln>
          </a:bottom>
          <a:insideH>
            <a:ln w="9525" cap="flat" cmpd="sng">
              <a:solidFill>
                <a:srgbClr val="000000"/>
              </a:solidFill>
              <a:prstDash val="solid"/>
              <a:round/>
              <a:headEnd type="none" w="sm" len="sm"/>
              <a:tailEnd type="none" w="sm" len="sm"/>
            </a:ln>
          </a:insideH>
          <a:insideV>
            <a:ln w="9525" cap="flat" cmpd="sng">
              <a:solidFill>
                <a:srgbClr val="000000"/>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159" d="100"/>
          <a:sy n="159" d="100"/>
        </p:scale>
        <p:origin x="130" y="15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slide" Target="slides/slide83.xml"/><Relationship Id="rId89" Type="http://schemas.openxmlformats.org/officeDocument/2006/relationships/slide" Target="slides/slide88.xml"/><Relationship Id="rId112" Type="http://schemas.openxmlformats.org/officeDocument/2006/relationships/font" Target="fonts/font16.fntdata"/><Relationship Id="rId16" Type="http://schemas.openxmlformats.org/officeDocument/2006/relationships/slide" Target="slides/slide15.xml"/><Relationship Id="rId107" Type="http://schemas.openxmlformats.org/officeDocument/2006/relationships/font" Target="fonts/font11.fntdata"/><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102" Type="http://schemas.openxmlformats.org/officeDocument/2006/relationships/font" Target="fonts/font6.fntdata"/><Relationship Id="rId5" Type="http://schemas.openxmlformats.org/officeDocument/2006/relationships/slide" Target="slides/slide4.xml"/><Relationship Id="rId90" Type="http://schemas.openxmlformats.org/officeDocument/2006/relationships/slide" Target="slides/slide89.xml"/><Relationship Id="rId95" Type="http://schemas.openxmlformats.org/officeDocument/2006/relationships/slide" Target="slides/slide94.xml"/><Relationship Id="rId22" Type="http://schemas.openxmlformats.org/officeDocument/2006/relationships/slide" Target="slides/slide21.xml"/><Relationship Id="rId27" Type="http://schemas.openxmlformats.org/officeDocument/2006/relationships/slide" Target="slides/slide26.xml"/><Relationship Id="rId43" Type="http://schemas.openxmlformats.org/officeDocument/2006/relationships/slide" Target="slides/slide42.xml"/><Relationship Id="rId48" Type="http://schemas.openxmlformats.org/officeDocument/2006/relationships/slide" Target="slides/slide47.xml"/><Relationship Id="rId64" Type="http://schemas.openxmlformats.org/officeDocument/2006/relationships/slide" Target="slides/slide63.xml"/><Relationship Id="rId69" Type="http://schemas.openxmlformats.org/officeDocument/2006/relationships/slide" Target="slides/slide68.xml"/><Relationship Id="rId113" Type="http://schemas.openxmlformats.org/officeDocument/2006/relationships/presProps" Target="presProps.xml"/><Relationship Id="rId80" Type="http://schemas.openxmlformats.org/officeDocument/2006/relationships/slide" Target="slides/slide79.xml"/><Relationship Id="rId85" Type="http://schemas.openxmlformats.org/officeDocument/2006/relationships/slide" Target="slides/slide84.xml"/><Relationship Id="rId12" Type="http://schemas.openxmlformats.org/officeDocument/2006/relationships/slide" Target="slides/slide11.xml"/><Relationship Id="rId17" Type="http://schemas.openxmlformats.org/officeDocument/2006/relationships/slide" Target="slides/slide16.xml"/><Relationship Id="rId33" Type="http://schemas.openxmlformats.org/officeDocument/2006/relationships/slide" Target="slides/slide32.xml"/><Relationship Id="rId38" Type="http://schemas.openxmlformats.org/officeDocument/2006/relationships/slide" Target="slides/slide37.xml"/><Relationship Id="rId59" Type="http://schemas.openxmlformats.org/officeDocument/2006/relationships/slide" Target="slides/slide58.xml"/><Relationship Id="rId103" Type="http://schemas.openxmlformats.org/officeDocument/2006/relationships/font" Target="fonts/font7.fntdata"/><Relationship Id="rId108" Type="http://schemas.openxmlformats.org/officeDocument/2006/relationships/font" Target="fonts/font12.fntdata"/><Relationship Id="rId54" Type="http://schemas.openxmlformats.org/officeDocument/2006/relationships/slide" Target="slides/slide53.xml"/><Relationship Id="rId70" Type="http://schemas.openxmlformats.org/officeDocument/2006/relationships/slide" Target="slides/slide69.xml"/><Relationship Id="rId75" Type="http://schemas.openxmlformats.org/officeDocument/2006/relationships/slide" Target="slides/slide74.xml"/><Relationship Id="rId91" Type="http://schemas.openxmlformats.org/officeDocument/2006/relationships/slide" Target="slides/slide90.xml"/><Relationship Id="rId96"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6" Type="http://schemas.openxmlformats.org/officeDocument/2006/relationships/font" Target="fonts/font10.fntdata"/><Relationship Id="rId114" Type="http://schemas.openxmlformats.org/officeDocument/2006/relationships/viewProps" Target="viewProps.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slide" Target="slides/slide85.xml"/><Relationship Id="rId94" Type="http://schemas.openxmlformats.org/officeDocument/2006/relationships/slide" Target="slides/slide93.xml"/><Relationship Id="rId99" Type="http://schemas.openxmlformats.org/officeDocument/2006/relationships/font" Target="fonts/font3.fntdata"/><Relationship Id="rId101" Type="http://schemas.openxmlformats.org/officeDocument/2006/relationships/font" Target="fonts/font5.fntdata"/><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109" Type="http://schemas.openxmlformats.org/officeDocument/2006/relationships/font" Target="fonts/font13.fntdata"/><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font" Target="fonts/font1.fntdata"/><Relationship Id="rId104" Type="http://schemas.openxmlformats.org/officeDocument/2006/relationships/font" Target="fonts/font8.fntdata"/><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110" Type="http://schemas.openxmlformats.org/officeDocument/2006/relationships/font" Target="fonts/font14.fntdata"/><Relationship Id="rId115" Type="http://schemas.openxmlformats.org/officeDocument/2006/relationships/theme" Target="theme/theme1.xml"/><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100" Type="http://schemas.openxmlformats.org/officeDocument/2006/relationships/font" Target="fonts/font4.fntdata"/><Relationship Id="rId105" Type="http://schemas.openxmlformats.org/officeDocument/2006/relationships/font" Target="fonts/font9.fntdata"/><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slide" Target="slides/slide92.xml"/><Relationship Id="rId98" Type="http://schemas.openxmlformats.org/officeDocument/2006/relationships/font" Target="fonts/font2.fntdata"/><Relationship Id="rId3" Type="http://schemas.openxmlformats.org/officeDocument/2006/relationships/slide" Target="slides/slide2.xml"/><Relationship Id="rId25" Type="http://schemas.openxmlformats.org/officeDocument/2006/relationships/slide" Target="slides/slide24.xml"/><Relationship Id="rId46" Type="http://schemas.openxmlformats.org/officeDocument/2006/relationships/slide" Target="slides/slide45.xml"/><Relationship Id="rId67" Type="http://schemas.openxmlformats.org/officeDocument/2006/relationships/slide" Target="slides/slide66.xml"/><Relationship Id="rId116" Type="http://schemas.openxmlformats.org/officeDocument/2006/relationships/tableStyles" Target="tableStyles.xml"/><Relationship Id="rId20" Type="http://schemas.openxmlformats.org/officeDocument/2006/relationships/slide" Target="slides/slide19.xml"/><Relationship Id="rId41" Type="http://schemas.openxmlformats.org/officeDocument/2006/relationships/slide" Target="slides/slide40.xml"/><Relationship Id="rId62" Type="http://schemas.openxmlformats.org/officeDocument/2006/relationships/slide" Target="slides/slide61.xml"/><Relationship Id="rId83" Type="http://schemas.openxmlformats.org/officeDocument/2006/relationships/slide" Target="slides/slide82.xml"/><Relationship Id="rId88" Type="http://schemas.openxmlformats.org/officeDocument/2006/relationships/slide" Target="slides/slide87.xml"/><Relationship Id="rId111" Type="http://schemas.openxmlformats.org/officeDocument/2006/relationships/font" Target="fonts/font15.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187" y="685800"/>
            <a:ext cx="60963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317500">
              <a:spcBef>
                <a:spcPts val="0"/>
              </a:spcBef>
              <a:spcAft>
                <a:spcPts val="0"/>
              </a:spcAft>
              <a:buSzPts val="1400"/>
              <a:buChar char="●"/>
              <a:defRPr sz="1100"/>
            </a:lvl1pPr>
            <a:lvl2pPr marL="914400" lvl="1" indent="-317500">
              <a:spcBef>
                <a:spcPts val="0"/>
              </a:spcBef>
              <a:spcAft>
                <a:spcPts val="0"/>
              </a:spcAft>
              <a:buSzPts val="1400"/>
              <a:buChar char="○"/>
              <a:defRPr sz="1100"/>
            </a:lvl2pPr>
            <a:lvl3pPr marL="1371600" lvl="2" indent="-317500">
              <a:spcBef>
                <a:spcPts val="0"/>
              </a:spcBef>
              <a:spcAft>
                <a:spcPts val="0"/>
              </a:spcAft>
              <a:buSzPts val="1400"/>
              <a:buChar char="■"/>
              <a:defRPr sz="1100"/>
            </a:lvl3pPr>
            <a:lvl4pPr marL="1828800" lvl="3" indent="-317500">
              <a:spcBef>
                <a:spcPts val="0"/>
              </a:spcBef>
              <a:spcAft>
                <a:spcPts val="0"/>
              </a:spcAft>
              <a:buSzPts val="1400"/>
              <a:buChar char="●"/>
              <a:defRPr sz="1100"/>
            </a:lvl4pPr>
            <a:lvl5pPr marL="2286000" lvl="4" indent="-317500">
              <a:spcBef>
                <a:spcPts val="0"/>
              </a:spcBef>
              <a:spcAft>
                <a:spcPts val="0"/>
              </a:spcAft>
              <a:buSzPts val="1400"/>
              <a:buChar char="○"/>
              <a:defRPr sz="1100"/>
            </a:lvl5pPr>
            <a:lvl6pPr marL="2743200" lvl="5" indent="-317500">
              <a:spcBef>
                <a:spcPts val="0"/>
              </a:spcBef>
              <a:spcAft>
                <a:spcPts val="0"/>
              </a:spcAft>
              <a:buSzPts val="1400"/>
              <a:buChar char="■"/>
              <a:defRPr sz="1100"/>
            </a:lvl6pPr>
            <a:lvl7pPr marL="3200400" lvl="6" indent="-317500">
              <a:spcBef>
                <a:spcPts val="0"/>
              </a:spcBef>
              <a:spcAft>
                <a:spcPts val="0"/>
              </a:spcAft>
              <a:buSzPts val="1400"/>
              <a:buChar char="●"/>
              <a:defRPr sz="1100"/>
            </a:lvl7pPr>
            <a:lvl8pPr marL="3657600" lvl="7" indent="-317500">
              <a:spcBef>
                <a:spcPts val="0"/>
              </a:spcBef>
              <a:spcAft>
                <a:spcPts val="0"/>
              </a:spcAft>
              <a:buSzPts val="1400"/>
              <a:buChar char="○"/>
              <a:defRPr sz="1100"/>
            </a:lvl8pPr>
            <a:lvl9pPr marL="4114800" lvl="8" indent="-317500">
              <a:spcBef>
                <a:spcPts val="0"/>
              </a:spcBef>
              <a:spcAft>
                <a:spcPts val="0"/>
              </a:spcAft>
              <a:buSzPts val="14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3" Type="http://schemas.openxmlformats.org/officeDocument/2006/relationships/hyperlink" Target="https://docs.google.com/forms/d/e/1FAIpQLSeONzEwy4Pu_xmE4uINQwAROZLXXrCOerhL6OqvNVULv9yqEg/viewform" TargetMode="External"/><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3" Type="http://schemas.openxmlformats.org/officeDocument/2006/relationships/hyperlink" Target="https://docs.google.com/forms/d/e/1FAIpQLSeONzEwy4Pu_xmE4uINQwAROZLXXrCOerhL6OqvNVULv9yqEg/viewform" TargetMode="External"/><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3" Type="http://schemas.openxmlformats.org/officeDocument/2006/relationships/hyperlink" Target="https://docs.google.com/forms/d/e/1FAIpQLScSCXMzxT5jaycy8SS_SfRI0kzmv2V9PNjZmAMjnufKdobvSA/viewform" TargetMode="External"/><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2" Type="http://schemas.openxmlformats.org/officeDocument/2006/relationships/slide" Target="../slides/slide72.xml"/><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2" Type="http://schemas.openxmlformats.org/officeDocument/2006/relationships/slide" Target="../slides/slide73.xml"/><Relationship Id="rId1" Type="http://schemas.openxmlformats.org/officeDocument/2006/relationships/notesMaster" Target="../notesMasters/notesMaster1.xml"/></Relationships>
</file>

<file path=ppt/notesSlides/_rels/notesSlide74.xml.rels><?xml version="1.0" encoding="UTF-8" standalone="yes"?>
<Relationships xmlns="http://schemas.openxmlformats.org/package/2006/relationships"><Relationship Id="rId2" Type="http://schemas.openxmlformats.org/officeDocument/2006/relationships/slide" Target="../slides/slide74.xml"/><Relationship Id="rId1" Type="http://schemas.openxmlformats.org/officeDocument/2006/relationships/notesMaster" Target="../notesMasters/notesMaster1.xml"/></Relationships>
</file>

<file path=ppt/notesSlides/_rels/notesSlide75.xml.rels><?xml version="1.0" encoding="UTF-8" standalone="yes"?>
<Relationships xmlns="http://schemas.openxmlformats.org/package/2006/relationships"><Relationship Id="rId2" Type="http://schemas.openxmlformats.org/officeDocument/2006/relationships/slide" Target="../slides/slide75.xml"/><Relationship Id="rId1" Type="http://schemas.openxmlformats.org/officeDocument/2006/relationships/notesMaster" Target="../notesMasters/notesMaster1.xml"/></Relationships>
</file>

<file path=ppt/notesSlides/_rels/notesSlide76.xml.rels><?xml version="1.0" encoding="UTF-8" standalone="yes"?>
<Relationships xmlns="http://schemas.openxmlformats.org/package/2006/relationships"><Relationship Id="rId2" Type="http://schemas.openxmlformats.org/officeDocument/2006/relationships/slide" Target="../slides/slide76.xml"/><Relationship Id="rId1" Type="http://schemas.openxmlformats.org/officeDocument/2006/relationships/notesMaster" Target="../notesMasters/notesMaster1.xml"/></Relationships>
</file>

<file path=ppt/notesSlides/_rels/notesSlide77.xml.rels><?xml version="1.0" encoding="UTF-8" standalone="yes"?>
<Relationships xmlns="http://schemas.openxmlformats.org/package/2006/relationships"><Relationship Id="rId2" Type="http://schemas.openxmlformats.org/officeDocument/2006/relationships/slide" Target="../slides/slide77.xml"/><Relationship Id="rId1" Type="http://schemas.openxmlformats.org/officeDocument/2006/relationships/notesMaster" Target="../notesMasters/notesMaster1.xml"/></Relationships>
</file>

<file path=ppt/notesSlides/_rels/notesSlide78.xml.rels><?xml version="1.0" encoding="UTF-8" standalone="yes"?>
<Relationships xmlns="http://schemas.openxmlformats.org/package/2006/relationships"><Relationship Id="rId2" Type="http://schemas.openxmlformats.org/officeDocument/2006/relationships/slide" Target="../slides/slide78.xml"/><Relationship Id="rId1" Type="http://schemas.openxmlformats.org/officeDocument/2006/relationships/notesMaster" Target="../notesMasters/notesMaster1.xml"/></Relationships>
</file>

<file path=ppt/notesSlides/_rels/notesSlide79.xml.rels><?xml version="1.0" encoding="UTF-8" standalone="yes"?>
<Relationships xmlns="http://schemas.openxmlformats.org/package/2006/relationships"><Relationship Id="rId2" Type="http://schemas.openxmlformats.org/officeDocument/2006/relationships/slide" Target="../slides/slide79.xml"/><Relationship Id="rId1" Type="http://schemas.openxmlformats.org/officeDocument/2006/relationships/notesMaster" Target="../notesMasters/notesMaster1.xml"/></Relationships>
</file>

<file path=ppt/notesSlides/_rels/notesSlide80.xml.rels><?xml version="1.0" encoding="UTF-8" standalone="yes"?>
<Relationships xmlns="http://schemas.openxmlformats.org/package/2006/relationships"><Relationship Id="rId2" Type="http://schemas.openxmlformats.org/officeDocument/2006/relationships/slide" Target="../slides/slide80.xml"/><Relationship Id="rId1" Type="http://schemas.openxmlformats.org/officeDocument/2006/relationships/notesMaster" Target="../notesMasters/notesMaster1.xml"/></Relationships>
</file>

<file path=ppt/notesSlides/_rels/notesSlide81.xml.rels><?xml version="1.0" encoding="UTF-8" standalone="yes"?>
<Relationships xmlns="http://schemas.openxmlformats.org/package/2006/relationships"><Relationship Id="rId2" Type="http://schemas.openxmlformats.org/officeDocument/2006/relationships/slide" Target="../slides/slide81.xml"/><Relationship Id="rId1" Type="http://schemas.openxmlformats.org/officeDocument/2006/relationships/notesMaster" Target="../notesMasters/notesMaster1.xml"/></Relationships>
</file>

<file path=ppt/notesSlides/_rels/notesSlide82.xml.rels><?xml version="1.0" encoding="UTF-8" standalone="yes"?>
<Relationships xmlns="http://schemas.openxmlformats.org/package/2006/relationships"><Relationship Id="rId2" Type="http://schemas.openxmlformats.org/officeDocument/2006/relationships/slide" Target="../slides/slide82.xml"/><Relationship Id="rId1" Type="http://schemas.openxmlformats.org/officeDocument/2006/relationships/notesMaster" Target="../notesMasters/notesMaster1.xml"/></Relationships>
</file>

<file path=ppt/notesSlides/_rels/notesSlide83.xml.rels><?xml version="1.0" encoding="UTF-8" standalone="yes"?>
<Relationships xmlns="http://schemas.openxmlformats.org/package/2006/relationships"><Relationship Id="rId2" Type="http://schemas.openxmlformats.org/officeDocument/2006/relationships/slide" Target="../slides/slide83.xml"/><Relationship Id="rId1" Type="http://schemas.openxmlformats.org/officeDocument/2006/relationships/notesMaster" Target="../notesMasters/notesMaster1.xml"/></Relationships>
</file>

<file path=ppt/notesSlides/_rels/notesSlide84.xml.rels><?xml version="1.0" encoding="UTF-8" standalone="yes"?>
<Relationships xmlns="http://schemas.openxmlformats.org/package/2006/relationships"><Relationship Id="rId2" Type="http://schemas.openxmlformats.org/officeDocument/2006/relationships/slide" Target="../slides/slide84.xml"/><Relationship Id="rId1" Type="http://schemas.openxmlformats.org/officeDocument/2006/relationships/notesMaster" Target="../notesMasters/notesMaster1.xml"/></Relationships>
</file>

<file path=ppt/notesSlides/_rels/notesSlide85.xml.rels><?xml version="1.0" encoding="UTF-8" standalone="yes"?>
<Relationships xmlns="http://schemas.openxmlformats.org/package/2006/relationships"><Relationship Id="rId2" Type="http://schemas.openxmlformats.org/officeDocument/2006/relationships/slide" Target="../slides/slide85.xml"/><Relationship Id="rId1" Type="http://schemas.openxmlformats.org/officeDocument/2006/relationships/notesMaster" Target="../notesMasters/notesMaster1.xml"/></Relationships>
</file>

<file path=ppt/notesSlides/_rels/notesSlide86.xml.rels><?xml version="1.0" encoding="UTF-8" standalone="yes"?>
<Relationships xmlns="http://schemas.openxmlformats.org/package/2006/relationships"><Relationship Id="rId2" Type="http://schemas.openxmlformats.org/officeDocument/2006/relationships/slide" Target="../slides/slide86.xml"/><Relationship Id="rId1" Type="http://schemas.openxmlformats.org/officeDocument/2006/relationships/notesMaster" Target="../notesMasters/notesMaster1.xml"/></Relationships>
</file>

<file path=ppt/notesSlides/_rels/notesSlide87.xml.rels><?xml version="1.0" encoding="UTF-8" standalone="yes"?>
<Relationships xmlns="http://schemas.openxmlformats.org/package/2006/relationships"><Relationship Id="rId2" Type="http://schemas.openxmlformats.org/officeDocument/2006/relationships/slide" Target="../slides/slide87.xml"/><Relationship Id="rId1" Type="http://schemas.openxmlformats.org/officeDocument/2006/relationships/notesMaster" Target="../notesMasters/notesMaster1.xml"/></Relationships>
</file>

<file path=ppt/notesSlides/_rels/notesSlide88.xml.rels><?xml version="1.0" encoding="UTF-8" standalone="yes"?>
<Relationships xmlns="http://schemas.openxmlformats.org/package/2006/relationships"><Relationship Id="rId2" Type="http://schemas.openxmlformats.org/officeDocument/2006/relationships/slide" Target="../slides/slide88.xml"/><Relationship Id="rId1" Type="http://schemas.openxmlformats.org/officeDocument/2006/relationships/notesMaster" Target="../notesMasters/notesMaster1.xml"/></Relationships>
</file>

<file path=ppt/notesSlides/_rels/notesSlide89.xml.rels><?xml version="1.0" encoding="UTF-8" standalone="yes"?>
<Relationships xmlns="http://schemas.openxmlformats.org/package/2006/relationships"><Relationship Id="rId2" Type="http://schemas.openxmlformats.org/officeDocument/2006/relationships/slide" Target="../slides/slide89.xml"/><Relationship Id="rId1" Type="http://schemas.openxmlformats.org/officeDocument/2006/relationships/notesMaster" Target="../notesMasters/notesMaster1.xml"/></Relationships>
</file>

<file path=ppt/notesSlides/_rels/notesSlide90.xml.rels><?xml version="1.0" encoding="UTF-8" standalone="yes"?>
<Relationships xmlns="http://schemas.openxmlformats.org/package/2006/relationships"><Relationship Id="rId2" Type="http://schemas.openxmlformats.org/officeDocument/2006/relationships/slide" Target="../slides/slide90.xml"/><Relationship Id="rId1" Type="http://schemas.openxmlformats.org/officeDocument/2006/relationships/notesMaster" Target="../notesMasters/notesMaster1.xml"/></Relationships>
</file>

<file path=ppt/notesSlides/_rels/notesSlide91.xml.rels><?xml version="1.0" encoding="UTF-8" standalone="yes"?>
<Relationships xmlns="http://schemas.openxmlformats.org/package/2006/relationships"><Relationship Id="rId2" Type="http://schemas.openxmlformats.org/officeDocument/2006/relationships/slide" Target="../slides/slide91.xml"/><Relationship Id="rId1" Type="http://schemas.openxmlformats.org/officeDocument/2006/relationships/notesMaster" Target="../notesMasters/notesMaster1.xml"/></Relationships>
</file>

<file path=ppt/notesSlides/_rels/notesSlide92.xml.rels><?xml version="1.0" encoding="UTF-8" standalone="yes"?>
<Relationships xmlns="http://schemas.openxmlformats.org/package/2006/relationships"><Relationship Id="rId2" Type="http://schemas.openxmlformats.org/officeDocument/2006/relationships/slide" Target="../slides/slide92.xml"/><Relationship Id="rId1" Type="http://schemas.openxmlformats.org/officeDocument/2006/relationships/notesMaster" Target="../notesMasters/notesMaster1.xml"/></Relationships>
</file>

<file path=ppt/notesSlides/_rels/notesSlide93.xml.rels><?xml version="1.0" encoding="UTF-8" standalone="yes"?>
<Relationships xmlns="http://schemas.openxmlformats.org/package/2006/relationships"><Relationship Id="rId2" Type="http://schemas.openxmlformats.org/officeDocument/2006/relationships/slide" Target="../slides/slide93.xml"/><Relationship Id="rId1" Type="http://schemas.openxmlformats.org/officeDocument/2006/relationships/notesMaster" Target="../notesMasters/notesMaster1.xml"/></Relationships>
</file>

<file path=ppt/notesSlides/_rels/notesSlide94.xml.rels><?xml version="1.0" encoding="UTF-8" standalone="yes"?>
<Relationships xmlns="http://schemas.openxmlformats.org/package/2006/relationships"><Relationship Id="rId2" Type="http://schemas.openxmlformats.org/officeDocument/2006/relationships/slide" Target="../slides/slide9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0"/>
        <p:cNvGrpSpPr/>
        <p:nvPr/>
      </p:nvGrpSpPr>
      <p:grpSpPr>
        <a:xfrm>
          <a:off x="0" y="0"/>
          <a:ext cx="0" cy="0"/>
          <a:chOff x="0" y="0"/>
          <a:chExt cx="0" cy="0"/>
        </a:xfrm>
      </p:grpSpPr>
      <p:sp>
        <p:nvSpPr>
          <p:cNvPr id="141" name="Google Shape;141;g22b713dd174_0_49: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42" name="Google Shape;142;g22b713dd174_0_4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Quickman from Mega Man 2</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9"/>
        <p:cNvGrpSpPr/>
        <p:nvPr/>
      </p:nvGrpSpPr>
      <p:grpSpPr>
        <a:xfrm>
          <a:off x="0" y="0"/>
          <a:ext cx="0" cy="0"/>
          <a:chOff x="0" y="0"/>
          <a:chExt cx="0" cy="0"/>
        </a:xfrm>
      </p:grpSpPr>
      <p:sp>
        <p:nvSpPr>
          <p:cNvPr id="150" name="Google Shape;150;g25e3164fbfa_0_0:notes"/>
          <p:cNvSpPr>
            <a:spLocks noGrp="1" noRot="1" noChangeAspect="1"/>
          </p:cNvSpPr>
          <p:nvPr>
            <p:ph type="sldImg" idx="2"/>
          </p:nvPr>
        </p:nvSpPr>
        <p:spPr>
          <a:xfrm>
            <a:off x="381187" y="685800"/>
            <a:ext cx="60963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1" name="Google Shape;151;g25e3164fbfa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buFont typeface="Arial"/>
              <a:buNone/>
            </a:pPr>
            <a:r>
              <a:rPr lang="en">
                <a:solidFill>
                  <a:schemeClr val="dk1"/>
                </a:solidFill>
              </a:rPr>
              <a:t>Note: Based on Spring 2019 timing, it is unlikely we will finish this section. Thus we will probably finish this section next time.</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6"/>
        <p:cNvGrpSpPr/>
        <p:nvPr/>
      </p:nvGrpSpPr>
      <p:grpSpPr>
        <a:xfrm>
          <a:off x="0" y="0"/>
          <a:ext cx="0" cy="0"/>
          <a:chOff x="0" y="0"/>
          <a:chExt cx="0" cy="0"/>
        </a:xfrm>
      </p:grpSpPr>
      <p:sp>
        <p:nvSpPr>
          <p:cNvPr id="157" name="Google Shape;157;g25e3164fbfa_0_6:notes"/>
          <p:cNvSpPr>
            <a:spLocks noGrp="1" noRot="1" noChangeAspect="1"/>
          </p:cNvSpPr>
          <p:nvPr>
            <p:ph type="sldImg" idx="2"/>
          </p:nvPr>
        </p:nvSpPr>
        <p:spPr>
          <a:xfrm>
            <a:off x="381187" y="685800"/>
            <a:ext cx="60963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8" name="Google Shape;158;g25e3164fbfa_0_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3"/>
        <p:cNvGrpSpPr/>
        <p:nvPr/>
      </p:nvGrpSpPr>
      <p:grpSpPr>
        <a:xfrm>
          <a:off x="0" y="0"/>
          <a:ext cx="0" cy="0"/>
          <a:chOff x="0" y="0"/>
          <a:chExt cx="0" cy="0"/>
        </a:xfrm>
      </p:grpSpPr>
      <p:sp>
        <p:nvSpPr>
          <p:cNvPr id="174" name="Google Shape;174;g25e3164fbfa_0_22:notes"/>
          <p:cNvSpPr>
            <a:spLocks noGrp="1" noRot="1" noChangeAspect="1"/>
          </p:cNvSpPr>
          <p:nvPr>
            <p:ph type="sldImg" idx="2"/>
          </p:nvPr>
        </p:nvSpPr>
        <p:spPr>
          <a:xfrm>
            <a:off x="381187" y="685800"/>
            <a:ext cx="60963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75" name="Google Shape;175;g25e3164fbfa_0_2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0"/>
        <p:cNvGrpSpPr/>
        <p:nvPr/>
      </p:nvGrpSpPr>
      <p:grpSpPr>
        <a:xfrm>
          <a:off x="0" y="0"/>
          <a:ext cx="0" cy="0"/>
          <a:chOff x="0" y="0"/>
          <a:chExt cx="0" cy="0"/>
        </a:xfrm>
      </p:grpSpPr>
      <p:sp>
        <p:nvSpPr>
          <p:cNvPr id="191" name="Google Shape;191;g25e3164fbfa_0_38:notes"/>
          <p:cNvSpPr>
            <a:spLocks noGrp="1" noRot="1" noChangeAspect="1"/>
          </p:cNvSpPr>
          <p:nvPr>
            <p:ph type="sldImg" idx="2"/>
          </p:nvPr>
        </p:nvSpPr>
        <p:spPr>
          <a:xfrm>
            <a:off x="381187" y="685800"/>
            <a:ext cx="60963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92" name="Google Shape;192;g25e3164fbfa_0_3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8"/>
        <p:cNvGrpSpPr/>
        <p:nvPr/>
      </p:nvGrpSpPr>
      <p:grpSpPr>
        <a:xfrm>
          <a:off x="0" y="0"/>
          <a:ext cx="0" cy="0"/>
          <a:chOff x="0" y="0"/>
          <a:chExt cx="0" cy="0"/>
        </a:xfrm>
      </p:grpSpPr>
      <p:sp>
        <p:nvSpPr>
          <p:cNvPr id="209" name="Google Shape;209;g25e3164fbfa_0_55:notes"/>
          <p:cNvSpPr>
            <a:spLocks noGrp="1" noRot="1" noChangeAspect="1"/>
          </p:cNvSpPr>
          <p:nvPr>
            <p:ph type="sldImg" idx="2"/>
          </p:nvPr>
        </p:nvSpPr>
        <p:spPr>
          <a:xfrm>
            <a:off x="381187" y="685800"/>
            <a:ext cx="60963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10" name="Google Shape;210;g25e3164fbfa_0_5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7"/>
        <p:cNvGrpSpPr/>
        <p:nvPr/>
      </p:nvGrpSpPr>
      <p:grpSpPr>
        <a:xfrm>
          <a:off x="0" y="0"/>
          <a:ext cx="0" cy="0"/>
          <a:chOff x="0" y="0"/>
          <a:chExt cx="0" cy="0"/>
        </a:xfrm>
      </p:grpSpPr>
      <p:sp>
        <p:nvSpPr>
          <p:cNvPr id="228" name="Google Shape;228;g25e3164fbfa_0_73:notes"/>
          <p:cNvSpPr>
            <a:spLocks noGrp="1" noRot="1" noChangeAspect="1"/>
          </p:cNvSpPr>
          <p:nvPr>
            <p:ph type="sldImg" idx="2"/>
          </p:nvPr>
        </p:nvSpPr>
        <p:spPr>
          <a:xfrm>
            <a:off x="381187" y="685800"/>
            <a:ext cx="60963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29" name="Google Shape;229;g25e3164fbfa_0_7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7"/>
        <p:cNvGrpSpPr/>
        <p:nvPr/>
      </p:nvGrpSpPr>
      <p:grpSpPr>
        <a:xfrm>
          <a:off x="0" y="0"/>
          <a:ext cx="0" cy="0"/>
          <a:chOff x="0" y="0"/>
          <a:chExt cx="0" cy="0"/>
        </a:xfrm>
      </p:grpSpPr>
      <p:sp>
        <p:nvSpPr>
          <p:cNvPr id="248" name="Google Shape;248;g25e3164fbfa_0_92:notes"/>
          <p:cNvSpPr>
            <a:spLocks noGrp="1" noRot="1" noChangeAspect="1"/>
          </p:cNvSpPr>
          <p:nvPr>
            <p:ph type="sldImg" idx="2"/>
          </p:nvPr>
        </p:nvSpPr>
        <p:spPr>
          <a:xfrm>
            <a:off x="381187" y="685800"/>
            <a:ext cx="60963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49" name="Google Shape;249;g25e3164fbfa_0_9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8"/>
        <p:cNvGrpSpPr/>
        <p:nvPr/>
      </p:nvGrpSpPr>
      <p:grpSpPr>
        <a:xfrm>
          <a:off x="0" y="0"/>
          <a:ext cx="0" cy="0"/>
          <a:chOff x="0" y="0"/>
          <a:chExt cx="0" cy="0"/>
        </a:xfrm>
      </p:grpSpPr>
      <p:sp>
        <p:nvSpPr>
          <p:cNvPr id="269" name="Google Shape;269;g25e3164fbfa_0_112:notes"/>
          <p:cNvSpPr>
            <a:spLocks noGrp="1" noRot="1" noChangeAspect="1"/>
          </p:cNvSpPr>
          <p:nvPr>
            <p:ph type="sldImg" idx="2"/>
          </p:nvPr>
        </p:nvSpPr>
        <p:spPr>
          <a:xfrm>
            <a:off x="381187" y="685800"/>
            <a:ext cx="60963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0" name="Google Shape;270;g25e3164fbfa_0_11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0"/>
        <p:cNvGrpSpPr/>
        <p:nvPr/>
      </p:nvGrpSpPr>
      <p:grpSpPr>
        <a:xfrm>
          <a:off x="0" y="0"/>
          <a:ext cx="0" cy="0"/>
          <a:chOff x="0" y="0"/>
          <a:chExt cx="0" cy="0"/>
        </a:xfrm>
      </p:grpSpPr>
      <p:sp>
        <p:nvSpPr>
          <p:cNvPr id="291" name="Google Shape;291;g25e3164fbfa_0_133:notes"/>
          <p:cNvSpPr>
            <a:spLocks noGrp="1" noRot="1" noChangeAspect="1"/>
          </p:cNvSpPr>
          <p:nvPr>
            <p:ph type="sldImg" idx="2"/>
          </p:nvPr>
        </p:nvSpPr>
        <p:spPr>
          <a:xfrm>
            <a:off x="381187" y="685800"/>
            <a:ext cx="60963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92" name="Google Shape;292;g25e3164fbfa_0_13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3"/>
        <p:cNvGrpSpPr/>
        <p:nvPr/>
      </p:nvGrpSpPr>
      <p:grpSpPr>
        <a:xfrm>
          <a:off x="0" y="0"/>
          <a:ext cx="0" cy="0"/>
          <a:chOff x="0" y="0"/>
          <a:chExt cx="0" cy="0"/>
        </a:xfrm>
      </p:grpSpPr>
      <p:sp>
        <p:nvSpPr>
          <p:cNvPr id="314" name="Google Shape;314;g25e3164fbfa_0_155:notes"/>
          <p:cNvSpPr>
            <a:spLocks noGrp="1" noRot="1" noChangeAspect="1"/>
          </p:cNvSpPr>
          <p:nvPr>
            <p:ph type="sldImg" idx="2"/>
          </p:nvPr>
        </p:nvSpPr>
        <p:spPr>
          <a:xfrm>
            <a:off x="381187" y="685800"/>
            <a:ext cx="60963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15" name="Google Shape;315;g25e3164fbfa_0_15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7"/>
        <p:cNvGrpSpPr/>
        <p:nvPr/>
      </p:nvGrpSpPr>
      <p:grpSpPr>
        <a:xfrm>
          <a:off x="0" y="0"/>
          <a:ext cx="0" cy="0"/>
          <a:chOff x="0" y="0"/>
          <a:chExt cx="0" cy="0"/>
        </a:xfrm>
      </p:grpSpPr>
      <p:sp>
        <p:nvSpPr>
          <p:cNvPr id="338" name="Google Shape;338;g25e3164fbfa_0_178:notes"/>
          <p:cNvSpPr>
            <a:spLocks noGrp="1" noRot="1" noChangeAspect="1"/>
          </p:cNvSpPr>
          <p:nvPr>
            <p:ph type="sldImg" idx="2"/>
          </p:nvPr>
        </p:nvSpPr>
        <p:spPr>
          <a:xfrm>
            <a:off x="381187" y="685800"/>
            <a:ext cx="60963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39" name="Google Shape;339;g25e3164fbfa_0_17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64"/>
        <p:cNvGrpSpPr/>
        <p:nvPr/>
      </p:nvGrpSpPr>
      <p:grpSpPr>
        <a:xfrm>
          <a:off x="0" y="0"/>
          <a:ext cx="0" cy="0"/>
          <a:chOff x="0" y="0"/>
          <a:chExt cx="0" cy="0"/>
        </a:xfrm>
      </p:grpSpPr>
      <p:sp>
        <p:nvSpPr>
          <p:cNvPr id="365" name="Google Shape;365;g25e3164fbfa_0_204:notes"/>
          <p:cNvSpPr>
            <a:spLocks noGrp="1" noRot="1" noChangeAspect="1"/>
          </p:cNvSpPr>
          <p:nvPr>
            <p:ph type="sldImg" idx="2"/>
          </p:nvPr>
        </p:nvSpPr>
        <p:spPr>
          <a:xfrm>
            <a:off x="381187" y="685800"/>
            <a:ext cx="60963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66" name="Google Shape;366;g25e3164fbfa_0_20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93"/>
        <p:cNvGrpSpPr/>
        <p:nvPr/>
      </p:nvGrpSpPr>
      <p:grpSpPr>
        <a:xfrm>
          <a:off x="0" y="0"/>
          <a:ext cx="0" cy="0"/>
          <a:chOff x="0" y="0"/>
          <a:chExt cx="0" cy="0"/>
        </a:xfrm>
      </p:grpSpPr>
      <p:sp>
        <p:nvSpPr>
          <p:cNvPr id="394" name="Google Shape;394;g25e3164fbfa_0_232:notes"/>
          <p:cNvSpPr>
            <a:spLocks noGrp="1" noRot="1" noChangeAspect="1"/>
          </p:cNvSpPr>
          <p:nvPr>
            <p:ph type="sldImg" idx="2"/>
          </p:nvPr>
        </p:nvSpPr>
        <p:spPr>
          <a:xfrm>
            <a:off x="381187" y="685800"/>
            <a:ext cx="60963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95" name="Google Shape;395;g25e3164fbfa_0_23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00"/>
        <p:cNvGrpSpPr/>
        <p:nvPr/>
      </p:nvGrpSpPr>
      <p:grpSpPr>
        <a:xfrm>
          <a:off x="0" y="0"/>
          <a:ext cx="0" cy="0"/>
          <a:chOff x="0" y="0"/>
          <a:chExt cx="0" cy="0"/>
        </a:xfrm>
      </p:grpSpPr>
      <p:sp>
        <p:nvSpPr>
          <p:cNvPr id="401" name="Google Shape;401;g25e3164fbfa_0_238:notes"/>
          <p:cNvSpPr>
            <a:spLocks noGrp="1" noRot="1" noChangeAspect="1"/>
          </p:cNvSpPr>
          <p:nvPr>
            <p:ph type="sldImg" idx="2"/>
          </p:nvPr>
        </p:nvSpPr>
        <p:spPr>
          <a:xfrm>
            <a:off x="381187" y="685800"/>
            <a:ext cx="60963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02" name="Google Shape;402;g25e3164fbfa_0_23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06"/>
        <p:cNvGrpSpPr/>
        <p:nvPr/>
      </p:nvGrpSpPr>
      <p:grpSpPr>
        <a:xfrm>
          <a:off x="0" y="0"/>
          <a:ext cx="0" cy="0"/>
          <a:chOff x="0" y="0"/>
          <a:chExt cx="0" cy="0"/>
        </a:xfrm>
      </p:grpSpPr>
      <p:sp>
        <p:nvSpPr>
          <p:cNvPr id="407" name="Google Shape;407;g25e3164fbfa_0_243:notes"/>
          <p:cNvSpPr>
            <a:spLocks noGrp="1" noRot="1" noChangeAspect="1"/>
          </p:cNvSpPr>
          <p:nvPr>
            <p:ph type="sldImg" idx="2"/>
          </p:nvPr>
        </p:nvSpPr>
        <p:spPr>
          <a:xfrm>
            <a:off x="381187" y="685800"/>
            <a:ext cx="60963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08" name="Google Shape;408;g25e3164fbfa_0_24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23"/>
        <p:cNvGrpSpPr/>
        <p:nvPr/>
      </p:nvGrpSpPr>
      <p:grpSpPr>
        <a:xfrm>
          <a:off x="0" y="0"/>
          <a:ext cx="0" cy="0"/>
          <a:chOff x="0" y="0"/>
          <a:chExt cx="0" cy="0"/>
        </a:xfrm>
      </p:grpSpPr>
      <p:sp>
        <p:nvSpPr>
          <p:cNvPr id="424" name="Google Shape;424;g25e3164fbfa_0_259:notes"/>
          <p:cNvSpPr>
            <a:spLocks noGrp="1" noRot="1" noChangeAspect="1"/>
          </p:cNvSpPr>
          <p:nvPr>
            <p:ph type="sldImg" idx="2"/>
          </p:nvPr>
        </p:nvSpPr>
        <p:spPr>
          <a:xfrm>
            <a:off x="381187" y="685800"/>
            <a:ext cx="60963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25" name="Google Shape;425;g25e3164fbfa_0_25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42"/>
        <p:cNvGrpSpPr/>
        <p:nvPr/>
      </p:nvGrpSpPr>
      <p:grpSpPr>
        <a:xfrm>
          <a:off x="0" y="0"/>
          <a:ext cx="0" cy="0"/>
          <a:chOff x="0" y="0"/>
          <a:chExt cx="0" cy="0"/>
        </a:xfrm>
      </p:grpSpPr>
      <p:sp>
        <p:nvSpPr>
          <p:cNvPr id="443" name="Google Shape;443;g25e3164fbfa_0_277:notes"/>
          <p:cNvSpPr>
            <a:spLocks noGrp="1" noRot="1" noChangeAspect="1"/>
          </p:cNvSpPr>
          <p:nvPr>
            <p:ph type="sldImg" idx="2"/>
          </p:nvPr>
        </p:nvSpPr>
        <p:spPr>
          <a:xfrm>
            <a:off x="381187" y="685800"/>
            <a:ext cx="60963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44" name="Google Shape;444;g25e3164fbfa_0_27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65"/>
        <p:cNvGrpSpPr/>
        <p:nvPr/>
      </p:nvGrpSpPr>
      <p:grpSpPr>
        <a:xfrm>
          <a:off x="0" y="0"/>
          <a:ext cx="0" cy="0"/>
          <a:chOff x="0" y="0"/>
          <a:chExt cx="0" cy="0"/>
        </a:xfrm>
      </p:grpSpPr>
      <p:sp>
        <p:nvSpPr>
          <p:cNvPr id="466" name="Google Shape;466;g25e3164fbfa_0_299:notes"/>
          <p:cNvSpPr>
            <a:spLocks noGrp="1" noRot="1" noChangeAspect="1"/>
          </p:cNvSpPr>
          <p:nvPr>
            <p:ph type="sldImg" idx="2"/>
          </p:nvPr>
        </p:nvSpPr>
        <p:spPr>
          <a:xfrm>
            <a:off x="381187" y="685800"/>
            <a:ext cx="60963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67" name="Google Shape;467;g25e3164fbfa_0_29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88"/>
        <p:cNvGrpSpPr/>
        <p:nvPr/>
      </p:nvGrpSpPr>
      <p:grpSpPr>
        <a:xfrm>
          <a:off x="0" y="0"/>
          <a:ext cx="0" cy="0"/>
          <a:chOff x="0" y="0"/>
          <a:chExt cx="0" cy="0"/>
        </a:xfrm>
      </p:grpSpPr>
      <p:sp>
        <p:nvSpPr>
          <p:cNvPr id="489" name="Google Shape;489;g25e3164fbfa_0_321:notes"/>
          <p:cNvSpPr>
            <a:spLocks noGrp="1" noRot="1" noChangeAspect="1"/>
          </p:cNvSpPr>
          <p:nvPr>
            <p:ph type="sldImg" idx="2"/>
          </p:nvPr>
        </p:nvSpPr>
        <p:spPr>
          <a:xfrm>
            <a:off x="381187" y="685800"/>
            <a:ext cx="60963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90" name="Google Shape;490;g25e3164fbfa_0_32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09"/>
        <p:cNvGrpSpPr/>
        <p:nvPr/>
      </p:nvGrpSpPr>
      <p:grpSpPr>
        <a:xfrm>
          <a:off x="0" y="0"/>
          <a:ext cx="0" cy="0"/>
          <a:chOff x="0" y="0"/>
          <a:chExt cx="0" cy="0"/>
        </a:xfrm>
      </p:grpSpPr>
      <p:sp>
        <p:nvSpPr>
          <p:cNvPr id="510" name="Google Shape;510;g25e3164fbfa_0_341:notes"/>
          <p:cNvSpPr>
            <a:spLocks noGrp="1" noRot="1" noChangeAspect="1"/>
          </p:cNvSpPr>
          <p:nvPr>
            <p:ph type="sldImg" idx="2"/>
          </p:nvPr>
        </p:nvSpPr>
        <p:spPr>
          <a:xfrm>
            <a:off x="381187" y="685800"/>
            <a:ext cx="60963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11" name="Google Shape;511;g25e3164fbfa_0_34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32"/>
        <p:cNvGrpSpPr/>
        <p:nvPr/>
      </p:nvGrpSpPr>
      <p:grpSpPr>
        <a:xfrm>
          <a:off x="0" y="0"/>
          <a:ext cx="0" cy="0"/>
          <a:chOff x="0" y="0"/>
          <a:chExt cx="0" cy="0"/>
        </a:xfrm>
      </p:grpSpPr>
      <p:sp>
        <p:nvSpPr>
          <p:cNvPr id="533" name="Google Shape;533;g25e3164fbfa_0_363:notes"/>
          <p:cNvSpPr>
            <a:spLocks noGrp="1" noRot="1" noChangeAspect="1"/>
          </p:cNvSpPr>
          <p:nvPr>
            <p:ph type="sldImg" idx="2"/>
          </p:nvPr>
        </p:nvSpPr>
        <p:spPr>
          <a:xfrm>
            <a:off x="381187" y="685800"/>
            <a:ext cx="60963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34" name="Google Shape;534;g25e3164fbfa_0_36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55"/>
        <p:cNvGrpSpPr/>
        <p:nvPr/>
      </p:nvGrpSpPr>
      <p:grpSpPr>
        <a:xfrm>
          <a:off x="0" y="0"/>
          <a:ext cx="0" cy="0"/>
          <a:chOff x="0" y="0"/>
          <a:chExt cx="0" cy="0"/>
        </a:xfrm>
      </p:grpSpPr>
      <p:sp>
        <p:nvSpPr>
          <p:cNvPr id="556" name="Google Shape;556;g25e3164fbfa_0_385:notes"/>
          <p:cNvSpPr>
            <a:spLocks noGrp="1" noRot="1" noChangeAspect="1"/>
          </p:cNvSpPr>
          <p:nvPr>
            <p:ph type="sldImg" idx="2"/>
          </p:nvPr>
        </p:nvSpPr>
        <p:spPr>
          <a:xfrm>
            <a:off x="381187" y="685800"/>
            <a:ext cx="60963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57" name="Google Shape;557;g25e3164fbfa_0_38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78"/>
        <p:cNvGrpSpPr/>
        <p:nvPr/>
      </p:nvGrpSpPr>
      <p:grpSpPr>
        <a:xfrm>
          <a:off x="0" y="0"/>
          <a:ext cx="0" cy="0"/>
          <a:chOff x="0" y="0"/>
          <a:chExt cx="0" cy="0"/>
        </a:xfrm>
      </p:grpSpPr>
      <p:sp>
        <p:nvSpPr>
          <p:cNvPr id="579" name="Google Shape;579;g25e3164fbfa_0_407:notes"/>
          <p:cNvSpPr>
            <a:spLocks noGrp="1" noRot="1" noChangeAspect="1"/>
          </p:cNvSpPr>
          <p:nvPr>
            <p:ph type="sldImg" idx="2"/>
          </p:nvPr>
        </p:nvSpPr>
        <p:spPr>
          <a:xfrm>
            <a:off x="381187" y="685800"/>
            <a:ext cx="60963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80" name="Google Shape;580;g25e3164fbfa_0_40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01"/>
        <p:cNvGrpSpPr/>
        <p:nvPr/>
      </p:nvGrpSpPr>
      <p:grpSpPr>
        <a:xfrm>
          <a:off x="0" y="0"/>
          <a:ext cx="0" cy="0"/>
          <a:chOff x="0" y="0"/>
          <a:chExt cx="0" cy="0"/>
        </a:xfrm>
      </p:grpSpPr>
      <p:sp>
        <p:nvSpPr>
          <p:cNvPr id="602" name="Google Shape;602;g25e3164fbfa_0_429:notes"/>
          <p:cNvSpPr>
            <a:spLocks noGrp="1" noRot="1" noChangeAspect="1"/>
          </p:cNvSpPr>
          <p:nvPr>
            <p:ph type="sldImg" idx="2"/>
          </p:nvPr>
        </p:nvSpPr>
        <p:spPr>
          <a:xfrm>
            <a:off x="381187" y="685800"/>
            <a:ext cx="60963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03" name="Google Shape;603;g25e3164fbfa_0_42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24"/>
        <p:cNvGrpSpPr/>
        <p:nvPr/>
      </p:nvGrpSpPr>
      <p:grpSpPr>
        <a:xfrm>
          <a:off x="0" y="0"/>
          <a:ext cx="0" cy="0"/>
          <a:chOff x="0" y="0"/>
          <a:chExt cx="0" cy="0"/>
        </a:xfrm>
      </p:grpSpPr>
      <p:sp>
        <p:nvSpPr>
          <p:cNvPr id="625" name="Google Shape;625;g25e3164fbfa_0_451:notes"/>
          <p:cNvSpPr>
            <a:spLocks noGrp="1" noRot="1" noChangeAspect="1"/>
          </p:cNvSpPr>
          <p:nvPr>
            <p:ph type="sldImg" idx="2"/>
          </p:nvPr>
        </p:nvSpPr>
        <p:spPr>
          <a:xfrm>
            <a:off x="381187" y="685800"/>
            <a:ext cx="60963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26" name="Google Shape;626;g25e3164fbfa_0_45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47"/>
        <p:cNvGrpSpPr/>
        <p:nvPr/>
      </p:nvGrpSpPr>
      <p:grpSpPr>
        <a:xfrm>
          <a:off x="0" y="0"/>
          <a:ext cx="0" cy="0"/>
          <a:chOff x="0" y="0"/>
          <a:chExt cx="0" cy="0"/>
        </a:xfrm>
      </p:grpSpPr>
      <p:sp>
        <p:nvSpPr>
          <p:cNvPr id="648" name="Google Shape;648;g25e3164fbfa_0_473:notes"/>
          <p:cNvSpPr>
            <a:spLocks noGrp="1" noRot="1" noChangeAspect="1"/>
          </p:cNvSpPr>
          <p:nvPr>
            <p:ph type="sldImg" idx="2"/>
          </p:nvPr>
        </p:nvSpPr>
        <p:spPr>
          <a:xfrm>
            <a:off x="381187" y="685800"/>
            <a:ext cx="60963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49" name="Google Shape;649;g25e3164fbfa_0_47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68"/>
        <p:cNvGrpSpPr/>
        <p:nvPr/>
      </p:nvGrpSpPr>
      <p:grpSpPr>
        <a:xfrm>
          <a:off x="0" y="0"/>
          <a:ext cx="0" cy="0"/>
          <a:chOff x="0" y="0"/>
          <a:chExt cx="0" cy="0"/>
        </a:xfrm>
      </p:grpSpPr>
      <p:sp>
        <p:nvSpPr>
          <p:cNvPr id="669" name="Google Shape;669;g25e3164fbfa_0_493:notes"/>
          <p:cNvSpPr>
            <a:spLocks noGrp="1" noRot="1" noChangeAspect="1"/>
          </p:cNvSpPr>
          <p:nvPr>
            <p:ph type="sldImg" idx="2"/>
          </p:nvPr>
        </p:nvSpPr>
        <p:spPr>
          <a:xfrm>
            <a:off x="381187" y="685800"/>
            <a:ext cx="60963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70" name="Google Shape;670;g25e3164fbfa_0_49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91"/>
        <p:cNvGrpSpPr/>
        <p:nvPr/>
      </p:nvGrpSpPr>
      <p:grpSpPr>
        <a:xfrm>
          <a:off x="0" y="0"/>
          <a:ext cx="0" cy="0"/>
          <a:chOff x="0" y="0"/>
          <a:chExt cx="0" cy="0"/>
        </a:xfrm>
      </p:grpSpPr>
      <p:sp>
        <p:nvSpPr>
          <p:cNvPr id="692" name="Google Shape;692;g25e3164fbfa_0_515:notes"/>
          <p:cNvSpPr>
            <a:spLocks noGrp="1" noRot="1" noChangeAspect="1"/>
          </p:cNvSpPr>
          <p:nvPr>
            <p:ph type="sldImg" idx="2"/>
          </p:nvPr>
        </p:nvSpPr>
        <p:spPr>
          <a:xfrm>
            <a:off x="381187" y="685800"/>
            <a:ext cx="60963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93" name="Google Shape;693;g25e3164fbfa_0_51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14"/>
        <p:cNvGrpSpPr/>
        <p:nvPr/>
      </p:nvGrpSpPr>
      <p:grpSpPr>
        <a:xfrm>
          <a:off x="0" y="0"/>
          <a:ext cx="0" cy="0"/>
          <a:chOff x="0" y="0"/>
          <a:chExt cx="0" cy="0"/>
        </a:xfrm>
      </p:grpSpPr>
      <p:sp>
        <p:nvSpPr>
          <p:cNvPr id="715" name="Google Shape;715;g25e3164fbfa_0_537:notes"/>
          <p:cNvSpPr>
            <a:spLocks noGrp="1" noRot="1" noChangeAspect="1"/>
          </p:cNvSpPr>
          <p:nvPr>
            <p:ph type="sldImg" idx="2"/>
          </p:nvPr>
        </p:nvSpPr>
        <p:spPr>
          <a:xfrm>
            <a:off x="381187" y="685800"/>
            <a:ext cx="60963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16" name="Google Shape;716;g25e3164fbfa_0_53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35"/>
        <p:cNvGrpSpPr/>
        <p:nvPr/>
      </p:nvGrpSpPr>
      <p:grpSpPr>
        <a:xfrm>
          <a:off x="0" y="0"/>
          <a:ext cx="0" cy="0"/>
          <a:chOff x="0" y="0"/>
          <a:chExt cx="0" cy="0"/>
        </a:xfrm>
      </p:grpSpPr>
      <p:sp>
        <p:nvSpPr>
          <p:cNvPr id="736" name="Google Shape;736;g25e3164fbfa_0_557:notes"/>
          <p:cNvSpPr>
            <a:spLocks noGrp="1" noRot="1" noChangeAspect="1"/>
          </p:cNvSpPr>
          <p:nvPr>
            <p:ph type="sldImg" idx="2"/>
          </p:nvPr>
        </p:nvSpPr>
        <p:spPr>
          <a:xfrm>
            <a:off x="381187" y="685800"/>
            <a:ext cx="60963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37" name="Google Shape;737;g25e3164fbfa_0_55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58"/>
        <p:cNvGrpSpPr/>
        <p:nvPr/>
      </p:nvGrpSpPr>
      <p:grpSpPr>
        <a:xfrm>
          <a:off x="0" y="0"/>
          <a:ext cx="0" cy="0"/>
          <a:chOff x="0" y="0"/>
          <a:chExt cx="0" cy="0"/>
        </a:xfrm>
      </p:grpSpPr>
      <p:sp>
        <p:nvSpPr>
          <p:cNvPr id="759" name="Google Shape;759;g25e3164fbfa_0_579:notes"/>
          <p:cNvSpPr>
            <a:spLocks noGrp="1" noRot="1" noChangeAspect="1"/>
          </p:cNvSpPr>
          <p:nvPr>
            <p:ph type="sldImg" idx="2"/>
          </p:nvPr>
        </p:nvSpPr>
        <p:spPr>
          <a:xfrm>
            <a:off x="381187" y="685800"/>
            <a:ext cx="60963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60" name="Google Shape;760;g25e3164fbfa_0_57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81"/>
        <p:cNvGrpSpPr/>
        <p:nvPr/>
      </p:nvGrpSpPr>
      <p:grpSpPr>
        <a:xfrm>
          <a:off x="0" y="0"/>
          <a:ext cx="0" cy="0"/>
          <a:chOff x="0" y="0"/>
          <a:chExt cx="0" cy="0"/>
        </a:xfrm>
      </p:grpSpPr>
      <p:sp>
        <p:nvSpPr>
          <p:cNvPr id="782" name="Google Shape;782;g25e3164fbfa_0_601:notes"/>
          <p:cNvSpPr>
            <a:spLocks noGrp="1" noRot="1" noChangeAspect="1"/>
          </p:cNvSpPr>
          <p:nvPr>
            <p:ph type="sldImg" idx="2"/>
          </p:nvPr>
        </p:nvSpPr>
        <p:spPr>
          <a:xfrm>
            <a:off x="381187" y="685800"/>
            <a:ext cx="60963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83" name="Google Shape;783;g25e3164fbfa_0_60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02"/>
        <p:cNvGrpSpPr/>
        <p:nvPr/>
      </p:nvGrpSpPr>
      <p:grpSpPr>
        <a:xfrm>
          <a:off x="0" y="0"/>
          <a:ext cx="0" cy="0"/>
          <a:chOff x="0" y="0"/>
          <a:chExt cx="0" cy="0"/>
        </a:xfrm>
      </p:grpSpPr>
      <p:sp>
        <p:nvSpPr>
          <p:cNvPr id="803" name="Google Shape;803;g25e3164fbfa_0_621:notes"/>
          <p:cNvSpPr>
            <a:spLocks noGrp="1" noRot="1" noChangeAspect="1"/>
          </p:cNvSpPr>
          <p:nvPr>
            <p:ph type="sldImg" idx="2"/>
          </p:nvPr>
        </p:nvSpPr>
        <p:spPr>
          <a:xfrm>
            <a:off x="381187" y="685800"/>
            <a:ext cx="60963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04" name="Google Shape;804;g25e3164fbfa_0_62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25"/>
        <p:cNvGrpSpPr/>
        <p:nvPr/>
      </p:nvGrpSpPr>
      <p:grpSpPr>
        <a:xfrm>
          <a:off x="0" y="0"/>
          <a:ext cx="0" cy="0"/>
          <a:chOff x="0" y="0"/>
          <a:chExt cx="0" cy="0"/>
        </a:xfrm>
      </p:grpSpPr>
      <p:sp>
        <p:nvSpPr>
          <p:cNvPr id="826" name="Google Shape;826;g25e3164fbfa_0_643:notes"/>
          <p:cNvSpPr>
            <a:spLocks noGrp="1" noRot="1" noChangeAspect="1"/>
          </p:cNvSpPr>
          <p:nvPr>
            <p:ph type="sldImg" idx="2"/>
          </p:nvPr>
        </p:nvSpPr>
        <p:spPr>
          <a:xfrm>
            <a:off x="381187" y="685800"/>
            <a:ext cx="60963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27" name="Google Shape;827;g25e3164fbfa_0_64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48"/>
        <p:cNvGrpSpPr/>
        <p:nvPr/>
      </p:nvGrpSpPr>
      <p:grpSpPr>
        <a:xfrm>
          <a:off x="0" y="0"/>
          <a:ext cx="0" cy="0"/>
          <a:chOff x="0" y="0"/>
          <a:chExt cx="0" cy="0"/>
        </a:xfrm>
      </p:grpSpPr>
      <p:sp>
        <p:nvSpPr>
          <p:cNvPr id="849" name="Google Shape;849;g25e3164fbfa_0_665:notes"/>
          <p:cNvSpPr>
            <a:spLocks noGrp="1" noRot="1" noChangeAspect="1"/>
          </p:cNvSpPr>
          <p:nvPr>
            <p:ph type="sldImg" idx="2"/>
          </p:nvPr>
        </p:nvSpPr>
        <p:spPr>
          <a:xfrm>
            <a:off x="381187" y="685800"/>
            <a:ext cx="60963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50" name="Google Shape;850;g25e3164fbfa_0_66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69"/>
        <p:cNvGrpSpPr/>
        <p:nvPr/>
      </p:nvGrpSpPr>
      <p:grpSpPr>
        <a:xfrm>
          <a:off x="0" y="0"/>
          <a:ext cx="0" cy="0"/>
          <a:chOff x="0" y="0"/>
          <a:chExt cx="0" cy="0"/>
        </a:xfrm>
      </p:grpSpPr>
      <p:sp>
        <p:nvSpPr>
          <p:cNvPr id="870" name="Google Shape;870;g25e3164fbfa_0_685:notes"/>
          <p:cNvSpPr>
            <a:spLocks noGrp="1" noRot="1" noChangeAspect="1"/>
          </p:cNvSpPr>
          <p:nvPr>
            <p:ph type="sldImg" idx="2"/>
          </p:nvPr>
        </p:nvSpPr>
        <p:spPr>
          <a:xfrm>
            <a:off x="381187" y="685800"/>
            <a:ext cx="60963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71" name="Google Shape;871;g25e3164fbfa_0_68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92"/>
        <p:cNvGrpSpPr/>
        <p:nvPr/>
      </p:nvGrpSpPr>
      <p:grpSpPr>
        <a:xfrm>
          <a:off x="0" y="0"/>
          <a:ext cx="0" cy="0"/>
          <a:chOff x="0" y="0"/>
          <a:chExt cx="0" cy="0"/>
        </a:xfrm>
      </p:grpSpPr>
      <p:sp>
        <p:nvSpPr>
          <p:cNvPr id="893" name="Google Shape;893;g25e3164fbfa_0_707:notes"/>
          <p:cNvSpPr>
            <a:spLocks noGrp="1" noRot="1" noChangeAspect="1"/>
          </p:cNvSpPr>
          <p:nvPr>
            <p:ph type="sldImg" idx="2"/>
          </p:nvPr>
        </p:nvSpPr>
        <p:spPr>
          <a:xfrm>
            <a:off x="381187" y="685800"/>
            <a:ext cx="60963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94" name="Google Shape;894;g25e3164fbfa_0_70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15"/>
        <p:cNvGrpSpPr/>
        <p:nvPr/>
      </p:nvGrpSpPr>
      <p:grpSpPr>
        <a:xfrm>
          <a:off x="0" y="0"/>
          <a:ext cx="0" cy="0"/>
          <a:chOff x="0" y="0"/>
          <a:chExt cx="0" cy="0"/>
        </a:xfrm>
      </p:grpSpPr>
      <p:sp>
        <p:nvSpPr>
          <p:cNvPr id="916" name="Google Shape;916;g25e3164fbfa_0_729:notes"/>
          <p:cNvSpPr>
            <a:spLocks noGrp="1" noRot="1" noChangeAspect="1"/>
          </p:cNvSpPr>
          <p:nvPr>
            <p:ph type="sldImg" idx="2"/>
          </p:nvPr>
        </p:nvSpPr>
        <p:spPr>
          <a:xfrm>
            <a:off x="381187" y="685800"/>
            <a:ext cx="60963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17" name="Google Shape;917;g25e3164fbfa_0_72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36"/>
        <p:cNvGrpSpPr/>
        <p:nvPr/>
      </p:nvGrpSpPr>
      <p:grpSpPr>
        <a:xfrm>
          <a:off x="0" y="0"/>
          <a:ext cx="0" cy="0"/>
          <a:chOff x="0" y="0"/>
          <a:chExt cx="0" cy="0"/>
        </a:xfrm>
      </p:grpSpPr>
      <p:sp>
        <p:nvSpPr>
          <p:cNvPr id="937" name="Google Shape;937;g25e3164fbfa_0_749:notes"/>
          <p:cNvSpPr>
            <a:spLocks noGrp="1" noRot="1" noChangeAspect="1"/>
          </p:cNvSpPr>
          <p:nvPr>
            <p:ph type="sldImg" idx="2"/>
          </p:nvPr>
        </p:nvSpPr>
        <p:spPr>
          <a:xfrm>
            <a:off x="381187" y="685800"/>
            <a:ext cx="60963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38" name="Google Shape;938;g25e3164fbfa_0_74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57"/>
        <p:cNvGrpSpPr/>
        <p:nvPr/>
      </p:nvGrpSpPr>
      <p:grpSpPr>
        <a:xfrm>
          <a:off x="0" y="0"/>
          <a:ext cx="0" cy="0"/>
          <a:chOff x="0" y="0"/>
          <a:chExt cx="0" cy="0"/>
        </a:xfrm>
      </p:grpSpPr>
      <p:sp>
        <p:nvSpPr>
          <p:cNvPr id="958" name="Google Shape;958;g25e3164fbfa_0_769:notes"/>
          <p:cNvSpPr>
            <a:spLocks noGrp="1" noRot="1" noChangeAspect="1"/>
          </p:cNvSpPr>
          <p:nvPr>
            <p:ph type="sldImg" idx="2"/>
          </p:nvPr>
        </p:nvSpPr>
        <p:spPr>
          <a:xfrm>
            <a:off x="381187" y="685800"/>
            <a:ext cx="60963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59" name="Google Shape;959;g25e3164fbfa_0_76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78"/>
        <p:cNvGrpSpPr/>
        <p:nvPr/>
      </p:nvGrpSpPr>
      <p:grpSpPr>
        <a:xfrm>
          <a:off x="0" y="0"/>
          <a:ext cx="0" cy="0"/>
          <a:chOff x="0" y="0"/>
          <a:chExt cx="0" cy="0"/>
        </a:xfrm>
      </p:grpSpPr>
      <p:sp>
        <p:nvSpPr>
          <p:cNvPr id="979" name="Google Shape;979;g25e3164fbfa_0_789:notes"/>
          <p:cNvSpPr>
            <a:spLocks noGrp="1" noRot="1" noChangeAspect="1"/>
          </p:cNvSpPr>
          <p:nvPr>
            <p:ph type="sldImg" idx="2"/>
          </p:nvPr>
        </p:nvSpPr>
        <p:spPr>
          <a:xfrm>
            <a:off x="381187" y="685800"/>
            <a:ext cx="60963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80" name="Google Shape;980;g25e3164fbfa_0_78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99"/>
        <p:cNvGrpSpPr/>
        <p:nvPr/>
      </p:nvGrpSpPr>
      <p:grpSpPr>
        <a:xfrm>
          <a:off x="0" y="0"/>
          <a:ext cx="0" cy="0"/>
          <a:chOff x="0" y="0"/>
          <a:chExt cx="0" cy="0"/>
        </a:xfrm>
      </p:grpSpPr>
      <p:sp>
        <p:nvSpPr>
          <p:cNvPr id="1000" name="Google Shape;1000;g25e3164fbfa_0_809:notes"/>
          <p:cNvSpPr>
            <a:spLocks noGrp="1" noRot="1" noChangeAspect="1"/>
          </p:cNvSpPr>
          <p:nvPr>
            <p:ph type="sldImg" idx="2"/>
          </p:nvPr>
        </p:nvSpPr>
        <p:spPr>
          <a:xfrm>
            <a:off x="381187" y="685800"/>
            <a:ext cx="60963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01" name="Google Shape;1001;g25e3164fbfa_0_80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22"/>
        <p:cNvGrpSpPr/>
        <p:nvPr/>
      </p:nvGrpSpPr>
      <p:grpSpPr>
        <a:xfrm>
          <a:off x="0" y="0"/>
          <a:ext cx="0" cy="0"/>
          <a:chOff x="0" y="0"/>
          <a:chExt cx="0" cy="0"/>
        </a:xfrm>
      </p:grpSpPr>
      <p:sp>
        <p:nvSpPr>
          <p:cNvPr id="1023" name="Google Shape;1023;g25e3164fbfa_0_831:notes"/>
          <p:cNvSpPr>
            <a:spLocks noGrp="1" noRot="1" noChangeAspect="1"/>
          </p:cNvSpPr>
          <p:nvPr>
            <p:ph type="sldImg" idx="2"/>
          </p:nvPr>
        </p:nvSpPr>
        <p:spPr>
          <a:xfrm>
            <a:off x="381187" y="685800"/>
            <a:ext cx="60963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24" name="Google Shape;1024;g25e3164fbfa_0_83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45"/>
        <p:cNvGrpSpPr/>
        <p:nvPr/>
      </p:nvGrpSpPr>
      <p:grpSpPr>
        <a:xfrm>
          <a:off x="0" y="0"/>
          <a:ext cx="0" cy="0"/>
          <a:chOff x="0" y="0"/>
          <a:chExt cx="0" cy="0"/>
        </a:xfrm>
      </p:grpSpPr>
      <p:sp>
        <p:nvSpPr>
          <p:cNvPr id="1046" name="Google Shape;1046;g25e3164fbfa_0_853:notes"/>
          <p:cNvSpPr>
            <a:spLocks noGrp="1" noRot="1" noChangeAspect="1"/>
          </p:cNvSpPr>
          <p:nvPr>
            <p:ph type="sldImg" idx="2"/>
          </p:nvPr>
        </p:nvSpPr>
        <p:spPr>
          <a:xfrm>
            <a:off x="381187" y="685800"/>
            <a:ext cx="60963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47" name="Google Shape;1047;g25e3164fbfa_0_85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68"/>
        <p:cNvGrpSpPr/>
        <p:nvPr/>
      </p:nvGrpSpPr>
      <p:grpSpPr>
        <a:xfrm>
          <a:off x="0" y="0"/>
          <a:ext cx="0" cy="0"/>
          <a:chOff x="0" y="0"/>
          <a:chExt cx="0" cy="0"/>
        </a:xfrm>
      </p:grpSpPr>
      <p:sp>
        <p:nvSpPr>
          <p:cNvPr id="1069" name="Google Shape;1069;g25e3164fbfa_0_875:notes"/>
          <p:cNvSpPr>
            <a:spLocks noGrp="1" noRot="1" noChangeAspect="1"/>
          </p:cNvSpPr>
          <p:nvPr>
            <p:ph type="sldImg" idx="2"/>
          </p:nvPr>
        </p:nvSpPr>
        <p:spPr>
          <a:xfrm>
            <a:off x="381187" y="685800"/>
            <a:ext cx="60963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70" name="Google Shape;1070;g25e3164fbfa_0_87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87"/>
        <p:cNvGrpSpPr/>
        <p:nvPr/>
      </p:nvGrpSpPr>
      <p:grpSpPr>
        <a:xfrm>
          <a:off x="0" y="0"/>
          <a:ext cx="0" cy="0"/>
          <a:chOff x="0" y="0"/>
          <a:chExt cx="0" cy="0"/>
        </a:xfrm>
      </p:grpSpPr>
      <p:sp>
        <p:nvSpPr>
          <p:cNvPr id="1088" name="Google Shape;1088;g25e3164fbfa_0_893:notes"/>
          <p:cNvSpPr>
            <a:spLocks noGrp="1" noRot="1" noChangeAspect="1"/>
          </p:cNvSpPr>
          <p:nvPr>
            <p:ph type="sldImg" idx="2"/>
          </p:nvPr>
        </p:nvSpPr>
        <p:spPr>
          <a:xfrm>
            <a:off x="381187" y="685800"/>
            <a:ext cx="60963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89" name="Google Shape;1089;g25e3164fbfa_0_89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06"/>
        <p:cNvGrpSpPr/>
        <p:nvPr/>
      </p:nvGrpSpPr>
      <p:grpSpPr>
        <a:xfrm>
          <a:off x="0" y="0"/>
          <a:ext cx="0" cy="0"/>
          <a:chOff x="0" y="0"/>
          <a:chExt cx="0" cy="0"/>
        </a:xfrm>
      </p:grpSpPr>
      <p:sp>
        <p:nvSpPr>
          <p:cNvPr id="1107" name="Google Shape;1107;g25e3164fbfa_0_911:notes"/>
          <p:cNvSpPr>
            <a:spLocks noGrp="1" noRot="1" noChangeAspect="1"/>
          </p:cNvSpPr>
          <p:nvPr>
            <p:ph type="sldImg" idx="2"/>
          </p:nvPr>
        </p:nvSpPr>
        <p:spPr>
          <a:xfrm>
            <a:off x="381187" y="685800"/>
            <a:ext cx="60963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08" name="Google Shape;1108;g25e3164fbfa_0_91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25"/>
        <p:cNvGrpSpPr/>
        <p:nvPr/>
      </p:nvGrpSpPr>
      <p:grpSpPr>
        <a:xfrm>
          <a:off x="0" y="0"/>
          <a:ext cx="0" cy="0"/>
          <a:chOff x="0" y="0"/>
          <a:chExt cx="0" cy="0"/>
        </a:xfrm>
      </p:grpSpPr>
      <p:sp>
        <p:nvSpPr>
          <p:cNvPr id="1126" name="Google Shape;1126;g25e3164fbfa_0_929:notes"/>
          <p:cNvSpPr>
            <a:spLocks noGrp="1" noRot="1" noChangeAspect="1"/>
          </p:cNvSpPr>
          <p:nvPr>
            <p:ph type="sldImg" idx="2"/>
          </p:nvPr>
        </p:nvSpPr>
        <p:spPr>
          <a:xfrm>
            <a:off x="381187" y="685800"/>
            <a:ext cx="60963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27" name="Google Shape;1127;g25e3164fbfa_0_92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44"/>
        <p:cNvGrpSpPr/>
        <p:nvPr/>
      </p:nvGrpSpPr>
      <p:grpSpPr>
        <a:xfrm>
          <a:off x="0" y="0"/>
          <a:ext cx="0" cy="0"/>
          <a:chOff x="0" y="0"/>
          <a:chExt cx="0" cy="0"/>
        </a:xfrm>
      </p:grpSpPr>
      <p:sp>
        <p:nvSpPr>
          <p:cNvPr id="1145" name="Google Shape;1145;g25e3164fbfa_0_947:notes"/>
          <p:cNvSpPr>
            <a:spLocks noGrp="1" noRot="1" noChangeAspect="1"/>
          </p:cNvSpPr>
          <p:nvPr>
            <p:ph type="sldImg" idx="2"/>
          </p:nvPr>
        </p:nvSpPr>
        <p:spPr>
          <a:xfrm>
            <a:off x="381187" y="685800"/>
            <a:ext cx="60963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46" name="Google Shape;1146;g25e3164fbfa_0_94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65"/>
        <p:cNvGrpSpPr/>
        <p:nvPr/>
      </p:nvGrpSpPr>
      <p:grpSpPr>
        <a:xfrm>
          <a:off x="0" y="0"/>
          <a:ext cx="0" cy="0"/>
          <a:chOff x="0" y="0"/>
          <a:chExt cx="0" cy="0"/>
        </a:xfrm>
      </p:grpSpPr>
      <p:sp>
        <p:nvSpPr>
          <p:cNvPr id="1166" name="Google Shape;1166;g25e3164fbfa_0_967:notes"/>
          <p:cNvSpPr>
            <a:spLocks noGrp="1" noRot="1" noChangeAspect="1"/>
          </p:cNvSpPr>
          <p:nvPr>
            <p:ph type="sldImg" idx="2"/>
          </p:nvPr>
        </p:nvSpPr>
        <p:spPr>
          <a:xfrm>
            <a:off x="381187" y="685800"/>
            <a:ext cx="60963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67" name="Google Shape;1167;g25e3164fbfa_0_96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72"/>
        <p:cNvGrpSpPr/>
        <p:nvPr/>
      </p:nvGrpSpPr>
      <p:grpSpPr>
        <a:xfrm>
          <a:off x="0" y="0"/>
          <a:ext cx="0" cy="0"/>
          <a:chOff x="0" y="0"/>
          <a:chExt cx="0" cy="0"/>
        </a:xfrm>
      </p:grpSpPr>
      <p:sp>
        <p:nvSpPr>
          <p:cNvPr id="1173" name="Google Shape;1173;g25e3164fbfa_0_973:notes"/>
          <p:cNvSpPr>
            <a:spLocks noGrp="1" noRot="1" noChangeAspect="1"/>
          </p:cNvSpPr>
          <p:nvPr>
            <p:ph type="sldImg" idx="2"/>
          </p:nvPr>
        </p:nvSpPr>
        <p:spPr>
          <a:xfrm>
            <a:off x="381187" y="685800"/>
            <a:ext cx="60963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74" name="Google Shape;1174;g25e3164fbfa_0_97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83"/>
        <p:cNvGrpSpPr/>
        <p:nvPr/>
      </p:nvGrpSpPr>
      <p:grpSpPr>
        <a:xfrm>
          <a:off x="0" y="0"/>
          <a:ext cx="0" cy="0"/>
          <a:chOff x="0" y="0"/>
          <a:chExt cx="0" cy="0"/>
        </a:xfrm>
      </p:grpSpPr>
      <p:sp>
        <p:nvSpPr>
          <p:cNvPr id="1184" name="Google Shape;1184;g25e3164fbfa_0_983:notes"/>
          <p:cNvSpPr>
            <a:spLocks noGrp="1" noRot="1" noChangeAspect="1"/>
          </p:cNvSpPr>
          <p:nvPr>
            <p:ph type="sldImg" idx="2"/>
          </p:nvPr>
        </p:nvSpPr>
        <p:spPr>
          <a:xfrm>
            <a:off x="381187" y="685800"/>
            <a:ext cx="60963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85" name="Google Shape;1185;g25e3164fbfa_0_98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u="sng">
                <a:solidFill>
                  <a:schemeClr val="hlink"/>
                </a:solidFill>
                <a:hlinkClick r:id="rId3"/>
              </a:rPr>
              <a:t>https://docs.google.com/forms/d/e/1FAIpQLSeONzEwy4Pu_xmE4uINQwAROZLXXrCOerhL6OqvNVULv9yqEg/viewform</a:t>
            </a:r>
            <a:r>
              <a:rPr lang="en"/>
              <a:t> </a:t>
            </a:r>
            <a:endParaRPr/>
          </a:p>
        </p:txBody>
      </p:sp>
    </p:spTree>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91"/>
        <p:cNvGrpSpPr/>
        <p:nvPr/>
      </p:nvGrpSpPr>
      <p:grpSpPr>
        <a:xfrm>
          <a:off x="0" y="0"/>
          <a:ext cx="0" cy="0"/>
          <a:chOff x="0" y="0"/>
          <a:chExt cx="0" cy="0"/>
        </a:xfrm>
      </p:grpSpPr>
      <p:sp>
        <p:nvSpPr>
          <p:cNvPr id="1192" name="Google Shape;1192;g25e3164fbfa_0_990:notes"/>
          <p:cNvSpPr>
            <a:spLocks noGrp="1" noRot="1" noChangeAspect="1"/>
          </p:cNvSpPr>
          <p:nvPr>
            <p:ph type="sldImg" idx="2"/>
          </p:nvPr>
        </p:nvSpPr>
        <p:spPr>
          <a:xfrm>
            <a:off x="381187" y="685800"/>
            <a:ext cx="60963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93" name="Google Shape;1193;g25e3164fbfa_0_99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99"/>
        <p:cNvGrpSpPr/>
        <p:nvPr/>
      </p:nvGrpSpPr>
      <p:grpSpPr>
        <a:xfrm>
          <a:off x="0" y="0"/>
          <a:ext cx="0" cy="0"/>
          <a:chOff x="0" y="0"/>
          <a:chExt cx="0" cy="0"/>
        </a:xfrm>
      </p:grpSpPr>
      <p:sp>
        <p:nvSpPr>
          <p:cNvPr id="1200" name="Google Shape;1200;g25e3164fbfa_0_997:notes"/>
          <p:cNvSpPr>
            <a:spLocks noGrp="1" noRot="1" noChangeAspect="1"/>
          </p:cNvSpPr>
          <p:nvPr>
            <p:ph type="sldImg" idx="2"/>
          </p:nvPr>
        </p:nvSpPr>
        <p:spPr>
          <a:xfrm>
            <a:off x="381187" y="685800"/>
            <a:ext cx="60963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01" name="Google Shape;1201;g25e3164fbfa_0_99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u="sng">
                <a:solidFill>
                  <a:schemeClr val="hlink"/>
                </a:solidFill>
                <a:hlinkClick r:id="rId3"/>
              </a:rPr>
              <a:t>https://docs.google.com/forms/d/e/1FAIpQLSeONzEwy4Pu_xmE4uINQwAROZLXXrCOerhL6OqvNVULv9yqEg/viewform</a:t>
            </a:r>
            <a:r>
              <a:rPr lang="en"/>
              <a:t> </a:t>
            </a:r>
            <a:endParaRPr/>
          </a:p>
        </p:txBody>
      </p:sp>
    </p:spTree>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05"/>
        <p:cNvGrpSpPr/>
        <p:nvPr/>
      </p:nvGrpSpPr>
      <p:grpSpPr>
        <a:xfrm>
          <a:off x="0" y="0"/>
          <a:ext cx="0" cy="0"/>
          <a:chOff x="0" y="0"/>
          <a:chExt cx="0" cy="0"/>
        </a:xfrm>
      </p:grpSpPr>
      <p:sp>
        <p:nvSpPr>
          <p:cNvPr id="1206" name="Google Shape;1206;g25e3164fbfa_0_1002:notes"/>
          <p:cNvSpPr>
            <a:spLocks noGrp="1" noRot="1" noChangeAspect="1"/>
          </p:cNvSpPr>
          <p:nvPr>
            <p:ph type="sldImg" idx="2"/>
          </p:nvPr>
        </p:nvSpPr>
        <p:spPr>
          <a:xfrm>
            <a:off x="381187" y="685800"/>
            <a:ext cx="60963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07" name="Google Shape;1207;g25e3164fbfa_0_100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13"/>
        <p:cNvGrpSpPr/>
        <p:nvPr/>
      </p:nvGrpSpPr>
      <p:grpSpPr>
        <a:xfrm>
          <a:off x="0" y="0"/>
          <a:ext cx="0" cy="0"/>
          <a:chOff x="0" y="0"/>
          <a:chExt cx="0" cy="0"/>
        </a:xfrm>
      </p:grpSpPr>
      <p:sp>
        <p:nvSpPr>
          <p:cNvPr id="1214" name="Google Shape;1214;g25e3164fbfa_0_1009:notes"/>
          <p:cNvSpPr>
            <a:spLocks noGrp="1" noRot="1" noChangeAspect="1"/>
          </p:cNvSpPr>
          <p:nvPr>
            <p:ph type="sldImg" idx="2"/>
          </p:nvPr>
        </p:nvSpPr>
        <p:spPr>
          <a:xfrm>
            <a:off x="381187" y="685800"/>
            <a:ext cx="60963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15" name="Google Shape;1215;g25e3164fbfa_0_100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19"/>
        <p:cNvGrpSpPr/>
        <p:nvPr/>
      </p:nvGrpSpPr>
      <p:grpSpPr>
        <a:xfrm>
          <a:off x="0" y="0"/>
          <a:ext cx="0" cy="0"/>
          <a:chOff x="0" y="0"/>
          <a:chExt cx="0" cy="0"/>
        </a:xfrm>
      </p:grpSpPr>
      <p:sp>
        <p:nvSpPr>
          <p:cNvPr id="1220" name="Google Shape;1220;g25e3164fbfa_0_1014:notes"/>
          <p:cNvSpPr>
            <a:spLocks noGrp="1" noRot="1" noChangeAspect="1"/>
          </p:cNvSpPr>
          <p:nvPr>
            <p:ph type="sldImg" idx="2"/>
          </p:nvPr>
        </p:nvSpPr>
        <p:spPr>
          <a:xfrm>
            <a:off x="381187" y="685800"/>
            <a:ext cx="60963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21" name="Google Shape;1221;g25e3164fbfa_0_101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25"/>
        <p:cNvGrpSpPr/>
        <p:nvPr/>
      </p:nvGrpSpPr>
      <p:grpSpPr>
        <a:xfrm>
          <a:off x="0" y="0"/>
          <a:ext cx="0" cy="0"/>
          <a:chOff x="0" y="0"/>
          <a:chExt cx="0" cy="0"/>
        </a:xfrm>
      </p:grpSpPr>
      <p:sp>
        <p:nvSpPr>
          <p:cNvPr id="1226" name="Google Shape;1226;g25e3164fbfa_0_1019:notes"/>
          <p:cNvSpPr>
            <a:spLocks noGrp="1" noRot="1" noChangeAspect="1"/>
          </p:cNvSpPr>
          <p:nvPr>
            <p:ph type="sldImg" idx="2"/>
          </p:nvPr>
        </p:nvSpPr>
        <p:spPr>
          <a:xfrm>
            <a:off x="381187" y="685800"/>
            <a:ext cx="60963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27" name="Google Shape;1227;g25e3164fbfa_0_101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32"/>
        <p:cNvGrpSpPr/>
        <p:nvPr/>
      </p:nvGrpSpPr>
      <p:grpSpPr>
        <a:xfrm>
          <a:off x="0" y="0"/>
          <a:ext cx="0" cy="0"/>
          <a:chOff x="0" y="0"/>
          <a:chExt cx="0" cy="0"/>
        </a:xfrm>
      </p:grpSpPr>
      <p:sp>
        <p:nvSpPr>
          <p:cNvPr id="1233" name="Google Shape;1233;g22b713dd174_0_391:notes"/>
          <p:cNvSpPr>
            <a:spLocks noGrp="1" noRot="1" noChangeAspect="1"/>
          </p:cNvSpPr>
          <p:nvPr>
            <p:ph type="sldImg" idx="2"/>
          </p:nvPr>
        </p:nvSpPr>
        <p:spPr>
          <a:xfrm>
            <a:off x="381187" y="685800"/>
            <a:ext cx="60963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34" name="Google Shape;1234;g22b713dd174_0_39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39"/>
        <p:cNvGrpSpPr/>
        <p:nvPr/>
      </p:nvGrpSpPr>
      <p:grpSpPr>
        <a:xfrm>
          <a:off x="0" y="0"/>
          <a:ext cx="0" cy="0"/>
          <a:chOff x="0" y="0"/>
          <a:chExt cx="0" cy="0"/>
        </a:xfrm>
      </p:grpSpPr>
      <p:sp>
        <p:nvSpPr>
          <p:cNvPr id="1240" name="Google Shape;1240;g239d559103d_1_0:notes"/>
          <p:cNvSpPr>
            <a:spLocks noGrp="1" noRot="1" noChangeAspect="1"/>
          </p:cNvSpPr>
          <p:nvPr>
            <p:ph type="sldImg" idx="2"/>
          </p:nvPr>
        </p:nvSpPr>
        <p:spPr>
          <a:xfrm>
            <a:off x="381187" y="685800"/>
            <a:ext cx="60963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41" name="Google Shape;1241;g239d559103d_1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46"/>
        <p:cNvGrpSpPr/>
        <p:nvPr/>
      </p:nvGrpSpPr>
      <p:grpSpPr>
        <a:xfrm>
          <a:off x="0" y="0"/>
          <a:ext cx="0" cy="0"/>
          <a:chOff x="0" y="0"/>
          <a:chExt cx="0" cy="0"/>
        </a:xfrm>
      </p:grpSpPr>
      <p:sp>
        <p:nvSpPr>
          <p:cNvPr id="1247" name="Google Shape;1247;g4661758db_18:notes"/>
          <p:cNvSpPr>
            <a:spLocks noGrp="1" noRot="1" noChangeAspect="1"/>
          </p:cNvSpPr>
          <p:nvPr>
            <p:ph type="sldImg" idx="2"/>
          </p:nvPr>
        </p:nvSpPr>
        <p:spPr>
          <a:xfrm>
            <a:off x="381187" y="685800"/>
            <a:ext cx="60963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48" name="Google Shape;1248;g4661758db_1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52"/>
        <p:cNvGrpSpPr/>
        <p:nvPr/>
      </p:nvGrpSpPr>
      <p:grpSpPr>
        <a:xfrm>
          <a:off x="0" y="0"/>
          <a:ext cx="0" cy="0"/>
          <a:chOff x="0" y="0"/>
          <a:chExt cx="0" cy="0"/>
        </a:xfrm>
      </p:grpSpPr>
      <p:sp>
        <p:nvSpPr>
          <p:cNvPr id="1253" name="Google Shape;1253;g380c129b03_0_17:notes"/>
          <p:cNvSpPr>
            <a:spLocks noGrp="1" noRot="1" noChangeAspect="1"/>
          </p:cNvSpPr>
          <p:nvPr>
            <p:ph type="sldImg" idx="2"/>
          </p:nvPr>
        </p:nvSpPr>
        <p:spPr>
          <a:xfrm>
            <a:off x="381187" y="685800"/>
            <a:ext cx="60963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54" name="Google Shape;1254;g380c129b03_0_1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Koshka nosil krasivaya shapka</a:t>
            </a:r>
            <a:endParaRPr/>
          </a:p>
        </p:txBody>
      </p:sp>
    </p:spTree>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72"/>
        <p:cNvGrpSpPr/>
        <p:nvPr/>
      </p:nvGrpSpPr>
      <p:grpSpPr>
        <a:xfrm>
          <a:off x="0" y="0"/>
          <a:ext cx="0" cy="0"/>
          <a:chOff x="0" y="0"/>
          <a:chExt cx="0" cy="0"/>
        </a:xfrm>
      </p:grpSpPr>
      <p:sp>
        <p:nvSpPr>
          <p:cNvPr id="1273" name="Google Shape;1273;g9816be120_1_370:notes"/>
          <p:cNvSpPr>
            <a:spLocks noGrp="1" noRot="1" noChangeAspect="1"/>
          </p:cNvSpPr>
          <p:nvPr>
            <p:ph type="sldImg" idx="2"/>
          </p:nvPr>
        </p:nvSpPr>
        <p:spPr>
          <a:xfrm>
            <a:off x="381187" y="685800"/>
            <a:ext cx="60963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74" name="Google Shape;1274;g9816be120_1_37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80"/>
        <p:cNvGrpSpPr/>
        <p:nvPr/>
      </p:nvGrpSpPr>
      <p:grpSpPr>
        <a:xfrm>
          <a:off x="0" y="0"/>
          <a:ext cx="0" cy="0"/>
          <a:chOff x="0" y="0"/>
          <a:chExt cx="0" cy="0"/>
        </a:xfrm>
      </p:grpSpPr>
      <p:sp>
        <p:nvSpPr>
          <p:cNvPr id="1281" name="Google Shape;1281;g4661758db_113:notes"/>
          <p:cNvSpPr>
            <a:spLocks noGrp="1" noRot="1" noChangeAspect="1"/>
          </p:cNvSpPr>
          <p:nvPr>
            <p:ph type="sldImg" idx="2"/>
          </p:nvPr>
        </p:nvSpPr>
        <p:spPr>
          <a:xfrm>
            <a:off x="381187" y="685800"/>
            <a:ext cx="60963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82" name="Google Shape;1282;g4661758db_11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u="sng">
                <a:solidFill>
                  <a:schemeClr val="hlink"/>
                </a:solidFill>
                <a:hlinkClick r:id="rId3"/>
              </a:rPr>
              <a:t>https://docs.google.com/forms/d/e/1FAIpQLScSCXMzxT5jaycy8SS_SfRI0kzmv2V9PNjZmAMjnufKdobvSA/viewform</a:t>
            </a:r>
            <a:r>
              <a:rPr lang="en"/>
              <a:t> </a:t>
            </a:r>
            <a:endParaRPr/>
          </a:p>
        </p:txBody>
      </p:sp>
    </p:spTree>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35"/>
        <p:cNvGrpSpPr/>
        <p:nvPr/>
      </p:nvGrpSpPr>
      <p:grpSpPr>
        <a:xfrm>
          <a:off x="0" y="0"/>
          <a:ext cx="0" cy="0"/>
          <a:chOff x="0" y="0"/>
          <a:chExt cx="0" cy="0"/>
        </a:xfrm>
      </p:grpSpPr>
      <p:sp>
        <p:nvSpPr>
          <p:cNvPr id="1336" name="Google Shape;1336;g4661758db_167:notes"/>
          <p:cNvSpPr>
            <a:spLocks noGrp="1" noRot="1" noChangeAspect="1"/>
          </p:cNvSpPr>
          <p:nvPr>
            <p:ph type="sldImg" idx="2"/>
          </p:nvPr>
        </p:nvSpPr>
        <p:spPr>
          <a:xfrm>
            <a:off x="381187" y="685800"/>
            <a:ext cx="60963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337" name="Google Shape;1337;g4661758db_16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92"/>
        <p:cNvGrpSpPr/>
        <p:nvPr/>
      </p:nvGrpSpPr>
      <p:grpSpPr>
        <a:xfrm>
          <a:off x="0" y="0"/>
          <a:ext cx="0" cy="0"/>
          <a:chOff x="0" y="0"/>
          <a:chExt cx="0" cy="0"/>
        </a:xfrm>
      </p:grpSpPr>
      <p:sp>
        <p:nvSpPr>
          <p:cNvPr id="1393" name="Google Shape;1393;g9816be120_1_0:notes"/>
          <p:cNvSpPr>
            <a:spLocks noGrp="1" noRot="1" noChangeAspect="1"/>
          </p:cNvSpPr>
          <p:nvPr>
            <p:ph type="sldImg" idx="2"/>
          </p:nvPr>
        </p:nvSpPr>
        <p:spPr>
          <a:xfrm>
            <a:off x="381187" y="685800"/>
            <a:ext cx="60963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394" name="Google Shape;1394;g9816be120_1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25"/>
        <p:cNvGrpSpPr/>
        <p:nvPr/>
      </p:nvGrpSpPr>
      <p:grpSpPr>
        <a:xfrm>
          <a:off x="0" y="0"/>
          <a:ext cx="0" cy="0"/>
          <a:chOff x="0" y="0"/>
          <a:chExt cx="0" cy="0"/>
        </a:xfrm>
      </p:grpSpPr>
      <p:sp>
        <p:nvSpPr>
          <p:cNvPr id="1426" name="Google Shape;1426;g22b713dd174_0_373:notes"/>
          <p:cNvSpPr>
            <a:spLocks noGrp="1" noRot="1" noChangeAspect="1"/>
          </p:cNvSpPr>
          <p:nvPr>
            <p:ph type="sldImg" idx="2"/>
          </p:nvPr>
        </p:nvSpPr>
        <p:spPr>
          <a:xfrm>
            <a:off x="381187" y="685800"/>
            <a:ext cx="60963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427" name="Google Shape;1427;g22b713dd174_0_37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32"/>
        <p:cNvGrpSpPr/>
        <p:nvPr/>
      </p:nvGrpSpPr>
      <p:grpSpPr>
        <a:xfrm>
          <a:off x="0" y="0"/>
          <a:ext cx="0" cy="0"/>
          <a:chOff x="0" y="0"/>
          <a:chExt cx="0" cy="0"/>
        </a:xfrm>
      </p:grpSpPr>
      <p:sp>
        <p:nvSpPr>
          <p:cNvPr id="1433" name="Google Shape;1433;g4661758db_1123:notes"/>
          <p:cNvSpPr>
            <a:spLocks noGrp="1" noRot="1" noChangeAspect="1"/>
          </p:cNvSpPr>
          <p:nvPr>
            <p:ph type="sldImg" idx="2"/>
          </p:nvPr>
        </p:nvSpPr>
        <p:spPr>
          <a:xfrm>
            <a:off x="381187" y="685800"/>
            <a:ext cx="60963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434" name="Google Shape;1434;g4661758db_112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84"/>
        <p:cNvGrpSpPr/>
        <p:nvPr/>
      </p:nvGrpSpPr>
      <p:grpSpPr>
        <a:xfrm>
          <a:off x="0" y="0"/>
          <a:ext cx="0" cy="0"/>
          <a:chOff x="0" y="0"/>
          <a:chExt cx="0" cy="0"/>
        </a:xfrm>
      </p:grpSpPr>
      <p:sp>
        <p:nvSpPr>
          <p:cNvPr id="1485" name="Google Shape;1485;g239d559103d_1_145:notes"/>
          <p:cNvSpPr>
            <a:spLocks noGrp="1" noRot="1" noChangeAspect="1"/>
          </p:cNvSpPr>
          <p:nvPr>
            <p:ph type="sldImg" idx="2"/>
          </p:nvPr>
        </p:nvSpPr>
        <p:spPr>
          <a:xfrm>
            <a:off x="381187" y="685800"/>
            <a:ext cx="60963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486" name="Google Shape;1486;g239d559103d_1_14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02"/>
        <p:cNvGrpSpPr/>
        <p:nvPr/>
      </p:nvGrpSpPr>
      <p:grpSpPr>
        <a:xfrm>
          <a:off x="0" y="0"/>
          <a:ext cx="0" cy="0"/>
          <a:chOff x="0" y="0"/>
          <a:chExt cx="0" cy="0"/>
        </a:xfrm>
      </p:grpSpPr>
      <p:sp>
        <p:nvSpPr>
          <p:cNvPr id="1503" name="Google Shape;1503;g239d559103d_1_162:notes"/>
          <p:cNvSpPr>
            <a:spLocks noGrp="1" noRot="1" noChangeAspect="1"/>
          </p:cNvSpPr>
          <p:nvPr>
            <p:ph type="sldImg" idx="2"/>
          </p:nvPr>
        </p:nvSpPr>
        <p:spPr>
          <a:xfrm>
            <a:off x="381187" y="685800"/>
            <a:ext cx="60963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04" name="Google Shape;1504;g239d559103d_1_16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19"/>
        <p:cNvGrpSpPr/>
        <p:nvPr/>
      </p:nvGrpSpPr>
      <p:grpSpPr>
        <a:xfrm>
          <a:off x="0" y="0"/>
          <a:ext cx="0" cy="0"/>
          <a:chOff x="0" y="0"/>
          <a:chExt cx="0" cy="0"/>
        </a:xfrm>
      </p:grpSpPr>
      <p:sp>
        <p:nvSpPr>
          <p:cNvPr id="1520" name="Google Shape;1520;g239d559103d_1_178:notes"/>
          <p:cNvSpPr>
            <a:spLocks noGrp="1" noRot="1" noChangeAspect="1"/>
          </p:cNvSpPr>
          <p:nvPr>
            <p:ph type="sldImg" idx="2"/>
          </p:nvPr>
        </p:nvSpPr>
        <p:spPr>
          <a:xfrm>
            <a:off x="381187" y="685800"/>
            <a:ext cx="60963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21" name="Google Shape;1521;g239d559103d_1_17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42"/>
        <p:cNvGrpSpPr/>
        <p:nvPr/>
      </p:nvGrpSpPr>
      <p:grpSpPr>
        <a:xfrm>
          <a:off x="0" y="0"/>
          <a:ext cx="0" cy="0"/>
          <a:chOff x="0" y="0"/>
          <a:chExt cx="0" cy="0"/>
        </a:xfrm>
      </p:grpSpPr>
      <p:sp>
        <p:nvSpPr>
          <p:cNvPr id="1543" name="Google Shape;1543;g239d559103d_1_200:notes"/>
          <p:cNvSpPr>
            <a:spLocks noGrp="1" noRot="1" noChangeAspect="1"/>
          </p:cNvSpPr>
          <p:nvPr>
            <p:ph type="sldImg" idx="2"/>
          </p:nvPr>
        </p:nvSpPr>
        <p:spPr>
          <a:xfrm>
            <a:off x="381187" y="685800"/>
            <a:ext cx="60963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44" name="Google Shape;1544;g239d559103d_1_20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61"/>
        <p:cNvGrpSpPr/>
        <p:nvPr/>
      </p:nvGrpSpPr>
      <p:grpSpPr>
        <a:xfrm>
          <a:off x="0" y="0"/>
          <a:ext cx="0" cy="0"/>
          <a:chOff x="0" y="0"/>
          <a:chExt cx="0" cy="0"/>
        </a:xfrm>
      </p:grpSpPr>
      <p:sp>
        <p:nvSpPr>
          <p:cNvPr id="1562" name="Google Shape;1562;g239d559103d_1_218:notes"/>
          <p:cNvSpPr>
            <a:spLocks noGrp="1" noRot="1" noChangeAspect="1"/>
          </p:cNvSpPr>
          <p:nvPr>
            <p:ph type="sldImg" idx="2"/>
          </p:nvPr>
        </p:nvSpPr>
        <p:spPr>
          <a:xfrm>
            <a:off x="381187" y="685800"/>
            <a:ext cx="60963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63" name="Google Shape;1563;g239d559103d_1_21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16"/>
        <p:cNvGrpSpPr/>
        <p:nvPr/>
      </p:nvGrpSpPr>
      <p:grpSpPr>
        <a:xfrm>
          <a:off x="0" y="0"/>
          <a:ext cx="0" cy="0"/>
          <a:chOff x="0" y="0"/>
          <a:chExt cx="0" cy="0"/>
        </a:xfrm>
      </p:grpSpPr>
      <p:sp>
        <p:nvSpPr>
          <p:cNvPr id="1617" name="Google Shape;1617;g239d559103d_1_272:notes"/>
          <p:cNvSpPr>
            <a:spLocks noGrp="1" noRot="1" noChangeAspect="1"/>
          </p:cNvSpPr>
          <p:nvPr>
            <p:ph type="sldImg" idx="2"/>
          </p:nvPr>
        </p:nvSpPr>
        <p:spPr>
          <a:xfrm>
            <a:off x="381187" y="685800"/>
            <a:ext cx="60963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618" name="Google Shape;1618;g239d559103d_1_27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74"/>
        <p:cNvGrpSpPr/>
        <p:nvPr/>
      </p:nvGrpSpPr>
      <p:grpSpPr>
        <a:xfrm>
          <a:off x="0" y="0"/>
          <a:ext cx="0" cy="0"/>
          <a:chOff x="0" y="0"/>
          <a:chExt cx="0" cy="0"/>
        </a:xfrm>
      </p:grpSpPr>
      <p:sp>
        <p:nvSpPr>
          <p:cNvPr id="1675" name="Google Shape;1675;g12aa371fc6_0_37:notes"/>
          <p:cNvSpPr>
            <a:spLocks noGrp="1" noRot="1" noChangeAspect="1"/>
          </p:cNvSpPr>
          <p:nvPr>
            <p:ph type="sldImg" idx="2"/>
          </p:nvPr>
        </p:nvSpPr>
        <p:spPr>
          <a:xfrm>
            <a:off x="381187" y="685800"/>
            <a:ext cx="60963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676" name="Google Shape;1676;g12aa371fc6_0_3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7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06"/>
        <p:cNvGrpSpPr/>
        <p:nvPr/>
      </p:nvGrpSpPr>
      <p:grpSpPr>
        <a:xfrm>
          <a:off x="0" y="0"/>
          <a:ext cx="0" cy="0"/>
          <a:chOff x="0" y="0"/>
          <a:chExt cx="0" cy="0"/>
        </a:xfrm>
      </p:grpSpPr>
      <p:sp>
        <p:nvSpPr>
          <p:cNvPr id="1707" name="Google Shape;1707;g4661758db_1174:notes"/>
          <p:cNvSpPr>
            <a:spLocks noGrp="1" noRot="1" noChangeAspect="1"/>
          </p:cNvSpPr>
          <p:nvPr>
            <p:ph type="sldImg" idx="2"/>
          </p:nvPr>
        </p:nvSpPr>
        <p:spPr>
          <a:xfrm>
            <a:off x="381187" y="685800"/>
            <a:ext cx="60963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708" name="Google Shape;1708;g4661758db_117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Got here</a:t>
            </a:r>
            <a:endParaRPr/>
          </a:p>
        </p:txBody>
      </p:sp>
    </p:spTree>
  </p:cSld>
  <p:clrMapOvr>
    <a:masterClrMapping/>
  </p:clrMapOvr>
</p:notes>
</file>

<file path=ppt/notesSlides/notesSlide7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12"/>
        <p:cNvGrpSpPr/>
        <p:nvPr/>
      </p:nvGrpSpPr>
      <p:grpSpPr>
        <a:xfrm>
          <a:off x="0" y="0"/>
          <a:ext cx="0" cy="0"/>
          <a:chOff x="0" y="0"/>
          <a:chExt cx="0" cy="0"/>
        </a:xfrm>
      </p:grpSpPr>
      <p:sp>
        <p:nvSpPr>
          <p:cNvPr id="1713" name="Google Shape;1713;g22b713dd174_0_366:notes"/>
          <p:cNvSpPr>
            <a:spLocks noGrp="1" noRot="1" noChangeAspect="1"/>
          </p:cNvSpPr>
          <p:nvPr>
            <p:ph type="sldImg" idx="2"/>
          </p:nvPr>
        </p:nvSpPr>
        <p:spPr>
          <a:xfrm>
            <a:off x="381187" y="685800"/>
            <a:ext cx="60963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714" name="Google Shape;1714;g22b713dd174_0_36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7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19"/>
        <p:cNvGrpSpPr/>
        <p:nvPr/>
      </p:nvGrpSpPr>
      <p:grpSpPr>
        <a:xfrm>
          <a:off x="0" y="0"/>
          <a:ext cx="0" cy="0"/>
          <a:chOff x="0" y="0"/>
          <a:chExt cx="0" cy="0"/>
        </a:xfrm>
      </p:grpSpPr>
      <p:sp>
        <p:nvSpPr>
          <p:cNvPr id="1720" name="Google Shape;1720;g4661758db_1179:notes"/>
          <p:cNvSpPr>
            <a:spLocks noGrp="1" noRot="1" noChangeAspect="1"/>
          </p:cNvSpPr>
          <p:nvPr>
            <p:ph type="sldImg" idx="2"/>
          </p:nvPr>
        </p:nvSpPr>
        <p:spPr>
          <a:xfrm>
            <a:off x="381187" y="685800"/>
            <a:ext cx="60963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721" name="Google Shape;1721;g4661758db_117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8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11"/>
        <p:cNvGrpSpPr/>
        <p:nvPr/>
      </p:nvGrpSpPr>
      <p:grpSpPr>
        <a:xfrm>
          <a:off x="0" y="0"/>
          <a:ext cx="0" cy="0"/>
          <a:chOff x="0" y="0"/>
          <a:chExt cx="0" cy="0"/>
        </a:xfrm>
      </p:grpSpPr>
      <p:sp>
        <p:nvSpPr>
          <p:cNvPr id="1812" name="Google Shape;1812;g4661758db_1270:notes"/>
          <p:cNvSpPr>
            <a:spLocks noGrp="1" noRot="1" noChangeAspect="1"/>
          </p:cNvSpPr>
          <p:nvPr>
            <p:ph type="sldImg" idx="2"/>
          </p:nvPr>
        </p:nvSpPr>
        <p:spPr>
          <a:xfrm>
            <a:off x="381187" y="685800"/>
            <a:ext cx="60963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813" name="Google Shape;1813;g4661758db_127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8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04"/>
        <p:cNvGrpSpPr/>
        <p:nvPr/>
      </p:nvGrpSpPr>
      <p:grpSpPr>
        <a:xfrm>
          <a:off x="0" y="0"/>
          <a:ext cx="0" cy="0"/>
          <a:chOff x="0" y="0"/>
          <a:chExt cx="0" cy="0"/>
        </a:xfrm>
      </p:grpSpPr>
      <p:sp>
        <p:nvSpPr>
          <p:cNvPr id="1905" name="Google Shape;1905;g4661758db_1362:notes"/>
          <p:cNvSpPr>
            <a:spLocks noGrp="1" noRot="1" noChangeAspect="1"/>
          </p:cNvSpPr>
          <p:nvPr>
            <p:ph type="sldImg" idx="2"/>
          </p:nvPr>
        </p:nvSpPr>
        <p:spPr>
          <a:xfrm>
            <a:off x="381187" y="685800"/>
            <a:ext cx="60963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906" name="Google Shape;1906;g4661758db_136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8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01"/>
        <p:cNvGrpSpPr/>
        <p:nvPr/>
      </p:nvGrpSpPr>
      <p:grpSpPr>
        <a:xfrm>
          <a:off x="0" y="0"/>
          <a:ext cx="0" cy="0"/>
          <a:chOff x="0" y="0"/>
          <a:chExt cx="0" cy="0"/>
        </a:xfrm>
      </p:grpSpPr>
      <p:sp>
        <p:nvSpPr>
          <p:cNvPr id="2002" name="Google Shape;2002;g4661758db_1458:notes"/>
          <p:cNvSpPr>
            <a:spLocks noGrp="1" noRot="1" noChangeAspect="1"/>
          </p:cNvSpPr>
          <p:nvPr>
            <p:ph type="sldImg" idx="2"/>
          </p:nvPr>
        </p:nvSpPr>
        <p:spPr>
          <a:xfrm>
            <a:off x="381187" y="685800"/>
            <a:ext cx="60963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003" name="Google Shape;2003;g4661758db_145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8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62"/>
        <p:cNvGrpSpPr/>
        <p:nvPr/>
      </p:nvGrpSpPr>
      <p:grpSpPr>
        <a:xfrm>
          <a:off x="0" y="0"/>
          <a:ext cx="0" cy="0"/>
          <a:chOff x="0" y="0"/>
          <a:chExt cx="0" cy="0"/>
        </a:xfrm>
      </p:grpSpPr>
      <p:sp>
        <p:nvSpPr>
          <p:cNvPr id="2063" name="Google Shape;2063;g4661758db_1518:notes"/>
          <p:cNvSpPr>
            <a:spLocks noGrp="1" noRot="1" noChangeAspect="1"/>
          </p:cNvSpPr>
          <p:nvPr>
            <p:ph type="sldImg" idx="2"/>
          </p:nvPr>
        </p:nvSpPr>
        <p:spPr>
          <a:xfrm>
            <a:off x="381187" y="685800"/>
            <a:ext cx="60963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064" name="Google Shape;2064;g4661758db_151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8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23"/>
        <p:cNvGrpSpPr/>
        <p:nvPr/>
      </p:nvGrpSpPr>
      <p:grpSpPr>
        <a:xfrm>
          <a:off x="0" y="0"/>
          <a:ext cx="0" cy="0"/>
          <a:chOff x="0" y="0"/>
          <a:chExt cx="0" cy="0"/>
        </a:xfrm>
      </p:grpSpPr>
      <p:sp>
        <p:nvSpPr>
          <p:cNvPr id="2124" name="Google Shape;2124;g4661758db_1578:notes"/>
          <p:cNvSpPr>
            <a:spLocks noGrp="1" noRot="1" noChangeAspect="1"/>
          </p:cNvSpPr>
          <p:nvPr>
            <p:ph type="sldImg" idx="2"/>
          </p:nvPr>
        </p:nvSpPr>
        <p:spPr>
          <a:xfrm>
            <a:off x="381187" y="685800"/>
            <a:ext cx="60963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125" name="Google Shape;2125;g4661758db_157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8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29"/>
        <p:cNvGrpSpPr/>
        <p:nvPr/>
      </p:nvGrpSpPr>
      <p:grpSpPr>
        <a:xfrm>
          <a:off x="0" y="0"/>
          <a:ext cx="0" cy="0"/>
          <a:chOff x="0" y="0"/>
          <a:chExt cx="0" cy="0"/>
        </a:xfrm>
      </p:grpSpPr>
      <p:sp>
        <p:nvSpPr>
          <p:cNvPr id="2130" name="Google Shape;2130;g4661758db_1583:notes"/>
          <p:cNvSpPr>
            <a:spLocks noGrp="1" noRot="1" noChangeAspect="1"/>
          </p:cNvSpPr>
          <p:nvPr>
            <p:ph type="sldImg" idx="2"/>
          </p:nvPr>
        </p:nvSpPr>
        <p:spPr>
          <a:xfrm>
            <a:off x="381187" y="685800"/>
            <a:ext cx="60963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131" name="Google Shape;2131;g4661758db_158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8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75"/>
        <p:cNvGrpSpPr/>
        <p:nvPr/>
      </p:nvGrpSpPr>
      <p:grpSpPr>
        <a:xfrm>
          <a:off x="0" y="0"/>
          <a:ext cx="0" cy="0"/>
          <a:chOff x="0" y="0"/>
          <a:chExt cx="0" cy="0"/>
        </a:xfrm>
      </p:grpSpPr>
      <p:sp>
        <p:nvSpPr>
          <p:cNvPr id="2176" name="Google Shape;2176;g4661758db_1627:notes"/>
          <p:cNvSpPr>
            <a:spLocks noGrp="1" noRot="1" noChangeAspect="1"/>
          </p:cNvSpPr>
          <p:nvPr>
            <p:ph type="sldImg" idx="2"/>
          </p:nvPr>
        </p:nvSpPr>
        <p:spPr>
          <a:xfrm>
            <a:off x="381187" y="685800"/>
            <a:ext cx="60963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177" name="Google Shape;2177;g4661758db_162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8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31"/>
        <p:cNvGrpSpPr/>
        <p:nvPr/>
      </p:nvGrpSpPr>
      <p:grpSpPr>
        <a:xfrm>
          <a:off x="0" y="0"/>
          <a:ext cx="0" cy="0"/>
          <a:chOff x="0" y="0"/>
          <a:chExt cx="0" cy="0"/>
        </a:xfrm>
      </p:grpSpPr>
      <p:sp>
        <p:nvSpPr>
          <p:cNvPr id="2232" name="Google Shape;2232;g8606c75bb_0_88:notes"/>
          <p:cNvSpPr>
            <a:spLocks noGrp="1" noRot="1" noChangeAspect="1"/>
          </p:cNvSpPr>
          <p:nvPr>
            <p:ph type="sldImg" idx="2"/>
          </p:nvPr>
        </p:nvSpPr>
        <p:spPr>
          <a:xfrm>
            <a:off x="381187" y="685800"/>
            <a:ext cx="60963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233" name="Google Shape;2233;g8606c75bb_0_8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8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50"/>
        <p:cNvGrpSpPr/>
        <p:nvPr/>
      </p:nvGrpSpPr>
      <p:grpSpPr>
        <a:xfrm>
          <a:off x="0" y="0"/>
          <a:ext cx="0" cy="0"/>
          <a:chOff x="0" y="0"/>
          <a:chExt cx="0" cy="0"/>
        </a:xfrm>
      </p:grpSpPr>
      <p:sp>
        <p:nvSpPr>
          <p:cNvPr id="2251" name="Google Shape;2251;g8606c75bb_0_83:notes"/>
          <p:cNvSpPr>
            <a:spLocks noGrp="1" noRot="1" noChangeAspect="1"/>
          </p:cNvSpPr>
          <p:nvPr>
            <p:ph type="sldImg" idx="2"/>
          </p:nvPr>
        </p:nvSpPr>
        <p:spPr>
          <a:xfrm>
            <a:off x="381187" y="685800"/>
            <a:ext cx="60963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252" name="Google Shape;2252;g8606c75bb_0_8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8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60"/>
        <p:cNvGrpSpPr/>
        <p:nvPr/>
      </p:nvGrpSpPr>
      <p:grpSpPr>
        <a:xfrm>
          <a:off x="0" y="0"/>
          <a:ext cx="0" cy="0"/>
          <a:chOff x="0" y="0"/>
          <a:chExt cx="0" cy="0"/>
        </a:xfrm>
      </p:grpSpPr>
      <p:sp>
        <p:nvSpPr>
          <p:cNvPr id="2261" name="Google Shape;2261;g1d6f0e3f4d_33_1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262" name="Google Shape;2262;g1d6f0e3f4d_33_1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9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67"/>
        <p:cNvGrpSpPr/>
        <p:nvPr/>
      </p:nvGrpSpPr>
      <p:grpSpPr>
        <a:xfrm>
          <a:off x="0" y="0"/>
          <a:ext cx="0" cy="0"/>
          <a:chOff x="0" y="0"/>
          <a:chExt cx="0" cy="0"/>
        </a:xfrm>
      </p:grpSpPr>
      <p:sp>
        <p:nvSpPr>
          <p:cNvPr id="2268" name="Google Shape;2268;g22b713dd174_0_359:notes"/>
          <p:cNvSpPr>
            <a:spLocks noGrp="1" noRot="1" noChangeAspect="1"/>
          </p:cNvSpPr>
          <p:nvPr>
            <p:ph type="sldImg" idx="2"/>
          </p:nvPr>
        </p:nvSpPr>
        <p:spPr>
          <a:xfrm>
            <a:off x="381187" y="685800"/>
            <a:ext cx="60963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269" name="Google Shape;2269;g22b713dd174_0_35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9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74"/>
        <p:cNvGrpSpPr/>
        <p:nvPr/>
      </p:nvGrpSpPr>
      <p:grpSpPr>
        <a:xfrm>
          <a:off x="0" y="0"/>
          <a:ext cx="0" cy="0"/>
          <a:chOff x="0" y="0"/>
          <a:chExt cx="0" cy="0"/>
        </a:xfrm>
      </p:grpSpPr>
      <p:sp>
        <p:nvSpPr>
          <p:cNvPr id="2275" name="Google Shape;2275;g1d6f0e3f4d_33_5:notes"/>
          <p:cNvSpPr>
            <a:spLocks noGrp="1" noRot="1" noChangeAspect="1"/>
          </p:cNvSpPr>
          <p:nvPr>
            <p:ph type="sldImg" idx="2"/>
          </p:nvPr>
        </p:nvSpPr>
        <p:spPr>
          <a:xfrm>
            <a:off x="381187" y="685800"/>
            <a:ext cx="60963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276" name="Google Shape;2276;g1d6f0e3f4d_33_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9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80"/>
        <p:cNvGrpSpPr/>
        <p:nvPr/>
      </p:nvGrpSpPr>
      <p:grpSpPr>
        <a:xfrm>
          <a:off x="0" y="0"/>
          <a:ext cx="0" cy="0"/>
          <a:chOff x="0" y="0"/>
          <a:chExt cx="0" cy="0"/>
        </a:xfrm>
      </p:grpSpPr>
      <p:sp>
        <p:nvSpPr>
          <p:cNvPr id="2281" name="Google Shape;2281;g1d713c1a70_0_1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282" name="Google Shape;2282;g1d713c1a70_0_1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9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00"/>
        <p:cNvGrpSpPr/>
        <p:nvPr/>
      </p:nvGrpSpPr>
      <p:grpSpPr>
        <a:xfrm>
          <a:off x="0" y="0"/>
          <a:ext cx="0" cy="0"/>
          <a:chOff x="0" y="0"/>
          <a:chExt cx="0" cy="0"/>
        </a:xfrm>
      </p:grpSpPr>
      <p:sp>
        <p:nvSpPr>
          <p:cNvPr id="2301" name="Google Shape;2301;g563c679d37_0_172:notes"/>
          <p:cNvSpPr>
            <a:spLocks noGrp="1" noRot="1" noChangeAspect="1"/>
          </p:cNvSpPr>
          <p:nvPr>
            <p:ph type="sldImg" idx="2"/>
          </p:nvPr>
        </p:nvSpPr>
        <p:spPr>
          <a:xfrm>
            <a:off x="381187" y="685800"/>
            <a:ext cx="60963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302" name="Google Shape;2302;g563c679d37_0_17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9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06"/>
        <p:cNvGrpSpPr/>
        <p:nvPr/>
      </p:nvGrpSpPr>
      <p:grpSpPr>
        <a:xfrm>
          <a:off x="0" y="0"/>
          <a:ext cx="0" cy="0"/>
          <a:chOff x="0" y="0"/>
          <a:chExt cx="0" cy="0"/>
        </a:xfrm>
      </p:grpSpPr>
      <p:sp>
        <p:nvSpPr>
          <p:cNvPr id="2307" name="Google Shape;2307;g9816be120_1_350:notes"/>
          <p:cNvSpPr>
            <a:spLocks noGrp="1" noRot="1" noChangeAspect="1"/>
          </p:cNvSpPr>
          <p:nvPr>
            <p:ph type="sldImg" idx="2"/>
          </p:nvPr>
        </p:nvSpPr>
        <p:spPr>
          <a:xfrm>
            <a:off x="381187" y="685800"/>
            <a:ext cx="60963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308" name="Google Shape;2308;g9816be120_1_35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0"/>
        <p:cNvGrpSpPr/>
        <p:nvPr/>
      </p:nvGrpSpPr>
      <p:grpSpPr>
        <a:xfrm>
          <a:off x="0" y="0"/>
          <a:ext cx="0" cy="0"/>
          <a:chOff x="0" y="0"/>
          <a:chExt cx="0" cy="0"/>
        </a:xfrm>
      </p:grpSpPr>
      <p:sp>
        <p:nvSpPr>
          <p:cNvPr id="11" name="Google Shape;11;p2"/>
          <p:cNvSpPr txBox="1">
            <a:spLocks noGrp="1"/>
          </p:cNvSpPr>
          <p:nvPr>
            <p:ph type="ctrTitle"/>
          </p:nvPr>
        </p:nvSpPr>
        <p:spPr>
          <a:xfrm>
            <a:off x="311708" y="744575"/>
            <a:ext cx="8520600" cy="2052600"/>
          </a:xfrm>
          <a:prstGeom prst="rect">
            <a:avLst/>
          </a:prstGeom>
        </p:spPr>
        <p:txBody>
          <a:bodyPr spcFirstLastPara="1" wrap="square" lIns="91425" tIns="91425" rIns="91425" bIns="91425" anchor="b" anchorCtr="0">
            <a:noAutofit/>
          </a:bodyPr>
          <a:lstStyle>
            <a:lvl1pPr lvl="0" rtl="0">
              <a:spcBef>
                <a:spcPts val="0"/>
              </a:spcBef>
              <a:spcAft>
                <a:spcPts val="0"/>
              </a:spcAft>
              <a:buSzPts val="4400"/>
              <a:buNone/>
              <a:defRPr sz="4400"/>
            </a:lvl1pPr>
            <a:lvl2pPr lvl="1" rtl="0">
              <a:spcBef>
                <a:spcPts val="0"/>
              </a:spcBef>
              <a:spcAft>
                <a:spcPts val="0"/>
              </a:spcAft>
              <a:buSzPts val="4400"/>
              <a:buNone/>
              <a:defRPr sz="4400"/>
            </a:lvl2pPr>
            <a:lvl3pPr lvl="2" rtl="0">
              <a:spcBef>
                <a:spcPts val="0"/>
              </a:spcBef>
              <a:spcAft>
                <a:spcPts val="0"/>
              </a:spcAft>
              <a:buSzPts val="4400"/>
              <a:buNone/>
              <a:defRPr sz="4400"/>
            </a:lvl3pPr>
            <a:lvl4pPr lvl="3" rtl="0">
              <a:spcBef>
                <a:spcPts val="0"/>
              </a:spcBef>
              <a:spcAft>
                <a:spcPts val="0"/>
              </a:spcAft>
              <a:buSzPts val="4400"/>
              <a:buNone/>
              <a:defRPr sz="4400"/>
            </a:lvl4pPr>
            <a:lvl5pPr lvl="4" rtl="0">
              <a:spcBef>
                <a:spcPts val="0"/>
              </a:spcBef>
              <a:spcAft>
                <a:spcPts val="0"/>
              </a:spcAft>
              <a:buSzPts val="4400"/>
              <a:buNone/>
              <a:defRPr sz="4400"/>
            </a:lvl5pPr>
            <a:lvl6pPr lvl="5" rtl="0">
              <a:spcBef>
                <a:spcPts val="0"/>
              </a:spcBef>
              <a:spcAft>
                <a:spcPts val="0"/>
              </a:spcAft>
              <a:buSzPts val="4400"/>
              <a:buNone/>
              <a:defRPr sz="4400"/>
            </a:lvl6pPr>
            <a:lvl7pPr lvl="6" rtl="0">
              <a:spcBef>
                <a:spcPts val="0"/>
              </a:spcBef>
              <a:spcAft>
                <a:spcPts val="0"/>
              </a:spcAft>
              <a:buSzPts val="4400"/>
              <a:buNone/>
              <a:defRPr sz="4400"/>
            </a:lvl7pPr>
            <a:lvl8pPr lvl="7" rtl="0">
              <a:spcBef>
                <a:spcPts val="0"/>
              </a:spcBef>
              <a:spcAft>
                <a:spcPts val="0"/>
              </a:spcAft>
              <a:buSzPts val="4400"/>
              <a:buNone/>
              <a:defRPr sz="4400"/>
            </a:lvl8pPr>
            <a:lvl9pPr lvl="8" rtl="0">
              <a:spcBef>
                <a:spcPts val="0"/>
              </a:spcBef>
              <a:spcAft>
                <a:spcPts val="0"/>
              </a:spcAft>
              <a:buSzPts val="4400"/>
              <a:buNone/>
              <a:defRPr sz="4400"/>
            </a:lvl9pPr>
          </a:lstStyle>
          <a:p>
            <a:endParaRPr/>
          </a:p>
        </p:txBody>
      </p:sp>
      <p:sp>
        <p:nvSpPr>
          <p:cNvPr id="12" name="Google Shape;12;p2"/>
          <p:cNvSpPr txBox="1">
            <a:spLocks noGrp="1"/>
          </p:cNvSpPr>
          <p:nvPr>
            <p:ph type="subTitle" idx="1"/>
          </p:nvPr>
        </p:nvSpPr>
        <p:spPr>
          <a:xfrm>
            <a:off x="311700" y="2834125"/>
            <a:ext cx="8520600" cy="1536300"/>
          </a:xfrm>
          <a:prstGeom prst="rect">
            <a:avLst/>
          </a:prstGeom>
        </p:spPr>
        <p:txBody>
          <a:bodyPr spcFirstLastPara="1" wrap="square" lIns="91425" tIns="91425" rIns="91425" bIns="91425" anchor="t" anchorCtr="0">
            <a:noAutofit/>
          </a:bodyPr>
          <a:lstStyle>
            <a:lvl1pPr lvl="0" rtl="0">
              <a:lnSpc>
                <a:spcPct val="100000"/>
              </a:lnSpc>
              <a:spcBef>
                <a:spcPts val="600"/>
              </a:spcBef>
              <a:spcAft>
                <a:spcPts val="0"/>
              </a:spcAft>
              <a:buSzPts val="2400"/>
              <a:buFont typeface="Roboto Light"/>
              <a:buNone/>
              <a:defRPr sz="2400">
                <a:latin typeface="Roboto Light"/>
                <a:ea typeface="Roboto Light"/>
                <a:cs typeface="Roboto Light"/>
                <a:sym typeface="Roboto Light"/>
              </a:defRPr>
            </a:lvl1pPr>
            <a:lvl2pPr lvl="1" rtl="0">
              <a:lnSpc>
                <a:spcPct val="100000"/>
              </a:lnSpc>
              <a:spcBef>
                <a:spcPts val="600"/>
              </a:spcBef>
              <a:spcAft>
                <a:spcPts val="0"/>
              </a:spcAft>
              <a:buSzPts val="2400"/>
              <a:buFont typeface="Roboto Light"/>
              <a:buNone/>
              <a:defRPr sz="2400">
                <a:latin typeface="Roboto Light"/>
                <a:ea typeface="Roboto Light"/>
                <a:cs typeface="Roboto Light"/>
                <a:sym typeface="Roboto Light"/>
              </a:defRPr>
            </a:lvl2pPr>
            <a:lvl3pPr lvl="2" rtl="0">
              <a:lnSpc>
                <a:spcPct val="100000"/>
              </a:lnSpc>
              <a:spcBef>
                <a:spcPts val="600"/>
              </a:spcBef>
              <a:spcAft>
                <a:spcPts val="0"/>
              </a:spcAft>
              <a:buSzPts val="2400"/>
              <a:buFont typeface="Roboto Light"/>
              <a:buNone/>
              <a:defRPr sz="2400">
                <a:latin typeface="Roboto Light"/>
                <a:ea typeface="Roboto Light"/>
                <a:cs typeface="Roboto Light"/>
                <a:sym typeface="Roboto Light"/>
              </a:defRPr>
            </a:lvl3pPr>
            <a:lvl4pPr lvl="3" rtl="0">
              <a:lnSpc>
                <a:spcPct val="100000"/>
              </a:lnSpc>
              <a:spcBef>
                <a:spcPts val="600"/>
              </a:spcBef>
              <a:spcAft>
                <a:spcPts val="0"/>
              </a:spcAft>
              <a:buSzPts val="2400"/>
              <a:buFont typeface="Roboto Light"/>
              <a:buNone/>
              <a:defRPr sz="2400">
                <a:latin typeface="Roboto Light"/>
                <a:ea typeface="Roboto Light"/>
                <a:cs typeface="Roboto Light"/>
                <a:sym typeface="Roboto Light"/>
              </a:defRPr>
            </a:lvl4pPr>
            <a:lvl5pPr lvl="4" rtl="0">
              <a:lnSpc>
                <a:spcPct val="100000"/>
              </a:lnSpc>
              <a:spcBef>
                <a:spcPts val="600"/>
              </a:spcBef>
              <a:spcAft>
                <a:spcPts val="0"/>
              </a:spcAft>
              <a:buSzPts val="2400"/>
              <a:buFont typeface="Roboto Light"/>
              <a:buNone/>
              <a:defRPr sz="2400">
                <a:latin typeface="Roboto Light"/>
                <a:ea typeface="Roboto Light"/>
                <a:cs typeface="Roboto Light"/>
                <a:sym typeface="Roboto Light"/>
              </a:defRPr>
            </a:lvl5pPr>
            <a:lvl6pPr lvl="5" rtl="0">
              <a:lnSpc>
                <a:spcPct val="100000"/>
              </a:lnSpc>
              <a:spcBef>
                <a:spcPts val="600"/>
              </a:spcBef>
              <a:spcAft>
                <a:spcPts val="0"/>
              </a:spcAft>
              <a:buSzPts val="2400"/>
              <a:buFont typeface="Roboto Light"/>
              <a:buNone/>
              <a:defRPr sz="2400">
                <a:latin typeface="Roboto Light"/>
                <a:ea typeface="Roboto Light"/>
                <a:cs typeface="Roboto Light"/>
                <a:sym typeface="Roboto Light"/>
              </a:defRPr>
            </a:lvl6pPr>
            <a:lvl7pPr lvl="6" rtl="0">
              <a:lnSpc>
                <a:spcPct val="100000"/>
              </a:lnSpc>
              <a:spcBef>
                <a:spcPts val="600"/>
              </a:spcBef>
              <a:spcAft>
                <a:spcPts val="0"/>
              </a:spcAft>
              <a:buSzPts val="2400"/>
              <a:buFont typeface="Roboto Light"/>
              <a:buNone/>
              <a:defRPr sz="2400">
                <a:latin typeface="Roboto Light"/>
                <a:ea typeface="Roboto Light"/>
                <a:cs typeface="Roboto Light"/>
                <a:sym typeface="Roboto Light"/>
              </a:defRPr>
            </a:lvl7pPr>
            <a:lvl8pPr lvl="7" rtl="0">
              <a:lnSpc>
                <a:spcPct val="100000"/>
              </a:lnSpc>
              <a:spcBef>
                <a:spcPts val="600"/>
              </a:spcBef>
              <a:spcAft>
                <a:spcPts val="0"/>
              </a:spcAft>
              <a:buSzPts val="2400"/>
              <a:buFont typeface="Roboto Light"/>
              <a:buNone/>
              <a:defRPr sz="2400">
                <a:latin typeface="Roboto Light"/>
                <a:ea typeface="Roboto Light"/>
                <a:cs typeface="Roboto Light"/>
                <a:sym typeface="Roboto Light"/>
              </a:defRPr>
            </a:lvl8pPr>
            <a:lvl9pPr lvl="8" rtl="0">
              <a:lnSpc>
                <a:spcPct val="100000"/>
              </a:lnSpc>
              <a:spcBef>
                <a:spcPts val="600"/>
              </a:spcBef>
              <a:spcAft>
                <a:spcPts val="0"/>
              </a:spcAft>
              <a:buSzPts val="2400"/>
              <a:buFont typeface="Roboto Light"/>
              <a:buNone/>
              <a:defRPr sz="2400">
                <a:latin typeface="Roboto Light"/>
                <a:ea typeface="Roboto Light"/>
                <a:cs typeface="Roboto Light"/>
                <a:sym typeface="Roboto Light"/>
              </a:defRPr>
            </a:lvl9pPr>
          </a:lstStyle>
          <a:p>
            <a:endParaRPr/>
          </a:p>
        </p:txBody>
      </p:sp>
      <p:sp>
        <p:nvSpPr>
          <p:cNvPr id="13" name="Google Shape;13;p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14"/>
        <p:cNvGrpSpPr/>
        <p:nvPr/>
      </p:nvGrpSpPr>
      <p:grpSpPr>
        <a:xfrm>
          <a:off x="0" y="0"/>
          <a:ext cx="0" cy="0"/>
          <a:chOff x="0" y="0"/>
          <a:chExt cx="0" cy="0"/>
        </a:xfrm>
      </p:grpSpPr>
      <p:sp>
        <p:nvSpPr>
          <p:cNvPr id="15" name="Google Shape;15;p3"/>
          <p:cNvSpPr txBox="1">
            <a:spLocks noGrp="1"/>
          </p:cNvSpPr>
          <p:nvPr>
            <p:ph type="title"/>
          </p:nvPr>
        </p:nvSpPr>
        <p:spPr>
          <a:xfrm>
            <a:off x="311700" y="2150850"/>
            <a:ext cx="8520600" cy="8418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3600"/>
              <a:buNone/>
              <a:defRPr sz="3600"/>
            </a:lvl1pPr>
            <a:lvl2pPr lvl="1" algn="ctr" rtl="0">
              <a:spcBef>
                <a:spcPts val="0"/>
              </a:spcBef>
              <a:spcAft>
                <a:spcPts val="0"/>
              </a:spcAft>
              <a:buSzPts val="3600"/>
              <a:buNone/>
              <a:defRPr sz="3600"/>
            </a:lvl2pPr>
            <a:lvl3pPr lvl="2" algn="ctr" rtl="0">
              <a:spcBef>
                <a:spcPts val="0"/>
              </a:spcBef>
              <a:spcAft>
                <a:spcPts val="0"/>
              </a:spcAft>
              <a:buSzPts val="3600"/>
              <a:buNone/>
              <a:defRPr sz="3600"/>
            </a:lvl3pPr>
            <a:lvl4pPr lvl="3" algn="ctr" rtl="0">
              <a:spcBef>
                <a:spcPts val="0"/>
              </a:spcBef>
              <a:spcAft>
                <a:spcPts val="0"/>
              </a:spcAft>
              <a:buSzPts val="3600"/>
              <a:buNone/>
              <a:defRPr sz="3600"/>
            </a:lvl4pPr>
            <a:lvl5pPr lvl="4" algn="ctr" rtl="0">
              <a:spcBef>
                <a:spcPts val="0"/>
              </a:spcBef>
              <a:spcAft>
                <a:spcPts val="0"/>
              </a:spcAft>
              <a:buSzPts val="3600"/>
              <a:buNone/>
              <a:defRPr sz="3600"/>
            </a:lvl5pPr>
            <a:lvl6pPr lvl="5" algn="ctr" rtl="0">
              <a:spcBef>
                <a:spcPts val="0"/>
              </a:spcBef>
              <a:spcAft>
                <a:spcPts val="0"/>
              </a:spcAft>
              <a:buSzPts val="3600"/>
              <a:buNone/>
              <a:defRPr sz="3600"/>
            </a:lvl6pPr>
            <a:lvl7pPr lvl="6" algn="ctr" rtl="0">
              <a:spcBef>
                <a:spcPts val="0"/>
              </a:spcBef>
              <a:spcAft>
                <a:spcPts val="0"/>
              </a:spcAft>
              <a:buSzPts val="3600"/>
              <a:buNone/>
              <a:defRPr sz="3600"/>
            </a:lvl7pPr>
            <a:lvl8pPr lvl="7" algn="ctr" rtl="0">
              <a:spcBef>
                <a:spcPts val="0"/>
              </a:spcBef>
              <a:spcAft>
                <a:spcPts val="0"/>
              </a:spcAft>
              <a:buSzPts val="3600"/>
              <a:buNone/>
              <a:defRPr sz="3600"/>
            </a:lvl8pPr>
            <a:lvl9pPr lvl="8" algn="ctr" rtl="0">
              <a:spcBef>
                <a:spcPts val="0"/>
              </a:spcBef>
              <a:spcAft>
                <a:spcPts val="0"/>
              </a:spcAft>
              <a:buSzPts val="3600"/>
              <a:buNone/>
              <a:defRPr sz="3600"/>
            </a:lvl9pPr>
          </a:lstStyle>
          <a:p>
            <a:endParaRPr/>
          </a:p>
        </p:txBody>
      </p:sp>
      <p:sp>
        <p:nvSpPr>
          <p:cNvPr id="16" name="Google Shape;16;p3"/>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r" rtl="0">
              <a:spcBef>
                <a:spcPts val="0"/>
              </a:spcBef>
              <a:spcAft>
                <a:spcPts val="0"/>
              </a:spcAft>
              <a:buNone/>
            </a:pPr>
            <a:fld id="{00000000-1234-1234-1234-123412341234}" type="slidenum">
              <a:rPr lang="en"/>
              <a:t>‹#›</a:t>
            </a:fld>
            <a:endParaRPr/>
          </a:p>
        </p:txBody>
      </p:sp>
      <p:sp>
        <p:nvSpPr>
          <p:cNvPr id="17" name="Google Shape;17;p3"/>
          <p:cNvSpPr txBox="1">
            <a:spLocks noGrp="1"/>
          </p:cNvSpPr>
          <p:nvPr>
            <p:ph type="subTitle" idx="1"/>
          </p:nvPr>
        </p:nvSpPr>
        <p:spPr>
          <a:xfrm>
            <a:off x="311700" y="2834125"/>
            <a:ext cx="8520600" cy="1536300"/>
          </a:xfrm>
          <a:prstGeom prst="rect">
            <a:avLst/>
          </a:prstGeom>
        </p:spPr>
        <p:txBody>
          <a:bodyPr spcFirstLastPara="1" wrap="square" lIns="91425" tIns="91425" rIns="91425" bIns="91425" anchor="t" anchorCtr="0">
            <a:noAutofit/>
          </a:bodyPr>
          <a:lstStyle>
            <a:lvl1pPr lvl="0" algn="ctr" rtl="0">
              <a:lnSpc>
                <a:spcPct val="100000"/>
              </a:lnSpc>
              <a:spcBef>
                <a:spcPts val="600"/>
              </a:spcBef>
              <a:spcAft>
                <a:spcPts val="0"/>
              </a:spcAft>
              <a:buSzPts val="2400"/>
              <a:buFont typeface="Roboto Light"/>
              <a:buNone/>
              <a:defRPr sz="2400">
                <a:latin typeface="Roboto Light"/>
                <a:ea typeface="Roboto Light"/>
                <a:cs typeface="Roboto Light"/>
                <a:sym typeface="Roboto Light"/>
              </a:defRPr>
            </a:lvl1pPr>
            <a:lvl2pPr lvl="1" algn="ctr" rtl="0">
              <a:lnSpc>
                <a:spcPct val="100000"/>
              </a:lnSpc>
              <a:spcBef>
                <a:spcPts val="600"/>
              </a:spcBef>
              <a:spcAft>
                <a:spcPts val="0"/>
              </a:spcAft>
              <a:buSzPts val="2400"/>
              <a:buFont typeface="Roboto Light"/>
              <a:buNone/>
              <a:defRPr sz="2400">
                <a:latin typeface="Roboto Light"/>
                <a:ea typeface="Roboto Light"/>
                <a:cs typeface="Roboto Light"/>
                <a:sym typeface="Roboto Light"/>
              </a:defRPr>
            </a:lvl2pPr>
            <a:lvl3pPr lvl="2" algn="ctr" rtl="0">
              <a:lnSpc>
                <a:spcPct val="100000"/>
              </a:lnSpc>
              <a:spcBef>
                <a:spcPts val="600"/>
              </a:spcBef>
              <a:spcAft>
                <a:spcPts val="0"/>
              </a:spcAft>
              <a:buSzPts val="2400"/>
              <a:buFont typeface="Roboto Light"/>
              <a:buNone/>
              <a:defRPr sz="2400">
                <a:latin typeface="Roboto Light"/>
                <a:ea typeface="Roboto Light"/>
                <a:cs typeface="Roboto Light"/>
                <a:sym typeface="Roboto Light"/>
              </a:defRPr>
            </a:lvl3pPr>
            <a:lvl4pPr lvl="3" algn="ctr" rtl="0">
              <a:lnSpc>
                <a:spcPct val="100000"/>
              </a:lnSpc>
              <a:spcBef>
                <a:spcPts val="600"/>
              </a:spcBef>
              <a:spcAft>
                <a:spcPts val="0"/>
              </a:spcAft>
              <a:buSzPts val="2400"/>
              <a:buFont typeface="Roboto Light"/>
              <a:buNone/>
              <a:defRPr sz="2400">
                <a:latin typeface="Roboto Light"/>
                <a:ea typeface="Roboto Light"/>
                <a:cs typeface="Roboto Light"/>
                <a:sym typeface="Roboto Light"/>
              </a:defRPr>
            </a:lvl4pPr>
            <a:lvl5pPr lvl="4" algn="ctr" rtl="0">
              <a:lnSpc>
                <a:spcPct val="100000"/>
              </a:lnSpc>
              <a:spcBef>
                <a:spcPts val="600"/>
              </a:spcBef>
              <a:spcAft>
                <a:spcPts val="0"/>
              </a:spcAft>
              <a:buSzPts val="2400"/>
              <a:buFont typeface="Roboto Light"/>
              <a:buNone/>
              <a:defRPr sz="2400">
                <a:latin typeface="Roboto Light"/>
                <a:ea typeface="Roboto Light"/>
                <a:cs typeface="Roboto Light"/>
                <a:sym typeface="Roboto Light"/>
              </a:defRPr>
            </a:lvl5pPr>
            <a:lvl6pPr lvl="5" algn="ctr" rtl="0">
              <a:lnSpc>
                <a:spcPct val="100000"/>
              </a:lnSpc>
              <a:spcBef>
                <a:spcPts val="600"/>
              </a:spcBef>
              <a:spcAft>
                <a:spcPts val="0"/>
              </a:spcAft>
              <a:buSzPts val="2400"/>
              <a:buFont typeface="Roboto Light"/>
              <a:buNone/>
              <a:defRPr sz="2400">
                <a:latin typeface="Roboto Light"/>
                <a:ea typeface="Roboto Light"/>
                <a:cs typeface="Roboto Light"/>
                <a:sym typeface="Roboto Light"/>
              </a:defRPr>
            </a:lvl6pPr>
            <a:lvl7pPr lvl="6" algn="ctr" rtl="0">
              <a:lnSpc>
                <a:spcPct val="100000"/>
              </a:lnSpc>
              <a:spcBef>
                <a:spcPts val="600"/>
              </a:spcBef>
              <a:spcAft>
                <a:spcPts val="0"/>
              </a:spcAft>
              <a:buSzPts val="2400"/>
              <a:buFont typeface="Roboto Light"/>
              <a:buNone/>
              <a:defRPr sz="2400">
                <a:latin typeface="Roboto Light"/>
                <a:ea typeface="Roboto Light"/>
                <a:cs typeface="Roboto Light"/>
                <a:sym typeface="Roboto Light"/>
              </a:defRPr>
            </a:lvl7pPr>
            <a:lvl8pPr lvl="7" algn="ctr" rtl="0">
              <a:lnSpc>
                <a:spcPct val="100000"/>
              </a:lnSpc>
              <a:spcBef>
                <a:spcPts val="600"/>
              </a:spcBef>
              <a:spcAft>
                <a:spcPts val="0"/>
              </a:spcAft>
              <a:buSzPts val="2400"/>
              <a:buFont typeface="Roboto Light"/>
              <a:buNone/>
              <a:defRPr sz="2400">
                <a:latin typeface="Roboto Light"/>
                <a:ea typeface="Roboto Light"/>
                <a:cs typeface="Roboto Light"/>
                <a:sym typeface="Roboto Light"/>
              </a:defRPr>
            </a:lvl8pPr>
            <a:lvl9pPr lvl="8" algn="ctr" rtl="0">
              <a:lnSpc>
                <a:spcPct val="100000"/>
              </a:lnSpc>
              <a:spcBef>
                <a:spcPts val="600"/>
              </a:spcBef>
              <a:spcAft>
                <a:spcPts val="0"/>
              </a:spcAft>
              <a:buSzPts val="2400"/>
              <a:buFont typeface="Roboto Light"/>
              <a:buNone/>
              <a:defRPr sz="2400">
                <a:latin typeface="Roboto Light"/>
                <a:ea typeface="Roboto Light"/>
                <a:cs typeface="Roboto Light"/>
                <a:sym typeface="Roboto Light"/>
              </a:defRPr>
            </a:lvl9pPr>
          </a:lstStyle>
          <a:p>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18"/>
        <p:cNvGrpSpPr/>
        <p:nvPr/>
      </p:nvGrpSpPr>
      <p:grpSpPr>
        <a:xfrm>
          <a:off x="0" y="0"/>
          <a:ext cx="0" cy="0"/>
          <a:chOff x="0" y="0"/>
          <a:chExt cx="0" cy="0"/>
        </a:xfrm>
      </p:grpSpPr>
      <p:sp>
        <p:nvSpPr>
          <p:cNvPr id="19" name="Google Shape;19;p4"/>
          <p:cNvSpPr txBox="1">
            <a:spLocks noGrp="1"/>
          </p:cNvSpPr>
          <p:nvPr>
            <p:ph type="title"/>
          </p:nvPr>
        </p:nvSpPr>
        <p:spPr>
          <a:xfrm>
            <a:off x="0" y="0"/>
            <a:ext cx="8520600" cy="393600"/>
          </a:xfrm>
          <a:prstGeom prst="rect">
            <a:avLst/>
          </a:prstGeom>
        </p:spPr>
        <p:txBody>
          <a:bodyPr spcFirstLastPara="1" wrap="square" lIns="91425" tIns="91425" rIns="91425" bIns="91425" anchor="t" anchorCtr="0">
            <a:noAutofit/>
          </a:bodyPr>
          <a:lstStyle>
            <a:lvl1pPr lvl="0" rtl="0">
              <a:spcBef>
                <a:spcPts val="0"/>
              </a:spcBef>
              <a:spcAft>
                <a:spcPts val="0"/>
              </a:spcAft>
              <a:buSzPts val="1600"/>
              <a:buNone/>
              <a:defRPr b="0"/>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endParaRPr/>
          </a:p>
        </p:txBody>
      </p:sp>
      <p:sp>
        <p:nvSpPr>
          <p:cNvPr id="20" name="Google Shape;20;p4"/>
          <p:cNvSpPr txBox="1">
            <a:spLocks noGrp="1"/>
          </p:cNvSpPr>
          <p:nvPr>
            <p:ph type="body" idx="1"/>
          </p:nvPr>
        </p:nvSpPr>
        <p:spPr>
          <a:xfrm>
            <a:off x="107044" y="402200"/>
            <a:ext cx="8520600" cy="3416400"/>
          </a:xfrm>
          <a:prstGeom prst="rect">
            <a:avLst/>
          </a:prstGeom>
        </p:spPr>
        <p:txBody>
          <a:bodyPr spcFirstLastPara="1" wrap="square" lIns="91425" tIns="91425" rIns="91425" bIns="91425" anchor="t" anchorCtr="0">
            <a:noAutofit/>
          </a:bodyPr>
          <a:lstStyle>
            <a:lvl1pPr marL="457200" lvl="0" indent="-342900" rtl="0">
              <a:spcBef>
                <a:spcPts val="600"/>
              </a:spcBef>
              <a:spcAft>
                <a:spcPts val="0"/>
              </a:spcAft>
              <a:buSzPts val="1800"/>
              <a:buChar char="●"/>
              <a:defRPr/>
            </a:lvl1pPr>
            <a:lvl2pPr marL="914400" lvl="1" indent="-342900" rtl="0">
              <a:spcBef>
                <a:spcPts val="600"/>
              </a:spcBef>
              <a:spcAft>
                <a:spcPts val="0"/>
              </a:spcAft>
              <a:buSzPts val="1800"/>
              <a:buChar char="○"/>
              <a:defRPr/>
            </a:lvl2pPr>
            <a:lvl3pPr marL="1371600" lvl="2" indent="-342900" rtl="0">
              <a:spcBef>
                <a:spcPts val="600"/>
              </a:spcBef>
              <a:spcAft>
                <a:spcPts val="0"/>
              </a:spcAft>
              <a:buSzPts val="1800"/>
              <a:buChar char="■"/>
              <a:defRPr/>
            </a:lvl3pPr>
            <a:lvl4pPr marL="1828800" lvl="3" indent="-342900" rtl="0">
              <a:spcBef>
                <a:spcPts val="600"/>
              </a:spcBef>
              <a:spcAft>
                <a:spcPts val="0"/>
              </a:spcAft>
              <a:buSzPts val="1800"/>
              <a:buChar char="●"/>
              <a:defRPr/>
            </a:lvl4pPr>
            <a:lvl5pPr marL="2286000" lvl="4" indent="-342900" rtl="0">
              <a:spcBef>
                <a:spcPts val="600"/>
              </a:spcBef>
              <a:spcAft>
                <a:spcPts val="0"/>
              </a:spcAft>
              <a:buSzPts val="1800"/>
              <a:buChar char="○"/>
              <a:defRPr/>
            </a:lvl5pPr>
            <a:lvl6pPr marL="2743200" lvl="5" indent="-342900" rtl="0">
              <a:spcBef>
                <a:spcPts val="600"/>
              </a:spcBef>
              <a:spcAft>
                <a:spcPts val="0"/>
              </a:spcAft>
              <a:buSzPts val="1800"/>
              <a:buChar char="■"/>
              <a:defRPr/>
            </a:lvl6pPr>
            <a:lvl7pPr marL="3200400" lvl="6" indent="-342900" rtl="0">
              <a:spcBef>
                <a:spcPts val="600"/>
              </a:spcBef>
              <a:spcAft>
                <a:spcPts val="0"/>
              </a:spcAft>
              <a:buSzPts val="1800"/>
              <a:buChar char="●"/>
              <a:defRPr/>
            </a:lvl7pPr>
            <a:lvl8pPr marL="3657600" lvl="7" indent="-342900" rtl="0">
              <a:spcBef>
                <a:spcPts val="600"/>
              </a:spcBef>
              <a:spcAft>
                <a:spcPts val="0"/>
              </a:spcAft>
              <a:buSzPts val="1800"/>
              <a:buChar char="○"/>
              <a:defRPr/>
            </a:lvl8pPr>
            <a:lvl9pPr marL="4114800" lvl="8" indent="-342900" rtl="0">
              <a:spcBef>
                <a:spcPts val="600"/>
              </a:spcBef>
              <a:spcAft>
                <a:spcPts val="0"/>
              </a:spcAft>
              <a:buSzPts val="1800"/>
              <a:buChar char="■"/>
              <a:defRPr/>
            </a:lvl9pPr>
          </a:lstStyle>
          <a:p>
            <a:endParaRPr/>
          </a:p>
        </p:txBody>
      </p:sp>
      <p:sp>
        <p:nvSpPr>
          <p:cNvPr id="21" name="Google Shape;21;p4"/>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r" rtl="0">
              <a:spcBef>
                <a:spcPts val="0"/>
              </a:spcBef>
              <a:spcAft>
                <a:spcPts val="0"/>
              </a:spcAft>
              <a:buNone/>
            </a:pPr>
            <a:fld id="{00000000-1234-1234-1234-123412341234}" type="slidenum">
              <a:rPr lang="en"/>
              <a:t>‹#›</a:t>
            </a:fld>
            <a:endParaRPr/>
          </a:p>
        </p:txBody>
      </p:sp>
      <p:cxnSp>
        <p:nvCxnSpPr>
          <p:cNvPr id="22" name="Google Shape;22;p4"/>
          <p:cNvCxnSpPr/>
          <p:nvPr/>
        </p:nvCxnSpPr>
        <p:spPr>
          <a:xfrm>
            <a:off x="95431" y="402210"/>
            <a:ext cx="8909700" cy="0"/>
          </a:xfrm>
          <a:prstGeom prst="straightConnector1">
            <a:avLst/>
          </a:prstGeom>
          <a:noFill/>
          <a:ln w="19050" cap="flat" cmpd="sng">
            <a:solidFill>
              <a:srgbClr val="BF9000"/>
            </a:solidFill>
            <a:prstDash val="solid"/>
            <a:round/>
            <a:headEnd type="none" w="med" len="med"/>
            <a:tailEnd type="none" w="med" len="med"/>
          </a:ln>
        </p:spPr>
      </p:cxn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Roadmap">
  <p:cSld name="SECTION_TITLE_AND_DESCRIPTION_1">
    <p:spTree>
      <p:nvGrpSpPr>
        <p:cNvPr id="1" name="Shape 23"/>
        <p:cNvGrpSpPr/>
        <p:nvPr/>
      </p:nvGrpSpPr>
      <p:grpSpPr>
        <a:xfrm>
          <a:off x="0" y="0"/>
          <a:ext cx="0" cy="0"/>
          <a:chOff x="0" y="0"/>
          <a:chExt cx="0" cy="0"/>
        </a:xfrm>
      </p:grpSpPr>
      <p:sp>
        <p:nvSpPr>
          <p:cNvPr id="24" name="Google Shape;24;p5"/>
          <p:cNvSpPr/>
          <p:nvPr/>
        </p:nvSpPr>
        <p:spPr>
          <a:xfrm>
            <a:off x="0" y="-125"/>
            <a:ext cx="4572000" cy="5143500"/>
          </a:xfrm>
          <a:prstGeom prst="rect">
            <a:avLst/>
          </a:prstGeom>
          <a:solidFill>
            <a:srgbClr val="CFE2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 name="Google Shape;25;p5"/>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r" rtl="0">
              <a:spcBef>
                <a:spcPts val="0"/>
              </a:spcBef>
              <a:spcAft>
                <a:spcPts val="0"/>
              </a:spcAft>
              <a:buNone/>
            </a:pPr>
            <a:fld id="{00000000-1234-1234-1234-123412341234}" type="slidenum">
              <a:rPr lang="en"/>
              <a:t>‹#›</a:t>
            </a:fld>
            <a:endParaRPr/>
          </a:p>
        </p:txBody>
      </p:sp>
      <p:sp>
        <p:nvSpPr>
          <p:cNvPr id="26" name="Google Shape;26;p5"/>
          <p:cNvSpPr txBox="1">
            <a:spLocks noGrp="1"/>
          </p:cNvSpPr>
          <p:nvPr>
            <p:ph type="body" idx="1"/>
          </p:nvPr>
        </p:nvSpPr>
        <p:spPr>
          <a:xfrm>
            <a:off x="4812375" y="402198"/>
            <a:ext cx="3999900" cy="4260900"/>
          </a:xfrm>
          <a:prstGeom prst="rect">
            <a:avLst/>
          </a:prstGeom>
        </p:spPr>
        <p:txBody>
          <a:bodyPr spcFirstLastPara="1" wrap="square" lIns="91425" tIns="91425" rIns="91425" bIns="91425" anchor="ctr" anchorCtr="0">
            <a:noAutofit/>
          </a:bodyPr>
          <a:lstStyle>
            <a:lvl1pPr marL="457200" lvl="0" indent="-342900" rtl="0">
              <a:spcBef>
                <a:spcPts val="600"/>
              </a:spcBef>
              <a:spcAft>
                <a:spcPts val="0"/>
              </a:spcAft>
              <a:buClr>
                <a:srgbClr val="CCCCCC"/>
              </a:buClr>
              <a:buSzPts val="1800"/>
              <a:buFont typeface="Roboto Light"/>
              <a:buChar char="•"/>
              <a:defRPr>
                <a:solidFill>
                  <a:srgbClr val="CCCCCC"/>
                </a:solidFill>
                <a:latin typeface="Roboto Light"/>
                <a:ea typeface="Roboto Light"/>
                <a:cs typeface="Roboto Light"/>
                <a:sym typeface="Roboto Light"/>
              </a:defRPr>
            </a:lvl1pPr>
            <a:lvl2pPr marL="914400" lvl="1" indent="-342900" rtl="0">
              <a:spcBef>
                <a:spcPts val="600"/>
              </a:spcBef>
              <a:spcAft>
                <a:spcPts val="0"/>
              </a:spcAft>
              <a:buClr>
                <a:srgbClr val="CCCCCC"/>
              </a:buClr>
              <a:buSzPts val="1800"/>
              <a:buFont typeface="Roboto Light"/>
              <a:buChar char="•"/>
              <a:defRPr>
                <a:solidFill>
                  <a:srgbClr val="CCCCCC"/>
                </a:solidFill>
                <a:latin typeface="Roboto Light"/>
                <a:ea typeface="Roboto Light"/>
                <a:cs typeface="Roboto Light"/>
                <a:sym typeface="Roboto Light"/>
              </a:defRPr>
            </a:lvl2pPr>
            <a:lvl3pPr marL="1371600" lvl="2" indent="-342900" rtl="0">
              <a:spcBef>
                <a:spcPts val="600"/>
              </a:spcBef>
              <a:spcAft>
                <a:spcPts val="0"/>
              </a:spcAft>
              <a:buClr>
                <a:srgbClr val="CCCCCC"/>
              </a:buClr>
              <a:buSzPts val="1800"/>
              <a:buFont typeface="Roboto Light"/>
              <a:buChar char="•"/>
              <a:defRPr>
                <a:solidFill>
                  <a:srgbClr val="CCCCCC"/>
                </a:solidFill>
                <a:latin typeface="Roboto Light"/>
                <a:ea typeface="Roboto Light"/>
                <a:cs typeface="Roboto Light"/>
                <a:sym typeface="Roboto Light"/>
              </a:defRPr>
            </a:lvl3pPr>
            <a:lvl4pPr marL="1828800" lvl="3" indent="-342900" rtl="0">
              <a:spcBef>
                <a:spcPts val="600"/>
              </a:spcBef>
              <a:spcAft>
                <a:spcPts val="0"/>
              </a:spcAft>
              <a:buClr>
                <a:srgbClr val="CCCCCC"/>
              </a:buClr>
              <a:buSzPts val="1800"/>
              <a:buFont typeface="Roboto Light"/>
              <a:buChar char="•"/>
              <a:defRPr>
                <a:solidFill>
                  <a:srgbClr val="CCCCCC"/>
                </a:solidFill>
                <a:latin typeface="Roboto Light"/>
                <a:ea typeface="Roboto Light"/>
                <a:cs typeface="Roboto Light"/>
                <a:sym typeface="Roboto Light"/>
              </a:defRPr>
            </a:lvl4pPr>
            <a:lvl5pPr marL="2286000" lvl="4" indent="-342900" rtl="0">
              <a:spcBef>
                <a:spcPts val="600"/>
              </a:spcBef>
              <a:spcAft>
                <a:spcPts val="0"/>
              </a:spcAft>
              <a:buClr>
                <a:srgbClr val="CCCCCC"/>
              </a:buClr>
              <a:buSzPts val="1800"/>
              <a:buFont typeface="Roboto Light"/>
              <a:buChar char="•"/>
              <a:defRPr>
                <a:solidFill>
                  <a:srgbClr val="CCCCCC"/>
                </a:solidFill>
                <a:latin typeface="Roboto Light"/>
                <a:ea typeface="Roboto Light"/>
                <a:cs typeface="Roboto Light"/>
                <a:sym typeface="Roboto Light"/>
              </a:defRPr>
            </a:lvl5pPr>
            <a:lvl6pPr marL="2743200" lvl="5" indent="-342900" rtl="0">
              <a:spcBef>
                <a:spcPts val="600"/>
              </a:spcBef>
              <a:spcAft>
                <a:spcPts val="0"/>
              </a:spcAft>
              <a:buClr>
                <a:srgbClr val="CCCCCC"/>
              </a:buClr>
              <a:buSzPts val="1800"/>
              <a:buFont typeface="Roboto Light"/>
              <a:buChar char="•"/>
              <a:defRPr>
                <a:solidFill>
                  <a:srgbClr val="CCCCCC"/>
                </a:solidFill>
                <a:latin typeface="Roboto Light"/>
                <a:ea typeface="Roboto Light"/>
                <a:cs typeface="Roboto Light"/>
                <a:sym typeface="Roboto Light"/>
              </a:defRPr>
            </a:lvl6pPr>
            <a:lvl7pPr marL="3200400" lvl="6" indent="-342900" rtl="0">
              <a:spcBef>
                <a:spcPts val="600"/>
              </a:spcBef>
              <a:spcAft>
                <a:spcPts val="0"/>
              </a:spcAft>
              <a:buClr>
                <a:srgbClr val="CCCCCC"/>
              </a:buClr>
              <a:buSzPts val="1800"/>
              <a:buFont typeface="Roboto Light"/>
              <a:buChar char="•"/>
              <a:defRPr>
                <a:solidFill>
                  <a:srgbClr val="CCCCCC"/>
                </a:solidFill>
                <a:latin typeface="Roboto Light"/>
                <a:ea typeface="Roboto Light"/>
                <a:cs typeface="Roboto Light"/>
                <a:sym typeface="Roboto Light"/>
              </a:defRPr>
            </a:lvl7pPr>
            <a:lvl8pPr marL="3657600" lvl="7" indent="-342900" rtl="0">
              <a:spcBef>
                <a:spcPts val="600"/>
              </a:spcBef>
              <a:spcAft>
                <a:spcPts val="0"/>
              </a:spcAft>
              <a:buClr>
                <a:srgbClr val="CCCCCC"/>
              </a:buClr>
              <a:buSzPts val="1800"/>
              <a:buFont typeface="Roboto Light"/>
              <a:buChar char="•"/>
              <a:defRPr>
                <a:solidFill>
                  <a:srgbClr val="CCCCCC"/>
                </a:solidFill>
                <a:latin typeface="Roboto Light"/>
                <a:ea typeface="Roboto Light"/>
                <a:cs typeface="Roboto Light"/>
                <a:sym typeface="Roboto Light"/>
              </a:defRPr>
            </a:lvl8pPr>
            <a:lvl9pPr marL="4114800" lvl="8" indent="-342900" rtl="0">
              <a:spcBef>
                <a:spcPts val="600"/>
              </a:spcBef>
              <a:spcAft>
                <a:spcPts val="0"/>
              </a:spcAft>
              <a:buClr>
                <a:srgbClr val="CCCCCC"/>
              </a:buClr>
              <a:buSzPts val="1800"/>
              <a:buFont typeface="Roboto Light"/>
              <a:buChar char="•"/>
              <a:defRPr>
                <a:solidFill>
                  <a:srgbClr val="CCCCCC"/>
                </a:solidFill>
                <a:latin typeface="Roboto Light"/>
                <a:ea typeface="Roboto Light"/>
                <a:cs typeface="Roboto Light"/>
                <a:sym typeface="Roboto Light"/>
              </a:defRPr>
            </a:lvl9pPr>
          </a:lstStyle>
          <a:p>
            <a:endParaRPr/>
          </a:p>
        </p:txBody>
      </p:sp>
      <p:pic>
        <p:nvPicPr>
          <p:cNvPr id="27" name="Google Shape;27;p5"/>
          <p:cNvPicPr preferRelativeResize="0"/>
          <p:nvPr/>
        </p:nvPicPr>
        <p:blipFill>
          <a:blip r:embed="rId2">
            <a:alphaModFix/>
          </a:blip>
          <a:stretch>
            <a:fillRect/>
          </a:stretch>
        </p:blipFill>
        <p:spPr>
          <a:xfrm>
            <a:off x="0" y="4983478"/>
            <a:ext cx="457200" cy="160022"/>
          </a:xfrm>
          <a:prstGeom prst="rect">
            <a:avLst/>
          </a:prstGeom>
          <a:noFill/>
          <a:ln>
            <a:noFill/>
          </a:ln>
        </p:spPr>
      </p:pic>
      <p:sp>
        <p:nvSpPr>
          <p:cNvPr id="28" name="Google Shape;28;p5"/>
          <p:cNvSpPr txBox="1">
            <a:spLocks noGrp="1"/>
          </p:cNvSpPr>
          <p:nvPr>
            <p:ph type="title"/>
          </p:nvPr>
        </p:nvSpPr>
        <p:spPr>
          <a:xfrm>
            <a:off x="177925" y="2003300"/>
            <a:ext cx="4038000" cy="2037900"/>
          </a:xfrm>
          <a:prstGeom prst="rect">
            <a:avLst/>
          </a:prstGeom>
        </p:spPr>
        <p:txBody>
          <a:bodyPr spcFirstLastPara="1" wrap="square" lIns="91425" tIns="91425" rIns="91425" bIns="91425" anchor="b" anchorCtr="0">
            <a:noAutofit/>
          </a:bodyPr>
          <a:lstStyle>
            <a:lvl1pPr lvl="0" rtl="0">
              <a:spcBef>
                <a:spcPts val="0"/>
              </a:spcBef>
              <a:spcAft>
                <a:spcPts val="0"/>
              </a:spcAft>
              <a:buSzPts val="3600"/>
              <a:buNone/>
              <a:defRPr sz="3600"/>
            </a:lvl1pPr>
            <a:lvl2pPr lvl="1" rtl="0">
              <a:spcBef>
                <a:spcPts val="0"/>
              </a:spcBef>
              <a:spcAft>
                <a:spcPts val="0"/>
              </a:spcAft>
              <a:buSzPts val="3600"/>
              <a:buNone/>
              <a:defRPr sz="3600"/>
            </a:lvl2pPr>
            <a:lvl3pPr lvl="2" rtl="0">
              <a:spcBef>
                <a:spcPts val="0"/>
              </a:spcBef>
              <a:spcAft>
                <a:spcPts val="0"/>
              </a:spcAft>
              <a:buSzPts val="3600"/>
              <a:buNone/>
              <a:defRPr sz="3600"/>
            </a:lvl3pPr>
            <a:lvl4pPr lvl="3" rtl="0">
              <a:spcBef>
                <a:spcPts val="0"/>
              </a:spcBef>
              <a:spcAft>
                <a:spcPts val="0"/>
              </a:spcAft>
              <a:buSzPts val="3600"/>
              <a:buNone/>
              <a:defRPr sz="3600"/>
            </a:lvl4pPr>
            <a:lvl5pPr lvl="4" rtl="0">
              <a:spcBef>
                <a:spcPts val="0"/>
              </a:spcBef>
              <a:spcAft>
                <a:spcPts val="0"/>
              </a:spcAft>
              <a:buSzPts val="3600"/>
              <a:buNone/>
              <a:defRPr sz="3600"/>
            </a:lvl5pPr>
            <a:lvl6pPr lvl="5" rtl="0">
              <a:spcBef>
                <a:spcPts val="0"/>
              </a:spcBef>
              <a:spcAft>
                <a:spcPts val="0"/>
              </a:spcAft>
              <a:buSzPts val="3600"/>
              <a:buNone/>
              <a:defRPr sz="3600"/>
            </a:lvl6pPr>
            <a:lvl7pPr lvl="6" rtl="0">
              <a:spcBef>
                <a:spcPts val="0"/>
              </a:spcBef>
              <a:spcAft>
                <a:spcPts val="0"/>
              </a:spcAft>
              <a:buSzPts val="3600"/>
              <a:buNone/>
              <a:defRPr sz="3600"/>
            </a:lvl7pPr>
            <a:lvl8pPr lvl="7" rtl="0">
              <a:spcBef>
                <a:spcPts val="0"/>
              </a:spcBef>
              <a:spcAft>
                <a:spcPts val="0"/>
              </a:spcAft>
              <a:buSzPts val="3600"/>
              <a:buNone/>
              <a:defRPr sz="3600"/>
            </a:lvl8pPr>
            <a:lvl9pPr lvl="8" rtl="0">
              <a:spcBef>
                <a:spcPts val="0"/>
              </a:spcBef>
              <a:spcAft>
                <a:spcPts val="0"/>
              </a:spcAft>
              <a:buSzPts val="3600"/>
              <a:buNone/>
              <a:defRPr sz="3600"/>
            </a:lvl9pPr>
          </a:lstStyle>
          <a:p>
            <a:endParaRPr/>
          </a:p>
        </p:txBody>
      </p:sp>
      <p:cxnSp>
        <p:nvCxnSpPr>
          <p:cNvPr id="29" name="Google Shape;29;p5"/>
          <p:cNvCxnSpPr/>
          <p:nvPr/>
        </p:nvCxnSpPr>
        <p:spPr>
          <a:xfrm>
            <a:off x="266975" y="4049175"/>
            <a:ext cx="4038000" cy="0"/>
          </a:xfrm>
          <a:prstGeom prst="straightConnector1">
            <a:avLst/>
          </a:prstGeom>
          <a:noFill/>
          <a:ln w="19050" cap="flat" cmpd="sng">
            <a:solidFill>
              <a:srgbClr val="BF9000"/>
            </a:solidFill>
            <a:prstDash val="solid"/>
            <a:round/>
            <a:headEnd type="none" w="med" len="med"/>
            <a:tailEnd type="none" w="med" len="med"/>
          </a:ln>
        </p:spPr>
      </p:cxnSp>
      <p:sp>
        <p:nvSpPr>
          <p:cNvPr id="30" name="Google Shape;30;p5"/>
          <p:cNvSpPr txBox="1">
            <a:spLocks noGrp="1"/>
          </p:cNvSpPr>
          <p:nvPr>
            <p:ph type="subTitle" idx="2"/>
          </p:nvPr>
        </p:nvSpPr>
        <p:spPr>
          <a:xfrm>
            <a:off x="177925" y="4068000"/>
            <a:ext cx="4158000" cy="393600"/>
          </a:xfrm>
          <a:prstGeom prst="rect">
            <a:avLst/>
          </a:prstGeom>
        </p:spPr>
        <p:txBody>
          <a:bodyPr spcFirstLastPara="1" wrap="square" lIns="91425" tIns="91425" rIns="91425" bIns="91425" anchor="ctr" anchorCtr="0">
            <a:noAutofit/>
          </a:bodyPr>
          <a:lstStyle>
            <a:lvl1pPr lvl="0" rtl="0">
              <a:lnSpc>
                <a:spcPct val="100000"/>
              </a:lnSpc>
              <a:spcBef>
                <a:spcPts val="600"/>
              </a:spcBef>
              <a:spcAft>
                <a:spcPts val="0"/>
              </a:spcAft>
              <a:buSzPts val="1800"/>
              <a:buNone/>
              <a:defRPr/>
            </a:lvl1pPr>
            <a:lvl2pPr lvl="1" rtl="0">
              <a:lnSpc>
                <a:spcPct val="100000"/>
              </a:lnSpc>
              <a:spcBef>
                <a:spcPts val="600"/>
              </a:spcBef>
              <a:spcAft>
                <a:spcPts val="0"/>
              </a:spcAft>
              <a:buSzPts val="2100"/>
              <a:buNone/>
              <a:defRPr sz="2100"/>
            </a:lvl2pPr>
            <a:lvl3pPr lvl="2" rtl="0">
              <a:lnSpc>
                <a:spcPct val="100000"/>
              </a:lnSpc>
              <a:spcBef>
                <a:spcPts val="600"/>
              </a:spcBef>
              <a:spcAft>
                <a:spcPts val="0"/>
              </a:spcAft>
              <a:buSzPts val="2100"/>
              <a:buNone/>
              <a:defRPr sz="2100"/>
            </a:lvl3pPr>
            <a:lvl4pPr lvl="3" rtl="0">
              <a:lnSpc>
                <a:spcPct val="100000"/>
              </a:lnSpc>
              <a:spcBef>
                <a:spcPts val="600"/>
              </a:spcBef>
              <a:spcAft>
                <a:spcPts val="0"/>
              </a:spcAft>
              <a:buSzPts val="2100"/>
              <a:buNone/>
              <a:defRPr sz="2100"/>
            </a:lvl4pPr>
            <a:lvl5pPr lvl="4" rtl="0">
              <a:lnSpc>
                <a:spcPct val="100000"/>
              </a:lnSpc>
              <a:spcBef>
                <a:spcPts val="600"/>
              </a:spcBef>
              <a:spcAft>
                <a:spcPts val="0"/>
              </a:spcAft>
              <a:buSzPts val="2100"/>
              <a:buNone/>
              <a:defRPr sz="2100"/>
            </a:lvl5pPr>
            <a:lvl6pPr lvl="5" rtl="0">
              <a:lnSpc>
                <a:spcPct val="100000"/>
              </a:lnSpc>
              <a:spcBef>
                <a:spcPts val="600"/>
              </a:spcBef>
              <a:spcAft>
                <a:spcPts val="0"/>
              </a:spcAft>
              <a:buSzPts val="2100"/>
              <a:buNone/>
              <a:defRPr sz="2100"/>
            </a:lvl6pPr>
            <a:lvl7pPr lvl="6" rtl="0">
              <a:lnSpc>
                <a:spcPct val="100000"/>
              </a:lnSpc>
              <a:spcBef>
                <a:spcPts val="600"/>
              </a:spcBef>
              <a:spcAft>
                <a:spcPts val="0"/>
              </a:spcAft>
              <a:buSzPts val="2100"/>
              <a:buNone/>
              <a:defRPr sz="2100"/>
            </a:lvl7pPr>
            <a:lvl8pPr lvl="7" rtl="0">
              <a:lnSpc>
                <a:spcPct val="100000"/>
              </a:lnSpc>
              <a:spcBef>
                <a:spcPts val="600"/>
              </a:spcBef>
              <a:spcAft>
                <a:spcPts val="0"/>
              </a:spcAft>
              <a:buSzPts val="2100"/>
              <a:buNone/>
              <a:defRPr sz="2100"/>
            </a:lvl8pPr>
            <a:lvl9pPr lvl="8" rtl="0">
              <a:lnSpc>
                <a:spcPct val="100000"/>
              </a:lnSpc>
              <a:spcBef>
                <a:spcPts val="600"/>
              </a:spcBef>
              <a:spcAft>
                <a:spcPts val="0"/>
              </a:spcAft>
              <a:buSzPts val="2100"/>
              <a:buNone/>
              <a:defRPr sz="2100"/>
            </a:lvl9pPr>
          </a:lstStyle>
          <a:p>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Demo slide right">
  <p:cSld name="SECTION_TITLE_AND_DESCRIPTION_2">
    <p:spTree>
      <p:nvGrpSpPr>
        <p:cNvPr id="1" name="Shape 31"/>
        <p:cNvGrpSpPr/>
        <p:nvPr/>
      </p:nvGrpSpPr>
      <p:grpSpPr>
        <a:xfrm>
          <a:off x="0" y="0"/>
          <a:ext cx="0" cy="0"/>
          <a:chOff x="0" y="0"/>
          <a:chExt cx="0" cy="0"/>
        </a:xfrm>
      </p:grpSpPr>
      <p:sp>
        <p:nvSpPr>
          <p:cNvPr id="32" name="Google Shape;32;p6"/>
          <p:cNvSpPr/>
          <p:nvPr/>
        </p:nvSpPr>
        <p:spPr>
          <a:xfrm>
            <a:off x="4572000" y="-125"/>
            <a:ext cx="4572000" cy="5143500"/>
          </a:xfrm>
          <a:prstGeom prst="rect">
            <a:avLst/>
          </a:prstGeom>
          <a:solidFill>
            <a:srgbClr val="CFE2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 name="Google Shape;33;p6"/>
          <p:cNvSpPr txBox="1">
            <a:spLocks noGrp="1"/>
          </p:cNvSpPr>
          <p:nvPr>
            <p:ph type="subTitle" idx="1"/>
          </p:nvPr>
        </p:nvSpPr>
        <p:spPr>
          <a:xfrm>
            <a:off x="4835400" y="4198275"/>
            <a:ext cx="4045200" cy="465000"/>
          </a:xfrm>
          <a:prstGeom prst="rect">
            <a:avLst/>
          </a:prstGeom>
        </p:spPr>
        <p:txBody>
          <a:bodyPr spcFirstLastPara="1" wrap="square" lIns="91425" tIns="91425" rIns="91425" bIns="91425" anchor="t" anchorCtr="0">
            <a:noAutofit/>
          </a:bodyPr>
          <a:lstStyle>
            <a:lvl1pPr lvl="0" algn="r" rtl="0">
              <a:lnSpc>
                <a:spcPct val="100000"/>
              </a:lnSpc>
              <a:spcBef>
                <a:spcPts val="600"/>
              </a:spcBef>
              <a:spcAft>
                <a:spcPts val="0"/>
              </a:spcAft>
              <a:buSzPts val="1800"/>
              <a:buNone/>
              <a:defRPr/>
            </a:lvl1pPr>
            <a:lvl2pPr lvl="1" algn="ctr" rtl="0">
              <a:lnSpc>
                <a:spcPct val="100000"/>
              </a:lnSpc>
              <a:spcBef>
                <a:spcPts val="600"/>
              </a:spcBef>
              <a:spcAft>
                <a:spcPts val="0"/>
              </a:spcAft>
              <a:buSzPts val="2100"/>
              <a:buNone/>
              <a:defRPr sz="2100"/>
            </a:lvl2pPr>
            <a:lvl3pPr lvl="2" algn="ctr" rtl="0">
              <a:lnSpc>
                <a:spcPct val="100000"/>
              </a:lnSpc>
              <a:spcBef>
                <a:spcPts val="600"/>
              </a:spcBef>
              <a:spcAft>
                <a:spcPts val="0"/>
              </a:spcAft>
              <a:buSzPts val="2100"/>
              <a:buNone/>
              <a:defRPr sz="2100"/>
            </a:lvl3pPr>
            <a:lvl4pPr lvl="3" algn="ctr" rtl="0">
              <a:lnSpc>
                <a:spcPct val="100000"/>
              </a:lnSpc>
              <a:spcBef>
                <a:spcPts val="600"/>
              </a:spcBef>
              <a:spcAft>
                <a:spcPts val="0"/>
              </a:spcAft>
              <a:buSzPts val="2100"/>
              <a:buNone/>
              <a:defRPr sz="2100"/>
            </a:lvl4pPr>
            <a:lvl5pPr lvl="4" algn="ctr" rtl="0">
              <a:lnSpc>
                <a:spcPct val="100000"/>
              </a:lnSpc>
              <a:spcBef>
                <a:spcPts val="600"/>
              </a:spcBef>
              <a:spcAft>
                <a:spcPts val="0"/>
              </a:spcAft>
              <a:buSzPts val="2100"/>
              <a:buNone/>
              <a:defRPr sz="2100"/>
            </a:lvl5pPr>
            <a:lvl6pPr lvl="5" algn="ctr" rtl="0">
              <a:lnSpc>
                <a:spcPct val="100000"/>
              </a:lnSpc>
              <a:spcBef>
                <a:spcPts val="600"/>
              </a:spcBef>
              <a:spcAft>
                <a:spcPts val="0"/>
              </a:spcAft>
              <a:buSzPts val="2100"/>
              <a:buNone/>
              <a:defRPr sz="2100"/>
            </a:lvl6pPr>
            <a:lvl7pPr lvl="6" algn="ctr" rtl="0">
              <a:lnSpc>
                <a:spcPct val="100000"/>
              </a:lnSpc>
              <a:spcBef>
                <a:spcPts val="600"/>
              </a:spcBef>
              <a:spcAft>
                <a:spcPts val="0"/>
              </a:spcAft>
              <a:buSzPts val="2100"/>
              <a:buNone/>
              <a:defRPr sz="2100"/>
            </a:lvl7pPr>
            <a:lvl8pPr lvl="7" algn="ctr" rtl="0">
              <a:lnSpc>
                <a:spcPct val="100000"/>
              </a:lnSpc>
              <a:spcBef>
                <a:spcPts val="600"/>
              </a:spcBef>
              <a:spcAft>
                <a:spcPts val="0"/>
              </a:spcAft>
              <a:buSzPts val="2100"/>
              <a:buNone/>
              <a:defRPr sz="2100"/>
            </a:lvl8pPr>
            <a:lvl9pPr lvl="8" algn="ctr" rtl="0">
              <a:lnSpc>
                <a:spcPct val="100000"/>
              </a:lnSpc>
              <a:spcBef>
                <a:spcPts val="600"/>
              </a:spcBef>
              <a:spcAft>
                <a:spcPts val="0"/>
              </a:spcAft>
              <a:buSzPts val="2100"/>
              <a:buNone/>
              <a:defRPr sz="2100"/>
            </a:lvl9pPr>
          </a:lstStyle>
          <a:p>
            <a:endParaRPr/>
          </a:p>
        </p:txBody>
      </p:sp>
      <p:sp>
        <p:nvSpPr>
          <p:cNvPr id="34" name="Google Shape;34;p6"/>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r" rtl="0">
              <a:spcBef>
                <a:spcPts val="0"/>
              </a:spcBef>
              <a:spcAft>
                <a:spcPts val="0"/>
              </a:spcAft>
              <a:buNone/>
            </a:pPr>
            <a:fld id="{00000000-1234-1234-1234-123412341234}" type="slidenum">
              <a:rPr lang="en"/>
              <a:t>‹#›</a:t>
            </a:fld>
            <a:endParaRPr/>
          </a:p>
        </p:txBody>
      </p:sp>
      <p:sp>
        <p:nvSpPr>
          <p:cNvPr id="35" name="Google Shape;35;p6"/>
          <p:cNvSpPr txBox="1"/>
          <p:nvPr/>
        </p:nvSpPr>
        <p:spPr>
          <a:xfrm>
            <a:off x="6365900" y="3724875"/>
            <a:ext cx="2591100" cy="569400"/>
          </a:xfrm>
          <a:prstGeom prst="rect">
            <a:avLst/>
          </a:prstGeom>
          <a:noFill/>
          <a:ln>
            <a:noFill/>
          </a:ln>
        </p:spPr>
        <p:txBody>
          <a:bodyPr spcFirstLastPara="1" wrap="square" lIns="91425" tIns="91425" rIns="91425" bIns="91425" anchor="t" anchorCtr="0">
            <a:spAutoFit/>
          </a:bodyPr>
          <a:lstStyle/>
          <a:p>
            <a:pPr marL="0" lvl="0" indent="0" algn="r" rtl="0">
              <a:spcBef>
                <a:spcPts val="0"/>
              </a:spcBef>
              <a:spcAft>
                <a:spcPts val="0"/>
              </a:spcAft>
              <a:buNone/>
            </a:pPr>
            <a:r>
              <a:rPr lang="en" sz="2500" b="1">
                <a:solidFill>
                  <a:schemeClr val="accent3"/>
                </a:solidFill>
                <a:latin typeface="Roboto"/>
                <a:ea typeface="Roboto"/>
                <a:cs typeface="Roboto"/>
                <a:sym typeface="Roboto"/>
              </a:rPr>
              <a:t>Demo Slides</a:t>
            </a:r>
            <a:endParaRPr sz="2500" b="1">
              <a:solidFill>
                <a:schemeClr val="accent3"/>
              </a:solidFill>
              <a:latin typeface="Roboto"/>
              <a:ea typeface="Roboto"/>
              <a:cs typeface="Roboto"/>
              <a:sym typeface="Roboto"/>
            </a:endParaRPr>
          </a:p>
        </p:txBody>
      </p:sp>
      <p:sp>
        <p:nvSpPr>
          <p:cNvPr id="36" name="Google Shape;36;p6"/>
          <p:cNvSpPr txBox="1">
            <a:spLocks noGrp="1"/>
          </p:cNvSpPr>
          <p:nvPr>
            <p:ph type="body" idx="2"/>
          </p:nvPr>
        </p:nvSpPr>
        <p:spPr>
          <a:xfrm>
            <a:off x="95425" y="402200"/>
            <a:ext cx="4302300" cy="4261200"/>
          </a:xfrm>
          <a:prstGeom prst="rect">
            <a:avLst/>
          </a:prstGeom>
        </p:spPr>
        <p:txBody>
          <a:bodyPr spcFirstLastPara="1" wrap="square" lIns="91425" tIns="91425" rIns="91425" bIns="91425" anchor="t" anchorCtr="0">
            <a:noAutofit/>
          </a:bodyPr>
          <a:lstStyle>
            <a:lvl1pPr marL="457200" lvl="0" indent="-342900" rtl="0">
              <a:spcBef>
                <a:spcPts val="600"/>
              </a:spcBef>
              <a:spcAft>
                <a:spcPts val="0"/>
              </a:spcAft>
              <a:buSzPts val="1800"/>
              <a:buFont typeface="Roboto Light"/>
              <a:buChar char="•"/>
              <a:defRPr>
                <a:latin typeface="Roboto Light"/>
                <a:ea typeface="Roboto Light"/>
                <a:cs typeface="Roboto Light"/>
                <a:sym typeface="Roboto Light"/>
              </a:defRPr>
            </a:lvl1pPr>
            <a:lvl2pPr marL="914400" lvl="1" indent="-342900" rtl="0">
              <a:spcBef>
                <a:spcPts val="600"/>
              </a:spcBef>
              <a:spcAft>
                <a:spcPts val="0"/>
              </a:spcAft>
              <a:buSzPts val="1800"/>
              <a:buFont typeface="Roboto Light"/>
              <a:buChar char="•"/>
              <a:defRPr>
                <a:latin typeface="Roboto Light"/>
                <a:ea typeface="Roboto Light"/>
                <a:cs typeface="Roboto Light"/>
                <a:sym typeface="Roboto Light"/>
              </a:defRPr>
            </a:lvl2pPr>
            <a:lvl3pPr marL="1371600" lvl="2" indent="-342900" rtl="0">
              <a:spcBef>
                <a:spcPts val="600"/>
              </a:spcBef>
              <a:spcAft>
                <a:spcPts val="0"/>
              </a:spcAft>
              <a:buSzPts val="1800"/>
              <a:buFont typeface="Roboto Light"/>
              <a:buChar char="•"/>
              <a:defRPr>
                <a:latin typeface="Roboto Light"/>
                <a:ea typeface="Roboto Light"/>
                <a:cs typeface="Roboto Light"/>
                <a:sym typeface="Roboto Light"/>
              </a:defRPr>
            </a:lvl3pPr>
            <a:lvl4pPr marL="1828800" lvl="3" indent="-342900" rtl="0">
              <a:spcBef>
                <a:spcPts val="600"/>
              </a:spcBef>
              <a:spcAft>
                <a:spcPts val="0"/>
              </a:spcAft>
              <a:buSzPts val="1800"/>
              <a:buFont typeface="Roboto Light"/>
              <a:buChar char="•"/>
              <a:defRPr>
                <a:latin typeface="Roboto Light"/>
                <a:ea typeface="Roboto Light"/>
                <a:cs typeface="Roboto Light"/>
                <a:sym typeface="Roboto Light"/>
              </a:defRPr>
            </a:lvl4pPr>
            <a:lvl5pPr marL="2286000" lvl="4" indent="-342900" rtl="0">
              <a:spcBef>
                <a:spcPts val="600"/>
              </a:spcBef>
              <a:spcAft>
                <a:spcPts val="0"/>
              </a:spcAft>
              <a:buSzPts val="1800"/>
              <a:buFont typeface="Roboto Light"/>
              <a:buChar char="•"/>
              <a:defRPr>
                <a:latin typeface="Roboto Light"/>
                <a:ea typeface="Roboto Light"/>
                <a:cs typeface="Roboto Light"/>
                <a:sym typeface="Roboto Light"/>
              </a:defRPr>
            </a:lvl5pPr>
            <a:lvl6pPr marL="2743200" lvl="5" indent="-342900" rtl="0">
              <a:spcBef>
                <a:spcPts val="600"/>
              </a:spcBef>
              <a:spcAft>
                <a:spcPts val="0"/>
              </a:spcAft>
              <a:buSzPts val="1800"/>
              <a:buFont typeface="Roboto Light"/>
              <a:buChar char="•"/>
              <a:defRPr>
                <a:latin typeface="Roboto Light"/>
                <a:ea typeface="Roboto Light"/>
                <a:cs typeface="Roboto Light"/>
                <a:sym typeface="Roboto Light"/>
              </a:defRPr>
            </a:lvl6pPr>
            <a:lvl7pPr marL="3200400" lvl="6" indent="-342900" rtl="0">
              <a:spcBef>
                <a:spcPts val="600"/>
              </a:spcBef>
              <a:spcAft>
                <a:spcPts val="0"/>
              </a:spcAft>
              <a:buSzPts val="1800"/>
              <a:buFont typeface="Roboto Light"/>
              <a:buChar char="•"/>
              <a:defRPr>
                <a:latin typeface="Roboto Light"/>
                <a:ea typeface="Roboto Light"/>
                <a:cs typeface="Roboto Light"/>
                <a:sym typeface="Roboto Light"/>
              </a:defRPr>
            </a:lvl7pPr>
            <a:lvl8pPr marL="3657600" lvl="7" indent="-342900" rtl="0">
              <a:spcBef>
                <a:spcPts val="600"/>
              </a:spcBef>
              <a:spcAft>
                <a:spcPts val="0"/>
              </a:spcAft>
              <a:buSzPts val="1800"/>
              <a:buFont typeface="Roboto Light"/>
              <a:buChar char="•"/>
              <a:defRPr>
                <a:latin typeface="Roboto Light"/>
                <a:ea typeface="Roboto Light"/>
                <a:cs typeface="Roboto Light"/>
                <a:sym typeface="Roboto Light"/>
              </a:defRPr>
            </a:lvl8pPr>
            <a:lvl9pPr marL="4114800" lvl="8" indent="-342900" rtl="0">
              <a:spcBef>
                <a:spcPts val="600"/>
              </a:spcBef>
              <a:spcAft>
                <a:spcPts val="0"/>
              </a:spcAft>
              <a:buSzPts val="1800"/>
              <a:buFont typeface="Roboto Light"/>
              <a:buChar char="•"/>
              <a:defRPr>
                <a:latin typeface="Roboto Light"/>
                <a:ea typeface="Roboto Light"/>
                <a:cs typeface="Roboto Light"/>
                <a:sym typeface="Roboto Light"/>
              </a:defRPr>
            </a:lvl9pPr>
          </a:lstStyle>
          <a:p>
            <a:endParaRPr/>
          </a:p>
        </p:txBody>
      </p:sp>
      <p:sp>
        <p:nvSpPr>
          <p:cNvPr id="37" name="Google Shape;37;p6"/>
          <p:cNvSpPr txBox="1">
            <a:spLocks noGrp="1"/>
          </p:cNvSpPr>
          <p:nvPr>
            <p:ph type="title"/>
          </p:nvPr>
        </p:nvSpPr>
        <p:spPr>
          <a:xfrm>
            <a:off x="0" y="0"/>
            <a:ext cx="8520600" cy="393600"/>
          </a:xfrm>
          <a:prstGeom prst="rect">
            <a:avLst/>
          </a:prstGeom>
        </p:spPr>
        <p:txBody>
          <a:bodyPr spcFirstLastPara="1" wrap="square" lIns="91425" tIns="91425" rIns="91425" bIns="91425" anchor="t" anchorCtr="0">
            <a:noAutofit/>
          </a:bodyPr>
          <a:lstStyle>
            <a:lvl1pPr lvl="0" rtl="0">
              <a:spcBef>
                <a:spcPts val="0"/>
              </a:spcBef>
              <a:spcAft>
                <a:spcPts val="0"/>
              </a:spcAft>
              <a:buSzPts val="16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endParaRPr/>
          </a:p>
        </p:txBody>
      </p:sp>
      <p:cxnSp>
        <p:nvCxnSpPr>
          <p:cNvPr id="38" name="Google Shape;38;p6"/>
          <p:cNvCxnSpPr/>
          <p:nvPr/>
        </p:nvCxnSpPr>
        <p:spPr>
          <a:xfrm>
            <a:off x="95431" y="402210"/>
            <a:ext cx="4352100" cy="0"/>
          </a:xfrm>
          <a:prstGeom prst="straightConnector1">
            <a:avLst/>
          </a:prstGeom>
          <a:noFill/>
          <a:ln w="19050" cap="flat" cmpd="sng">
            <a:solidFill>
              <a:srgbClr val="BF9000"/>
            </a:solidFill>
            <a:prstDash val="solid"/>
            <a:round/>
            <a:headEnd type="none" w="med" len="med"/>
            <a:tailEnd type="none" w="med" len="med"/>
          </a:ln>
        </p:spPr>
      </p:cxn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Demo slide left">
  <p:cSld name="SECTION_TITLE_AND_DESCRIPTION_2_1">
    <p:spTree>
      <p:nvGrpSpPr>
        <p:cNvPr id="1" name="Shape 39"/>
        <p:cNvGrpSpPr/>
        <p:nvPr/>
      </p:nvGrpSpPr>
      <p:grpSpPr>
        <a:xfrm>
          <a:off x="0" y="0"/>
          <a:ext cx="0" cy="0"/>
          <a:chOff x="0" y="0"/>
          <a:chExt cx="0" cy="0"/>
        </a:xfrm>
      </p:grpSpPr>
      <p:sp>
        <p:nvSpPr>
          <p:cNvPr id="40" name="Google Shape;40;p7"/>
          <p:cNvSpPr/>
          <p:nvPr/>
        </p:nvSpPr>
        <p:spPr>
          <a:xfrm>
            <a:off x="0" y="-125"/>
            <a:ext cx="4572000" cy="5143500"/>
          </a:xfrm>
          <a:prstGeom prst="rect">
            <a:avLst/>
          </a:prstGeom>
          <a:solidFill>
            <a:srgbClr val="FDF6E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 name="Google Shape;41;p7"/>
          <p:cNvSpPr txBox="1">
            <a:spLocks noGrp="1"/>
          </p:cNvSpPr>
          <p:nvPr>
            <p:ph type="subTitle" idx="1"/>
          </p:nvPr>
        </p:nvSpPr>
        <p:spPr>
          <a:xfrm>
            <a:off x="225450" y="3943400"/>
            <a:ext cx="4045200" cy="465000"/>
          </a:xfrm>
          <a:prstGeom prst="rect">
            <a:avLst/>
          </a:prstGeom>
        </p:spPr>
        <p:txBody>
          <a:bodyPr spcFirstLastPara="1" wrap="square" lIns="91425" tIns="91425" rIns="91425" bIns="91425" anchor="t" anchorCtr="0">
            <a:noAutofit/>
          </a:bodyPr>
          <a:lstStyle>
            <a:lvl1pPr lvl="0" rtl="0">
              <a:lnSpc>
                <a:spcPct val="100000"/>
              </a:lnSpc>
              <a:spcBef>
                <a:spcPts val="600"/>
              </a:spcBef>
              <a:spcAft>
                <a:spcPts val="0"/>
              </a:spcAft>
              <a:buSzPts val="1800"/>
              <a:buNone/>
              <a:defRPr/>
            </a:lvl1pPr>
            <a:lvl2pPr lvl="1" algn="ctr" rtl="0">
              <a:lnSpc>
                <a:spcPct val="100000"/>
              </a:lnSpc>
              <a:spcBef>
                <a:spcPts val="600"/>
              </a:spcBef>
              <a:spcAft>
                <a:spcPts val="0"/>
              </a:spcAft>
              <a:buSzPts val="2100"/>
              <a:buNone/>
              <a:defRPr sz="2100"/>
            </a:lvl2pPr>
            <a:lvl3pPr lvl="2" algn="ctr" rtl="0">
              <a:lnSpc>
                <a:spcPct val="100000"/>
              </a:lnSpc>
              <a:spcBef>
                <a:spcPts val="600"/>
              </a:spcBef>
              <a:spcAft>
                <a:spcPts val="0"/>
              </a:spcAft>
              <a:buSzPts val="2100"/>
              <a:buNone/>
              <a:defRPr sz="2100"/>
            </a:lvl3pPr>
            <a:lvl4pPr lvl="3" algn="ctr" rtl="0">
              <a:lnSpc>
                <a:spcPct val="100000"/>
              </a:lnSpc>
              <a:spcBef>
                <a:spcPts val="600"/>
              </a:spcBef>
              <a:spcAft>
                <a:spcPts val="0"/>
              </a:spcAft>
              <a:buSzPts val="2100"/>
              <a:buNone/>
              <a:defRPr sz="2100"/>
            </a:lvl4pPr>
            <a:lvl5pPr lvl="4" algn="ctr" rtl="0">
              <a:lnSpc>
                <a:spcPct val="100000"/>
              </a:lnSpc>
              <a:spcBef>
                <a:spcPts val="600"/>
              </a:spcBef>
              <a:spcAft>
                <a:spcPts val="0"/>
              </a:spcAft>
              <a:buSzPts val="2100"/>
              <a:buNone/>
              <a:defRPr sz="2100"/>
            </a:lvl5pPr>
            <a:lvl6pPr lvl="5" algn="ctr" rtl="0">
              <a:lnSpc>
                <a:spcPct val="100000"/>
              </a:lnSpc>
              <a:spcBef>
                <a:spcPts val="600"/>
              </a:spcBef>
              <a:spcAft>
                <a:spcPts val="0"/>
              </a:spcAft>
              <a:buSzPts val="2100"/>
              <a:buNone/>
              <a:defRPr sz="2100"/>
            </a:lvl6pPr>
            <a:lvl7pPr lvl="6" algn="ctr" rtl="0">
              <a:lnSpc>
                <a:spcPct val="100000"/>
              </a:lnSpc>
              <a:spcBef>
                <a:spcPts val="600"/>
              </a:spcBef>
              <a:spcAft>
                <a:spcPts val="0"/>
              </a:spcAft>
              <a:buSzPts val="2100"/>
              <a:buNone/>
              <a:defRPr sz="2100"/>
            </a:lvl7pPr>
            <a:lvl8pPr lvl="7" algn="ctr" rtl="0">
              <a:lnSpc>
                <a:spcPct val="100000"/>
              </a:lnSpc>
              <a:spcBef>
                <a:spcPts val="600"/>
              </a:spcBef>
              <a:spcAft>
                <a:spcPts val="0"/>
              </a:spcAft>
              <a:buSzPts val="2100"/>
              <a:buNone/>
              <a:defRPr sz="2100"/>
            </a:lvl8pPr>
            <a:lvl9pPr lvl="8" algn="ctr" rtl="0">
              <a:lnSpc>
                <a:spcPct val="100000"/>
              </a:lnSpc>
              <a:spcBef>
                <a:spcPts val="600"/>
              </a:spcBef>
              <a:spcAft>
                <a:spcPts val="0"/>
              </a:spcAft>
              <a:buSzPts val="2100"/>
              <a:buNone/>
              <a:defRPr sz="2100"/>
            </a:lvl9pPr>
          </a:lstStyle>
          <a:p>
            <a:endParaRPr/>
          </a:p>
        </p:txBody>
      </p:sp>
      <p:sp>
        <p:nvSpPr>
          <p:cNvPr id="42" name="Google Shape;42;p7"/>
          <p:cNvSpPr txBox="1"/>
          <p:nvPr/>
        </p:nvSpPr>
        <p:spPr>
          <a:xfrm>
            <a:off x="208440" y="3420075"/>
            <a:ext cx="4121700" cy="5694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2500" b="1">
                <a:solidFill>
                  <a:schemeClr val="accent3"/>
                </a:solidFill>
                <a:latin typeface="Roboto"/>
                <a:ea typeface="Roboto"/>
                <a:cs typeface="Roboto"/>
                <a:sym typeface="Roboto"/>
              </a:rPr>
              <a:t>Demo Slides</a:t>
            </a:r>
            <a:endParaRPr sz="2500" b="1">
              <a:solidFill>
                <a:schemeClr val="accent3"/>
              </a:solidFill>
              <a:latin typeface="Roboto"/>
              <a:ea typeface="Roboto"/>
              <a:cs typeface="Roboto"/>
              <a:sym typeface="Roboto"/>
            </a:endParaRPr>
          </a:p>
        </p:txBody>
      </p:sp>
      <p:sp>
        <p:nvSpPr>
          <p:cNvPr id="43" name="Google Shape;43;p7"/>
          <p:cNvSpPr txBox="1">
            <a:spLocks noGrp="1"/>
          </p:cNvSpPr>
          <p:nvPr>
            <p:ph type="body" idx="2"/>
          </p:nvPr>
        </p:nvSpPr>
        <p:spPr>
          <a:xfrm>
            <a:off x="4667425" y="402200"/>
            <a:ext cx="4302300" cy="4261200"/>
          </a:xfrm>
          <a:prstGeom prst="rect">
            <a:avLst/>
          </a:prstGeom>
        </p:spPr>
        <p:txBody>
          <a:bodyPr spcFirstLastPara="1" wrap="square" lIns="91425" tIns="91425" rIns="91425" bIns="91425" anchor="t" anchorCtr="0">
            <a:noAutofit/>
          </a:bodyPr>
          <a:lstStyle>
            <a:lvl1pPr marL="457200" lvl="0" indent="-342900" rtl="0">
              <a:spcBef>
                <a:spcPts val="600"/>
              </a:spcBef>
              <a:spcAft>
                <a:spcPts val="0"/>
              </a:spcAft>
              <a:buSzPts val="1800"/>
              <a:buFont typeface="Roboto Light"/>
              <a:buChar char="•"/>
              <a:defRPr>
                <a:latin typeface="Roboto Light"/>
                <a:ea typeface="Roboto Light"/>
                <a:cs typeface="Roboto Light"/>
                <a:sym typeface="Roboto Light"/>
              </a:defRPr>
            </a:lvl1pPr>
            <a:lvl2pPr marL="914400" lvl="1" indent="-342900" rtl="0">
              <a:spcBef>
                <a:spcPts val="600"/>
              </a:spcBef>
              <a:spcAft>
                <a:spcPts val="0"/>
              </a:spcAft>
              <a:buSzPts val="1800"/>
              <a:buFont typeface="Roboto Light"/>
              <a:buChar char="•"/>
              <a:defRPr>
                <a:latin typeface="Roboto Light"/>
                <a:ea typeface="Roboto Light"/>
                <a:cs typeface="Roboto Light"/>
                <a:sym typeface="Roboto Light"/>
              </a:defRPr>
            </a:lvl2pPr>
            <a:lvl3pPr marL="1371600" lvl="2" indent="-342900" rtl="0">
              <a:spcBef>
                <a:spcPts val="600"/>
              </a:spcBef>
              <a:spcAft>
                <a:spcPts val="0"/>
              </a:spcAft>
              <a:buSzPts val="1800"/>
              <a:buFont typeface="Roboto Light"/>
              <a:buChar char="•"/>
              <a:defRPr>
                <a:latin typeface="Roboto Light"/>
                <a:ea typeface="Roboto Light"/>
                <a:cs typeface="Roboto Light"/>
                <a:sym typeface="Roboto Light"/>
              </a:defRPr>
            </a:lvl3pPr>
            <a:lvl4pPr marL="1828800" lvl="3" indent="-342900" rtl="0">
              <a:spcBef>
                <a:spcPts val="600"/>
              </a:spcBef>
              <a:spcAft>
                <a:spcPts val="0"/>
              </a:spcAft>
              <a:buSzPts val="1800"/>
              <a:buFont typeface="Roboto Light"/>
              <a:buChar char="•"/>
              <a:defRPr>
                <a:latin typeface="Roboto Light"/>
                <a:ea typeface="Roboto Light"/>
                <a:cs typeface="Roboto Light"/>
                <a:sym typeface="Roboto Light"/>
              </a:defRPr>
            </a:lvl4pPr>
            <a:lvl5pPr marL="2286000" lvl="4" indent="-342900" rtl="0">
              <a:spcBef>
                <a:spcPts val="600"/>
              </a:spcBef>
              <a:spcAft>
                <a:spcPts val="0"/>
              </a:spcAft>
              <a:buSzPts val="1800"/>
              <a:buFont typeface="Roboto Light"/>
              <a:buChar char="•"/>
              <a:defRPr>
                <a:latin typeface="Roboto Light"/>
                <a:ea typeface="Roboto Light"/>
                <a:cs typeface="Roboto Light"/>
                <a:sym typeface="Roboto Light"/>
              </a:defRPr>
            </a:lvl5pPr>
            <a:lvl6pPr marL="2743200" lvl="5" indent="-342900" rtl="0">
              <a:spcBef>
                <a:spcPts val="600"/>
              </a:spcBef>
              <a:spcAft>
                <a:spcPts val="0"/>
              </a:spcAft>
              <a:buSzPts val="1800"/>
              <a:buFont typeface="Roboto Light"/>
              <a:buChar char="•"/>
              <a:defRPr>
                <a:latin typeface="Roboto Light"/>
                <a:ea typeface="Roboto Light"/>
                <a:cs typeface="Roboto Light"/>
                <a:sym typeface="Roboto Light"/>
              </a:defRPr>
            </a:lvl6pPr>
            <a:lvl7pPr marL="3200400" lvl="6" indent="-342900" rtl="0">
              <a:spcBef>
                <a:spcPts val="600"/>
              </a:spcBef>
              <a:spcAft>
                <a:spcPts val="0"/>
              </a:spcAft>
              <a:buSzPts val="1800"/>
              <a:buFont typeface="Roboto Light"/>
              <a:buChar char="•"/>
              <a:defRPr>
                <a:latin typeface="Roboto Light"/>
                <a:ea typeface="Roboto Light"/>
                <a:cs typeface="Roboto Light"/>
                <a:sym typeface="Roboto Light"/>
              </a:defRPr>
            </a:lvl7pPr>
            <a:lvl8pPr marL="3657600" lvl="7" indent="-342900" rtl="0">
              <a:spcBef>
                <a:spcPts val="600"/>
              </a:spcBef>
              <a:spcAft>
                <a:spcPts val="0"/>
              </a:spcAft>
              <a:buSzPts val="1800"/>
              <a:buFont typeface="Roboto Light"/>
              <a:buChar char="•"/>
              <a:defRPr>
                <a:latin typeface="Roboto Light"/>
                <a:ea typeface="Roboto Light"/>
                <a:cs typeface="Roboto Light"/>
                <a:sym typeface="Roboto Light"/>
              </a:defRPr>
            </a:lvl8pPr>
            <a:lvl9pPr marL="4114800" lvl="8" indent="-342900" rtl="0">
              <a:spcBef>
                <a:spcPts val="600"/>
              </a:spcBef>
              <a:spcAft>
                <a:spcPts val="0"/>
              </a:spcAft>
              <a:buSzPts val="1800"/>
              <a:buFont typeface="Roboto Light"/>
              <a:buChar char="•"/>
              <a:defRPr>
                <a:latin typeface="Roboto Light"/>
                <a:ea typeface="Roboto Light"/>
                <a:cs typeface="Roboto Light"/>
                <a:sym typeface="Roboto Light"/>
              </a:defRPr>
            </a:lvl9pPr>
          </a:lstStyle>
          <a:p>
            <a:endParaRPr/>
          </a:p>
        </p:txBody>
      </p:sp>
      <p:sp>
        <p:nvSpPr>
          <p:cNvPr id="44" name="Google Shape;44;p7"/>
          <p:cNvSpPr txBox="1">
            <a:spLocks noGrp="1"/>
          </p:cNvSpPr>
          <p:nvPr>
            <p:ph type="title"/>
          </p:nvPr>
        </p:nvSpPr>
        <p:spPr>
          <a:xfrm>
            <a:off x="4572000" y="0"/>
            <a:ext cx="4572000" cy="393600"/>
          </a:xfrm>
          <a:prstGeom prst="rect">
            <a:avLst/>
          </a:prstGeom>
        </p:spPr>
        <p:txBody>
          <a:bodyPr spcFirstLastPara="1" wrap="square" lIns="91425" tIns="91425" rIns="91425" bIns="91425" anchor="t" anchorCtr="0">
            <a:noAutofit/>
          </a:bodyPr>
          <a:lstStyle>
            <a:lvl1pPr lvl="0" rtl="0">
              <a:spcBef>
                <a:spcPts val="0"/>
              </a:spcBef>
              <a:spcAft>
                <a:spcPts val="0"/>
              </a:spcAft>
              <a:buSzPts val="16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endParaRPr/>
          </a:p>
        </p:txBody>
      </p:sp>
      <p:cxnSp>
        <p:nvCxnSpPr>
          <p:cNvPr id="45" name="Google Shape;45;p7"/>
          <p:cNvCxnSpPr/>
          <p:nvPr/>
        </p:nvCxnSpPr>
        <p:spPr>
          <a:xfrm>
            <a:off x="4667431" y="402210"/>
            <a:ext cx="4352100" cy="0"/>
          </a:xfrm>
          <a:prstGeom prst="straightConnector1">
            <a:avLst/>
          </a:prstGeom>
          <a:noFill/>
          <a:ln w="19050" cap="flat" cmpd="sng">
            <a:solidFill>
              <a:srgbClr val="BF9000"/>
            </a:solidFill>
            <a:prstDash val="solid"/>
            <a:round/>
            <a:headEnd type="none" w="med" len="med"/>
            <a:tailEnd type="none" w="med" len="med"/>
          </a:ln>
        </p:spPr>
      </p:cxnSp>
      <p:pic>
        <p:nvPicPr>
          <p:cNvPr id="46" name="Google Shape;46;p7"/>
          <p:cNvPicPr preferRelativeResize="0"/>
          <p:nvPr/>
        </p:nvPicPr>
        <p:blipFill>
          <a:blip r:embed="rId2">
            <a:alphaModFix/>
          </a:blip>
          <a:stretch>
            <a:fillRect/>
          </a:stretch>
        </p:blipFill>
        <p:spPr>
          <a:xfrm>
            <a:off x="0" y="4983478"/>
            <a:ext cx="457200" cy="160022"/>
          </a:xfrm>
          <a:prstGeom prst="rect">
            <a:avLst/>
          </a:prstGeom>
          <a:noFill/>
          <a:ln>
            <a:noFill/>
          </a:ln>
        </p:spPr>
      </p:pic>
      <p:sp>
        <p:nvSpPr>
          <p:cNvPr id="47" name="Google Shape;47;p7"/>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Wide Puzzle">
  <p:cSld name="SECTION_TITLE_AND_DESCRIPTION_2_1_1">
    <p:spTree>
      <p:nvGrpSpPr>
        <p:cNvPr id="1" name="Shape 48"/>
        <p:cNvGrpSpPr/>
        <p:nvPr/>
      </p:nvGrpSpPr>
      <p:grpSpPr>
        <a:xfrm>
          <a:off x="0" y="0"/>
          <a:ext cx="0" cy="0"/>
          <a:chOff x="0" y="0"/>
          <a:chExt cx="0" cy="0"/>
        </a:xfrm>
      </p:grpSpPr>
      <p:sp>
        <p:nvSpPr>
          <p:cNvPr id="49" name="Google Shape;49;p8"/>
          <p:cNvSpPr/>
          <p:nvPr/>
        </p:nvSpPr>
        <p:spPr>
          <a:xfrm>
            <a:off x="0" y="-125"/>
            <a:ext cx="2776500" cy="5143500"/>
          </a:xfrm>
          <a:prstGeom prst="rect">
            <a:avLst/>
          </a:prstGeom>
          <a:solidFill>
            <a:srgbClr val="FDF6E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 name="Google Shape;50;p8"/>
          <p:cNvSpPr txBox="1">
            <a:spLocks noGrp="1"/>
          </p:cNvSpPr>
          <p:nvPr>
            <p:ph type="subTitle" idx="1"/>
          </p:nvPr>
        </p:nvSpPr>
        <p:spPr>
          <a:xfrm>
            <a:off x="225450" y="3943400"/>
            <a:ext cx="2450400" cy="719700"/>
          </a:xfrm>
          <a:prstGeom prst="rect">
            <a:avLst/>
          </a:prstGeom>
        </p:spPr>
        <p:txBody>
          <a:bodyPr spcFirstLastPara="1" wrap="square" lIns="91425" tIns="91425" rIns="91425" bIns="91425" anchor="t" anchorCtr="0">
            <a:noAutofit/>
          </a:bodyPr>
          <a:lstStyle>
            <a:lvl1pPr lvl="0" rtl="0">
              <a:lnSpc>
                <a:spcPct val="100000"/>
              </a:lnSpc>
              <a:spcBef>
                <a:spcPts val="600"/>
              </a:spcBef>
              <a:spcAft>
                <a:spcPts val="0"/>
              </a:spcAft>
              <a:buSzPts val="1800"/>
              <a:buNone/>
              <a:defRPr/>
            </a:lvl1pPr>
            <a:lvl2pPr lvl="1" algn="ctr" rtl="0">
              <a:lnSpc>
                <a:spcPct val="100000"/>
              </a:lnSpc>
              <a:spcBef>
                <a:spcPts val="600"/>
              </a:spcBef>
              <a:spcAft>
                <a:spcPts val="0"/>
              </a:spcAft>
              <a:buSzPts val="2100"/>
              <a:buNone/>
              <a:defRPr sz="2100"/>
            </a:lvl2pPr>
            <a:lvl3pPr lvl="2" algn="ctr" rtl="0">
              <a:lnSpc>
                <a:spcPct val="100000"/>
              </a:lnSpc>
              <a:spcBef>
                <a:spcPts val="600"/>
              </a:spcBef>
              <a:spcAft>
                <a:spcPts val="0"/>
              </a:spcAft>
              <a:buSzPts val="2100"/>
              <a:buNone/>
              <a:defRPr sz="2100"/>
            </a:lvl3pPr>
            <a:lvl4pPr lvl="3" algn="ctr" rtl="0">
              <a:lnSpc>
                <a:spcPct val="100000"/>
              </a:lnSpc>
              <a:spcBef>
                <a:spcPts val="600"/>
              </a:spcBef>
              <a:spcAft>
                <a:spcPts val="0"/>
              </a:spcAft>
              <a:buSzPts val="2100"/>
              <a:buNone/>
              <a:defRPr sz="2100"/>
            </a:lvl4pPr>
            <a:lvl5pPr lvl="4" algn="ctr" rtl="0">
              <a:lnSpc>
                <a:spcPct val="100000"/>
              </a:lnSpc>
              <a:spcBef>
                <a:spcPts val="600"/>
              </a:spcBef>
              <a:spcAft>
                <a:spcPts val="0"/>
              </a:spcAft>
              <a:buSzPts val="2100"/>
              <a:buNone/>
              <a:defRPr sz="2100"/>
            </a:lvl5pPr>
            <a:lvl6pPr lvl="5" algn="ctr" rtl="0">
              <a:lnSpc>
                <a:spcPct val="100000"/>
              </a:lnSpc>
              <a:spcBef>
                <a:spcPts val="600"/>
              </a:spcBef>
              <a:spcAft>
                <a:spcPts val="0"/>
              </a:spcAft>
              <a:buSzPts val="2100"/>
              <a:buNone/>
              <a:defRPr sz="2100"/>
            </a:lvl6pPr>
            <a:lvl7pPr lvl="6" algn="ctr" rtl="0">
              <a:lnSpc>
                <a:spcPct val="100000"/>
              </a:lnSpc>
              <a:spcBef>
                <a:spcPts val="600"/>
              </a:spcBef>
              <a:spcAft>
                <a:spcPts val="0"/>
              </a:spcAft>
              <a:buSzPts val="2100"/>
              <a:buNone/>
              <a:defRPr sz="2100"/>
            </a:lvl7pPr>
            <a:lvl8pPr lvl="7" algn="ctr" rtl="0">
              <a:lnSpc>
                <a:spcPct val="100000"/>
              </a:lnSpc>
              <a:spcBef>
                <a:spcPts val="600"/>
              </a:spcBef>
              <a:spcAft>
                <a:spcPts val="0"/>
              </a:spcAft>
              <a:buSzPts val="2100"/>
              <a:buNone/>
              <a:defRPr sz="2100"/>
            </a:lvl8pPr>
            <a:lvl9pPr lvl="8" algn="ctr" rtl="0">
              <a:lnSpc>
                <a:spcPct val="100000"/>
              </a:lnSpc>
              <a:spcBef>
                <a:spcPts val="600"/>
              </a:spcBef>
              <a:spcAft>
                <a:spcPts val="0"/>
              </a:spcAft>
              <a:buSzPts val="2100"/>
              <a:buNone/>
              <a:defRPr sz="2100"/>
            </a:lvl9pPr>
          </a:lstStyle>
          <a:p>
            <a:endParaRPr/>
          </a:p>
        </p:txBody>
      </p:sp>
      <p:sp>
        <p:nvSpPr>
          <p:cNvPr id="51" name="Google Shape;51;p8"/>
          <p:cNvSpPr txBox="1">
            <a:spLocks noGrp="1"/>
          </p:cNvSpPr>
          <p:nvPr>
            <p:ph type="body" idx="2"/>
          </p:nvPr>
        </p:nvSpPr>
        <p:spPr>
          <a:xfrm>
            <a:off x="2937350" y="402200"/>
            <a:ext cx="6032400" cy="4261200"/>
          </a:xfrm>
          <a:prstGeom prst="rect">
            <a:avLst/>
          </a:prstGeom>
        </p:spPr>
        <p:txBody>
          <a:bodyPr spcFirstLastPara="1" wrap="square" lIns="91425" tIns="91425" rIns="91425" bIns="91425" anchor="t" anchorCtr="0">
            <a:noAutofit/>
          </a:bodyPr>
          <a:lstStyle>
            <a:lvl1pPr marL="457200" lvl="0" indent="-342900" rtl="0">
              <a:spcBef>
                <a:spcPts val="600"/>
              </a:spcBef>
              <a:spcAft>
                <a:spcPts val="0"/>
              </a:spcAft>
              <a:buSzPts val="1800"/>
              <a:buFont typeface="Roboto Light"/>
              <a:buChar char="•"/>
              <a:defRPr>
                <a:latin typeface="Roboto Light"/>
                <a:ea typeface="Roboto Light"/>
                <a:cs typeface="Roboto Light"/>
                <a:sym typeface="Roboto Light"/>
              </a:defRPr>
            </a:lvl1pPr>
            <a:lvl2pPr marL="914400" lvl="1" indent="-342900" rtl="0">
              <a:spcBef>
                <a:spcPts val="600"/>
              </a:spcBef>
              <a:spcAft>
                <a:spcPts val="0"/>
              </a:spcAft>
              <a:buSzPts val="1800"/>
              <a:buFont typeface="Roboto Light"/>
              <a:buChar char="•"/>
              <a:defRPr>
                <a:latin typeface="Roboto Light"/>
                <a:ea typeface="Roboto Light"/>
                <a:cs typeface="Roboto Light"/>
                <a:sym typeface="Roboto Light"/>
              </a:defRPr>
            </a:lvl2pPr>
            <a:lvl3pPr marL="1371600" lvl="2" indent="-342900" rtl="0">
              <a:spcBef>
                <a:spcPts val="600"/>
              </a:spcBef>
              <a:spcAft>
                <a:spcPts val="0"/>
              </a:spcAft>
              <a:buSzPts val="1800"/>
              <a:buFont typeface="Roboto Light"/>
              <a:buChar char="•"/>
              <a:defRPr>
                <a:latin typeface="Roboto Light"/>
                <a:ea typeface="Roboto Light"/>
                <a:cs typeface="Roboto Light"/>
                <a:sym typeface="Roboto Light"/>
              </a:defRPr>
            </a:lvl3pPr>
            <a:lvl4pPr marL="1828800" lvl="3" indent="-342900" rtl="0">
              <a:spcBef>
                <a:spcPts val="600"/>
              </a:spcBef>
              <a:spcAft>
                <a:spcPts val="0"/>
              </a:spcAft>
              <a:buSzPts val="1800"/>
              <a:buFont typeface="Roboto Light"/>
              <a:buChar char="•"/>
              <a:defRPr>
                <a:latin typeface="Roboto Light"/>
                <a:ea typeface="Roboto Light"/>
                <a:cs typeface="Roboto Light"/>
                <a:sym typeface="Roboto Light"/>
              </a:defRPr>
            </a:lvl4pPr>
            <a:lvl5pPr marL="2286000" lvl="4" indent="-342900" rtl="0">
              <a:spcBef>
                <a:spcPts val="600"/>
              </a:spcBef>
              <a:spcAft>
                <a:spcPts val="0"/>
              </a:spcAft>
              <a:buSzPts val="1800"/>
              <a:buFont typeface="Roboto Light"/>
              <a:buChar char="•"/>
              <a:defRPr>
                <a:latin typeface="Roboto Light"/>
                <a:ea typeface="Roboto Light"/>
                <a:cs typeface="Roboto Light"/>
                <a:sym typeface="Roboto Light"/>
              </a:defRPr>
            </a:lvl5pPr>
            <a:lvl6pPr marL="2743200" lvl="5" indent="-342900" rtl="0">
              <a:spcBef>
                <a:spcPts val="600"/>
              </a:spcBef>
              <a:spcAft>
                <a:spcPts val="0"/>
              </a:spcAft>
              <a:buSzPts val="1800"/>
              <a:buFont typeface="Roboto Light"/>
              <a:buChar char="•"/>
              <a:defRPr>
                <a:latin typeface="Roboto Light"/>
                <a:ea typeface="Roboto Light"/>
                <a:cs typeface="Roboto Light"/>
                <a:sym typeface="Roboto Light"/>
              </a:defRPr>
            </a:lvl6pPr>
            <a:lvl7pPr marL="3200400" lvl="6" indent="-342900" rtl="0">
              <a:spcBef>
                <a:spcPts val="600"/>
              </a:spcBef>
              <a:spcAft>
                <a:spcPts val="0"/>
              </a:spcAft>
              <a:buSzPts val="1800"/>
              <a:buFont typeface="Roboto Light"/>
              <a:buChar char="•"/>
              <a:defRPr>
                <a:latin typeface="Roboto Light"/>
                <a:ea typeface="Roboto Light"/>
                <a:cs typeface="Roboto Light"/>
                <a:sym typeface="Roboto Light"/>
              </a:defRPr>
            </a:lvl7pPr>
            <a:lvl8pPr marL="3657600" lvl="7" indent="-342900" rtl="0">
              <a:spcBef>
                <a:spcPts val="600"/>
              </a:spcBef>
              <a:spcAft>
                <a:spcPts val="0"/>
              </a:spcAft>
              <a:buSzPts val="1800"/>
              <a:buFont typeface="Roboto Light"/>
              <a:buChar char="•"/>
              <a:defRPr>
                <a:latin typeface="Roboto Light"/>
                <a:ea typeface="Roboto Light"/>
                <a:cs typeface="Roboto Light"/>
                <a:sym typeface="Roboto Light"/>
              </a:defRPr>
            </a:lvl8pPr>
            <a:lvl9pPr marL="4114800" lvl="8" indent="-342900" rtl="0">
              <a:spcBef>
                <a:spcPts val="600"/>
              </a:spcBef>
              <a:spcAft>
                <a:spcPts val="0"/>
              </a:spcAft>
              <a:buSzPts val="1800"/>
              <a:buFont typeface="Roboto Light"/>
              <a:buChar char="•"/>
              <a:defRPr>
                <a:latin typeface="Roboto Light"/>
                <a:ea typeface="Roboto Light"/>
                <a:cs typeface="Roboto Light"/>
                <a:sym typeface="Roboto Light"/>
              </a:defRPr>
            </a:lvl9pPr>
          </a:lstStyle>
          <a:p>
            <a:endParaRPr/>
          </a:p>
        </p:txBody>
      </p:sp>
      <p:sp>
        <p:nvSpPr>
          <p:cNvPr id="52" name="Google Shape;52;p8"/>
          <p:cNvSpPr txBox="1">
            <a:spLocks noGrp="1"/>
          </p:cNvSpPr>
          <p:nvPr>
            <p:ph type="title"/>
          </p:nvPr>
        </p:nvSpPr>
        <p:spPr>
          <a:xfrm>
            <a:off x="2776500" y="0"/>
            <a:ext cx="6367500" cy="393600"/>
          </a:xfrm>
          <a:prstGeom prst="rect">
            <a:avLst/>
          </a:prstGeom>
        </p:spPr>
        <p:txBody>
          <a:bodyPr spcFirstLastPara="1" wrap="square" lIns="91425" tIns="91425" rIns="91425" bIns="91425" anchor="t" anchorCtr="0">
            <a:noAutofit/>
          </a:bodyPr>
          <a:lstStyle>
            <a:lvl1pPr lvl="0" rtl="0">
              <a:spcBef>
                <a:spcPts val="0"/>
              </a:spcBef>
              <a:spcAft>
                <a:spcPts val="0"/>
              </a:spcAft>
              <a:buSzPts val="16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endParaRPr/>
          </a:p>
        </p:txBody>
      </p:sp>
      <p:cxnSp>
        <p:nvCxnSpPr>
          <p:cNvPr id="53" name="Google Shape;53;p8"/>
          <p:cNvCxnSpPr/>
          <p:nvPr/>
        </p:nvCxnSpPr>
        <p:spPr>
          <a:xfrm>
            <a:off x="2937350" y="402200"/>
            <a:ext cx="6082200" cy="0"/>
          </a:xfrm>
          <a:prstGeom prst="straightConnector1">
            <a:avLst/>
          </a:prstGeom>
          <a:noFill/>
          <a:ln w="19050" cap="flat" cmpd="sng">
            <a:solidFill>
              <a:srgbClr val="BF9000"/>
            </a:solidFill>
            <a:prstDash val="solid"/>
            <a:round/>
            <a:headEnd type="none" w="med" len="med"/>
            <a:tailEnd type="none" w="med" len="med"/>
          </a:ln>
        </p:spPr>
      </p:cxnSp>
      <p:pic>
        <p:nvPicPr>
          <p:cNvPr id="54" name="Google Shape;54;p8"/>
          <p:cNvPicPr preferRelativeResize="0"/>
          <p:nvPr/>
        </p:nvPicPr>
        <p:blipFill>
          <a:blip r:embed="rId2">
            <a:alphaModFix/>
          </a:blip>
          <a:stretch>
            <a:fillRect/>
          </a:stretch>
        </p:blipFill>
        <p:spPr>
          <a:xfrm>
            <a:off x="0" y="4983478"/>
            <a:ext cx="457200" cy="160022"/>
          </a:xfrm>
          <a:prstGeom prst="rect">
            <a:avLst/>
          </a:prstGeom>
          <a:noFill/>
          <a:ln>
            <a:noFill/>
          </a:ln>
        </p:spPr>
      </p:pic>
      <p:sp>
        <p:nvSpPr>
          <p:cNvPr id="55" name="Google Shape;55;p8"/>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r" rtl="0">
              <a:spcBef>
                <a:spcPts val="0"/>
              </a:spcBef>
              <a:spcAft>
                <a:spcPts val="0"/>
              </a:spcAft>
              <a:buNone/>
            </a:pPr>
            <a:fld id="{00000000-1234-1234-1234-123412341234}" type="slidenum">
              <a:rPr lang="en"/>
              <a:t>‹#›</a:t>
            </a:fld>
            <a:endParaRPr/>
          </a:p>
        </p:txBody>
      </p:sp>
      <p:sp>
        <p:nvSpPr>
          <p:cNvPr id="56" name="Google Shape;56;p8"/>
          <p:cNvSpPr txBox="1"/>
          <p:nvPr/>
        </p:nvSpPr>
        <p:spPr>
          <a:xfrm>
            <a:off x="208440" y="3420075"/>
            <a:ext cx="4121700" cy="5694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2500" b="1">
                <a:solidFill>
                  <a:schemeClr val="accent3"/>
                </a:solidFill>
                <a:latin typeface="Roboto"/>
                <a:ea typeface="Roboto"/>
                <a:cs typeface="Roboto"/>
                <a:sym typeface="Roboto"/>
              </a:rPr>
              <a:t>Demo</a:t>
            </a:r>
            <a:endParaRPr sz="2500" b="1">
              <a:solidFill>
                <a:schemeClr val="accent3"/>
              </a:solidFill>
              <a:latin typeface="Roboto"/>
              <a:ea typeface="Roboto"/>
              <a:cs typeface="Roboto"/>
              <a:sym typeface="Roboto"/>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Wide Puzzle 1">
  <p:cSld name="SECTION_TITLE_AND_DESCRIPTION_2_1_1_2">
    <p:spTree>
      <p:nvGrpSpPr>
        <p:cNvPr id="1" name="Shape 57"/>
        <p:cNvGrpSpPr/>
        <p:nvPr/>
      </p:nvGrpSpPr>
      <p:grpSpPr>
        <a:xfrm>
          <a:off x="0" y="0"/>
          <a:ext cx="0" cy="0"/>
          <a:chOff x="0" y="0"/>
          <a:chExt cx="0" cy="0"/>
        </a:xfrm>
      </p:grpSpPr>
      <p:sp>
        <p:nvSpPr>
          <p:cNvPr id="58" name="Google Shape;58;p9"/>
          <p:cNvSpPr/>
          <p:nvPr/>
        </p:nvSpPr>
        <p:spPr>
          <a:xfrm>
            <a:off x="0" y="-125"/>
            <a:ext cx="2776500" cy="5143500"/>
          </a:xfrm>
          <a:prstGeom prst="rect">
            <a:avLst/>
          </a:prstGeom>
          <a:solidFill>
            <a:srgbClr val="FDF6E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 name="Google Shape;59;p9"/>
          <p:cNvSpPr txBox="1">
            <a:spLocks noGrp="1"/>
          </p:cNvSpPr>
          <p:nvPr>
            <p:ph type="subTitle" idx="1"/>
          </p:nvPr>
        </p:nvSpPr>
        <p:spPr>
          <a:xfrm>
            <a:off x="225450" y="3943400"/>
            <a:ext cx="2450400" cy="719700"/>
          </a:xfrm>
          <a:prstGeom prst="rect">
            <a:avLst/>
          </a:prstGeom>
        </p:spPr>
        <p:txBody>
          <a:bodyPr spcFirstLastPara="1" wrap="square" lIns="91425" tIns="91425" rIns="91425" bIns="91425" anchor="t" anchorCtr="0">
            <a:noAutofit/>
          </a:bodyPr>
          <a:lstStyle>
            <a:lvl1pPr lvl="0" rtl="0">
              <a:lnSpc>
                <a:spcPct val="100000"/>
              </a:lnSpc>
              <a:spcBef>
                <a:spcPts val="600"/>
              </a:spcBef>
              <a:spcAft>
                <a:spcPts val="0"/>
              </a:spcAft>
              <a:buSzPts val="1800"/>
              <a:buNone/>
              <a:defRPr/>
            </a:lvl1pPr>
            <a:lvl2pPr lvl="1" algn="ctr" rtl="0">
              <a:lnSpc>
                <a:spcPct val="100000"/>
              </a:lnSpc>
              <a:spcBef>
                <a:spcPts val="600"/>
              </a:spcBef>
              <a:spcAft>
                <a:spcPts val="0"/>
              </a:spcAft>
              <a:buSzPts val="2100"/>
              <a:buNone/>
              <a:defRPr sz="2100"/>
            </a:lvl2pPr>
            <a:lvl3pPr lvl="2" algn="ctr" rtl="0">
              <a:lnSpc>
                <a:spcPct val="100000"/>
              </a:lnSpc>
              <a:spcBef>
                <a:spcPts val="600"/>
              </a:spcBef>
              <a:spcAft>
                <a:spcPts val="0"/>
              </a:spcAft>
              <a:buSzPts val="2100"/>
              <a:buNone/>
              <a:defRPr sz="2100"/>
            </a:lvl3pPr>
            <a:lvl4pPr lvl="3" algn="ctr" rtl="0">
              <a:lnSpc>
                <a:spcPct val="100000"/>
              </a:lnSpc>
              <a:spcBef>
                <a:spcPts val="600"/>
              </a:spcBef>
              <a:spcAft>
                <a:spcPts val="0"/>
              </a:spcAft>
              <a:buSzPts val="2100"/>
              <a:buNone/>
              <a:defRPr sz="2100"/>
            </a:lvl4pPr>
            <a:lvl5pPr lvl="4" algn="ctr" rtl="0">
              <a:lnSpc>
                <a:spcPct val="100000"/>
              </a:lnSpc>
              <a:spcBef>
                <a:spcPts val="600"/>
              </a:spcBef>
              <a:spcAft>
                <a:spcPts val="0"/>
              </a:spcAft>
              <a:buSzPts val="2100"/>
              <a:buNone/>
              <a:defRPr sz="2100"/>
            </a:lvl5pPr>
            <a:lvl6pPr lvl="5" algn="ctr" rtl="0">
              <a:lnSpc>
                <a:spcPct val="100000"/>
              </a:lnSpc>
              <a:spcBef>
                <a:spcPts val="600"/>
              </a:spcBef>
              <a:spcAft>
                <a:spcPts val="0"/>
              </a:spcAft>
              <a:buSzPts val="2100"/>
              <a:buNone/>
              <a:defRPr sz="2100"/>
            </a:lvl6pPr>
            <a:lvl7pPr lvl="6" algn="ctr" rtl="0">
              <a:lnSpc>
                <a:spcPct val="100000"/>
              </a:lnSpc>
              <a:spcBef>
                <a:spcPts val="600"/>
              </a:spcBef>
              <a:spcAft>
                <a:spcPts val="0"/>
              </a:spcAft>
              <a:buSzPts val="2100"/>
              <a:buNone/>
              <a:defRPr sz="2100"/>
            </a:lvl7pPr>
            <a:lvl8pPr lvl="7" algn="ctr" rtl="0">
              <a:lnSpc>
                <a:spcPct val="100000"/>
              </a:lnSpc>
              <a:spcBef>
                <a:spcPts val="600"/>
              </a:spcBef>
              <a:spcAft>
                <a:spcPts val="0"/>
              </a:spcAft>
              <a:buSzPts val="2100"/>
              <a:buNone/>
              <a:defRPr sz="2100"/>
            </a:lvl8pPr>
            <a:lvl9pPr lvl="8" algn="ctr" rtl="0">
              <a:lnSpc>
                <a:spcPct val="100000"/>
              </a:lnSpc>
              <a:spcBef>
                <a:spcPts val="600"/>
              </a:spcBef>
              <a:spcAft>
                <a:spcPts val="0"/>
              </a:spcAft>
              <a:buSzPts val="2100"/>
              <a:buNone/>
              <a:defRPr sz="2100"/>
            </a:lvl9pPr>
          </a:lstStyle>
          <a:p>
            <a:endParaRPr/>
          </a:p>
        </p:txBody>
      </p:sp>
      <p:sp>
        <p:nvSpPr>
          <p:cNvPr id="60" name="Google Shape;60;p9"/>
          <p:cNvSpPr txBox="1"/>
          <p:nvPr/>
        </p:nvSpPr>
        <p:spPr>
          <a:xfrm>
            <a:off x="208445" y="3420075"/>
            <a:ext cx="1873800" cy="5694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2500" b="1">
                <a:solidFill>
                  <a:schemeClr val="accent3"/>
                </a:solidFill>
                <a:latin typeface="Roboto"/>
                <a:ea typeface="Roboto"/>
                <a:cs typeface="Roboto"/>
                <a:sym typeface="Roboto"/>
              </a:rPr>
              <a:t>Compare</a:t>
            </a:r>
            <a:endParaRPr sz="2500" b="1">
              <a:solidFill>
                <a:schemeClr val="accent3"/>
              </a:solidFill>
              <a:latin typeface="Roboto"/>
              <a:ea typeface="Roboto"/>
              <a:cs typeface="Roboto"/>
              <a:sym typeface="Roboto"/>
            </a:endParaRPr>
          </a:p>
        </p:txBody>
      </p:sp>
      <p:sp>
        <p:nvSpPr>
          <p:cNvPr id="61" name="Google Shape;61;p9"/>
          <p:cNvSpPr txBox="1">
            <a:spLocks noGrp="1"/>
          </p:cNvSpPr>
          <p:nvPr>
            <p:ph type="body" idx="2"/>
          </p:nvPr>
        </p:nvSpPr>
        <p:spPr>
          <a:xfrm>
            <a:off x="2937350" y="402200"/>
            <a:ext cx="6032400" cy="4261200"/>
          </a:xfrm>
          <a:prstGeom prst="rect">
            <a:avLst/>
          </a:prstGeom>
        </p:spPr>
        <p:txBody>
          <a:bodyPr spcFirstLastPara="1" wrap="square" lIns="91425" tIns="91425" rIns="91425" bIns="91425" anchor="t" anchorCtr="0">
            <a:noAutofit/>
          </a:bodyPr>
          <a:lstStyle>
            <a:lvl1pPr marL="457200" lvl="0" indent="-342900" rtl="0">
              <a:spcBef>
                <a:spcPts val="600"/>
              </a:spcBef>
              <a:spcAft>
                <a:spcPts val="0"/>
              </a:spcAft>
              <a:buSzPts val="1800"/>
              <a:buFont typeface="Roboto Light"/>
              <a:buChar char="•"/>
              <a:defRPr>
                <a:latin typeface="Roboto Light"/>
                <a:ea typeface="Roboto Light"/>
                <a:cs typeface="Roboto Light"/>
                <a:sym typeface="Roboto Light"/>
              </a:defRPr>
            </a:lvl1pPr>
            <a:lvl2pPr marL="914400" lvl="1" indent="-342900" rtl="0">
              <a:spcBef>
                <a:spcPts val="600"/>
              </a:spcBef>
              <a:spcAft>
                <a:spcPts val="0"/>
              </a:spcAft>
              <a:buSzPts val="1800"/>
              <a:buFont typeface="Roboto Light"/>
              <a:buChar char="•"/>
              <a:defRPr>
                <a:latin typeface="Roboto Light"/>
                <a:ea typeface="Roboto Light"/>
                <a:cs typeface="Roboto Light"/>
                <a:sym typeface="Roboto Light"/>
              </a:defRPr>
            </a:lvl2pPr>
            <a:lvl3pPr marL="1371600" lvl="2" indent="-342900" rtl="0">
              <a:spcBef>
                <a:spcPts val="600"/>
              </a:spcBef>
              <a:spcAft>
                <a:spcPts val="0"/>
              </a:spcAft>
              <a:buSzPts val="1800"/>
              <a:buFont typeface="Roboto Light"/>
              <a:buChar char="•"/>
              <a:defRPr>
                <a:latin typeface="Roboto Light"/>
                <a:ea typeface="Roboto Light"/>
                <a:cs typeface="Roboto Light"/>
                <a:sym typeface="Roboto Light"/>
              </a:defRPr>
            </a:lvl3pPr>
            <a:lvl4pPr marL="1828800" lvl="3" indent="-342900" rtl="0">
              <a:spcBef>
                <a:spcPts val="600"/>
              </a:spcBef>
              <a:spcAft>
                <a:spcPts val="0"/>
              </a:spcAft>
              <a:buSzPts val="1800"/>
              <a:buFont typeface="Roboto Light"/>
              <a:buChar char="•"/>
              <a:defRPr>
                <a:latin typeface="Roboto Light"/>
                <a:ea typeface="Roboto Light"/>
                <a:cs typeface="Roboto Light"/>
                <a:sym typeface="Roboto Light"/>
              </a:defRPr>
            </a:lvl4pPr>
            <a:lvl5pPr marL="2286000" lvl="4" indent="-342900" rtl="0">
              <a:spcBef>
                <a:spcPts val="600"/>
              </a:spcBef>
              <a:spcAft>
                <a:spcPts val="0"/>
              </a:spcAft>
              <a:buSzPts val="1800"/>
              <a:buFont typeface="Roboto Light"/>
              <a:buChar char="•"/>
              <a:defRPr>
                <a:latin typeface="Roboto Light"/>
                <a:ea typeface="Roboto Light"/>
                <a:cs typeface="Roboto Light"/>
                <a:sym typeface="Roboto Light"/>
              </a:defRPr>
            </a:lvl5pPr>
            <a:lvl6pPr marL="2743200" lvl="5" indent="-342900" rtl="0">
              <a:spcBef>
                <a:spcPts val="600"/>
              </a:spcBef>
              <a:spcAft>
                <a:spcPts val="0"/>
              </a:spcAft>
              <a:buSzPts val="1800"/>
              <a:buFont typeface="Roboto Light"/>
              <a:buChar char="•"/>
              <a:defRPr>
                <a:latin typeface="Roboto Light"/>
                <a:ea typeface="Roboto Light"/>
                <a:cs typeface="Roboto Light"/>
                <a:sym typeface="Roboto Light"/>
              </a:defRPr>
            </a:lvl6pPr>
            <a:lvl7pPr marL="3200400" lvl="6" indent="-342900" rtl="0">
              <a:spcBef>
                <a:spcPts val="600"/>
              </a:spcBef>
              <a:spcAft>
                <a:spcPts val="0"/>
              </a:spcAft>
              <a:buSzPts val="1800"/>
              <a:buFont typeface="Roboto Light"/>
              <a:buChar char="•"/>
              <a:defRPr>
                <a:latin typeface="Roboto Light"/>
                <a:ea typeface="Roboto Light"/>
                <a:cs typeface="Roboto Light"/>
                <a:sym typeface="Roboto Light"/>
              </a:defRPr>
            </a:lvl7pPr>
            <a:lvl8pPr marL="3657600" lvl="7" indent="-342900" rtl="0">
              <a:spcBef>
                <a:spcPts val="600"/>
              </a:spcBef>
              <a:spcAft>
                <a:spcPts val="0"/>
              </a:spcAft>
              <a:buSzPts val="1800"/>
              <a:buFont typeface="Roboto Light"/>
              <a:buChar char="•"/>
              <a:defRPr>
                <a:latin typeface="Roboto Light"/>
                <a:ea typeface="Roboto Light"/>
                <a:cs typeface="Roboto Light"/>
                <a:sym typeface="Roboto Light"/>
              </a:defRPr>
            </a:lvl8pPr>
            <a:lvl9pPr marL="4114800" lvl="8" indent="-342900" rtl="0">
              <a:spcBef>
                <a:spcPts val="600"/>
              </a:spcBef>
              <a:spcAft>
                <a:spcPts val="0"/>
              </a:spcAft>
              <a:buSzPts val="1800"/>
              <a:buFont typeface="Roboto Light"/>
              <a:buChar char="•"/>
              <a:defRPr>
                <a:latin typeface="Roboto Light"/>
                <a:ea typeface="Roboto Light"/>
                <a:cs typeface="Roboto Light"/>
                <a:sym typeface="Roboto Light"/>
              </a:defRPr>
            </a:lvl9pPr>
          </a:lstStyle>
          <a:p>
            <a:endParaRPr/>
          </a:p>
        </p:txBody>
      </p:sp>
      <p:sp>
        <p:nvSpPr>
          <p:cNvPr id="62" name="Google Shape;62;p9"/>
          <p:cNvSpPr txBox="1">
            <a:spLocks noGrp="1"/>
          </p:cNvSpPr>
          <p:nvPr>
            <p:ph type="title"/>
          </p:nvPr>
        </p:nvSpPr>
        <p:spPr>
          <a:xfrm>
            <a:off x="2776500" y="0"/>
            <a:ext cx="6367500" cy="393600"/>
          </a:xfrm>
          <a:prstGeom prst="rect">
            <a:avLst/>
          </a:prstGeom>
        </p:spPr>
        <p:txBody>
          <a:bodyPr spcFirstLastPara="1" wrap="square" lIns="91425" tIns="91425" rIns="91425" bIns="91425" anchor="t" anchorCtr="0">
            <a:noAutofit/>
          </a:bodyPr>
          <a:lstStyle>
            <a:lvl1pPr lvl="0" rtl="0">
              <a:spcBef>
                <a:spcPts val="0"/>
              </a:spcBef>
              <a:spcAft>
                <a:spcPts val="0"/>
              </a:spcAft>
              <a:buSzPts val="16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endParaRPr/>
          </a:p>
        </p:txBody>
      </p:sp>
      <p:cxnSp>
        <p:nvCxnSpPr>
          <p:cNvPr id="63" name="Google Shape;63;p9"/>
          <p:cNvCxnSpPr/>
          <p:nvPr/>
        </p:nvCxnSpPr>
        <p:spPr>
          <a:xfrm>
            <a:off x="2937350" y="402200"/>
            <a:ext cx="6082200" cy="0"/>
          </a:xfrm>
          <a:prstGeom prst="straightConnector1">
            <a:avLst/>
          </a:prstGeom>
          <a:noFill/>
          <a:ln w="19050" cap="flat" cmpd="sng">
            <a:solidFill>
              <a:srgbClr val="BF9000"/>
            </a:solidFill>
            <a:prstDash val="solid"/>
            <a:round/>
            <a:headEnd type="none" w="med" len="med"/>
            <a:tailEnd type="none" w="med" len="med"/>
          </a:ln>
        </p:spPr>
      </p:cxnSp>
      <p:pic>
        <p:nvPicPr>
          <p:cNvPr id="64" name="Google Shape;64;p9"/>
          <p:cNvPicPr preferRelativeResize="0"/>
          <p:nvPr/>
        </p:nvPicPr>
        <p:blipFill>
          <a:blip r:embed="rId2">
            <a:alphaModFix/>
          </a:blip>
          <a:stretch>
            <a:fillRect/>
          </a:stretch>
        </p:blipFill>
        <p:spPr>
          <a:xfrm>
            <a:off x="0" y="4983478"/>
            <a:ext cx="457200" cy="160022"/>
          </a:xfrm>
          <a:prstGeom prst="rect">
            <a:avLst/>
          </a:prstGeom>
          <a:noFill/>
          <a:ln>
            <a:noFill/>
          </a:ln>
        </p:spPr>
      </p:pic>
      <p:sp>
        <p:nvSpPr>
          <p:cNvPr id="65" name="Google Shape;65;p9"/>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Wide Puzzle Solution">
  <p:cSld name="SECTION_TITLE_AND_DESCRIPTION_2_1_1_1">
    <p:spTree>
      <p:nvGrpSpPr>
        <p:cNvPr id="1" name="Shape 66"/>
        <p:cNvGrpSpPr/>
        <p:nvPr/>
      </p:nvGrpSpPr>
      <p:grpSpPr>
        <a:xfrm>
          <a:off x="0" y="0"/>
          <a:ext cx="0" cy="0"/>
          <a:chOff x="0" y="0"/>
          <a:chExt cx="0" cy="0"/>
        </a:xfrm>
      </p:grpSpPr>
      <p:sp>
        <p:nvSpPr>
          <p:cNvPr id="67" name="Google Shape;67;p10"/>
          <p:cNvSpPr/>
          <p:nvPr/>
        </p:nvSpPr>
        <p:spPr>
          <a:xfrm>
            <a:off x="0" y="-125"/>
            <a:ext cx="2776500" cy="5143500"/>
          </a:xfrm>
          <a:prstGeom prst="rect">
            <a:avLst/>
          </a:prstGeom>
          <a:solidFill>
            <a:srgbClr val="F3F3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 name="Google Shape;68;p10"/>
          <p:cNvSpPr txBox="1">
            <a:spLocks noGrp="1"/>
          </p:cNvSpPr>
          <p:nvPr>
            <p:ph type="subTitle" idx="1"/>
          </p:nvPr>
        </p:nvSpPr>
        <p:spPr>
          <a:xfrm>
            <a:off x="225450" y="3943400"/>
            <a:ext cx="2450400" cy="719700"/>
          </a:xfrm>
          <a:prstGeom prst="rect">
            <a:avLst/>
          </a:prstGeom>
        </p:spPr>
        <p:txBody>
          <a:bodyPr spcFirstLastPara="1" wrap="square" lIns="91425" tIns="91425" rIns="91425" bIns="91425" anchor="t" anchorCtr="0">
            <a:noAutofit/>
          </a:bodyPr>
          <a:lstStyle>
            <a:lvl1pPr lvl="0" rtl="0">
              <a:lnSpc>
                <a:spcPct val="100000"/>
              </a:lnSpc>
              <a:spcBef>
                <a:spcPts val="600"/>
              </a:spcBef>
              <a:spcAft>
                <a:spcPts val="0"/>
              </a:spcAft>
              <a:buSzPts val="1800"/>
              <a:buNone/>
              <a:defRPr/>
            </a:lvl1pPr>
            <a:lvl2pPr lvl="1" algn="ctr" rtl="0">
              <a:lnSpc>
                <a:spcPct val="100000"/>
              </a:lnSpc>
              <a:spcBef>
                <a:spcPts val="600"/>
              </a:spcBef>
              <a:spcAft>
                <a:spcPts val="0"/>
              </a:spcAft>
              <a:buSzPts val="2100"/>
              <a:buNone/>
              <a:defRPr sz="2100"/>
            </a:lvl2pPr>
            <a:lvl3pPr lvl="2" algn="ctr" rtl="0">
              <a:lnSpc>
                <a:spcPct val="100000"/>
              </a:lnSpc>
              <a:spcBef>
                <a:spcPts val="600"/>
              </a:spcBef>
              <a:spcAft>
                <a:spcPts val="0"/>
              </a:spcAft>
              <a:buSzPts val="2100"/>
              <a:buNone/>
              <a:defRPr sz="2100"/>
            </a:lvl3pPr>
            <a:lvl4pPr lvl="3" algn="ctr" rtl="0">
              <a:lnSpc>
                <a:spcPct val="100000"/>
              </a:lnSpc>
              <a:spcBef>
                <a:spcPts val="600"/>
              </a:spcBef>
              <a:spcAft>
                <a:spcPts val="0"/>
              </a:spcAft>
              <a:buSzPts val="2100"/>
              <a:buNone/>
              <a:defRPr sz="2100"/>
            </a:lvl4pPr>
            <a:lvl5pPr lvl="4" algn="ctr" rtl="0">
              <a:lnSpc>
                <a:spcPct val="100000"/>
              </a:lnSpc>
              <a:spcBef>
                <a:spcPts val="600"/>
              </a:spcBef>
              <a:spcAft>
                <a:spcPts val="0"/>
              </a:spcAft>
              <a:buSzPts val="2100"/>
              <a:buNone/>
              <a:defRPr sz="2100"/>
            </a:lvl5pPr>
            <a:lvl6pPr lvl="5" algn="ctr" rtl="0">
              <a:lnSpc>
                <a:spcPct val="100000"/>
              </a:lnSpc>
              <a:spcBef>
                <a:spcPts val="600"/>
              </a:spcBef>
              <a:spcAft>
                <a:spcPts val="0"/>
              </a:spcAft>
              <a:buSzPts val="2100"/>
              <a:buNone/>
              <a:defRPr sz="2100"/>
            </a:lvl6pPr>
            <a:lvl7pPr lvl="6" algn="ctr" rtl="0">
              <a:lnSpc>
                <a:spcPct val="100000"/>
              </a:lnSpc>
              <a:spcBef>
                <a:spcPts val="600"/>
              </a:spcBef>
              <a:spcAft>
                <a:spcPts val="0"/>
              </a:spcAft>
              <a:buSzPts val="2100"/>
              <a:buNone/>
              <a:defRPr sz="2100"/>
            </a:lvl7pPr>
            <a:lvl8pPr lvl="7" algn="ctr" rtl="0">
              <a:lnSpc>
                <a:spcPct val="100000"/>
              </a:lnSpc>
              <a:spcBef>
                <a:spcPts val="600"/>
              </a:spcBef>
              <a:spcAft>
                <a:spcPts val="0"/>
              </a:spcAft>
              <a:buSzPts val="2100"/>
              <a:buNone/>
              <a:defRPr sz="2100"/>
            </a:lvl8pPr>
            <a:lvl9pPr lvl="8" algn="ctr" rtl="0">
              <a:lnSpc>
                <a:spcPct val="100000"/>
              </a:lnSpc>
              <a:spcBef>
                <a:spcPts val="600"/>
              </a:spcBef>
              <a:spcAft>
                <a:spcPts val="0"/>
              </a:spcAft>
              <a:buSzPts val="2100"/>
              <a:buNone/>
              <a:defRPr sz="2100"/>
            </a:lvl9pPr>
          </a:lstStyle>
          <a:p>
            <a:endParaRPr/>
          </a:p>
        </p:txBody>
      </p:sp>
      <p:sp>
        <p:nvSpPr>
          <p:cNvPr id="69" name="Google Shape;69;p10"/>
          <p:cNvSpPr txBox="1"/>
          <p:nvPr/>
        </p:nvSpPr>
        <p:spPr>
          <a:xfrm>
            <a:off x="208445" y="3420075"/>
            <a:ext cx="1873800" cy="5694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2500" b="1">
                <a:solidFill>
                  <a:schemeClr val="accent3"/>
                </a:solidFill>
                <a:latin typeface="Roboto"/>
                <a:ea typeface="Roboto"/>
                <a:cs typeface="Roboto"/>
                <a:sym typeface="Roboto"/>
              </a:rPr>
              <a:t>Solution</a:t>
            </a:r>
            <a:endParaRPr sz="2500" b="1">
              <a:solidFill>
                <a:schemeClr val="accent3"/>
              </a:solidFill>
              <a:latin typeface="Roboto"/>
              <a:ea typeface="Roboto"/>
              <a:cs typeface="Roboto"/>
              <a:sym typeface="Roboto"/>
            </a:endParaRPr>
          </a:p>
        </p:txBody>
      </p:sp>
      <p:sp>
        <p:nvSpPr>
          <p:cNvPr id="70" name="Google Shape;70;p10"/>
          <p:cNvSpPr txBox="1">
            <a:spLocks noGrp="1"/>
          </p:cNvSpPr>
          <p:nvPr>
            <p:ph type="body" idx="2"/>
          </p:nvPr>
        </p:nvSpPr>
        <p:spPr>
          <a:xfrm>
            <a:off x="2937350" y="402200"/>
            <a:ext cx="6032400" cy="4261200"/>
          </a:xfrm>
          <a:prstGeom prst="rect">
            <a:avLst/>
          </a:prstGeom>
        </p:spPr>
        <p:txBody>
          <a:bodyPr spcFirstLastPara="1" wrap="square" lIns="91425" tIns="91425" rIns="91425" bIns="91425" anchor="t" anchorCtr="0">
            <a:noAutofit/>
          </a:bodyPr>
          <a:lstStyle>
            <a:lvl1pPr marL="457200" lvl="0" indent="-342900" rtl="0">
              <a:spcBef>
                <a:spcPts val="600"/>
              </a:spcBef>
              <a:spcAft>
                <a:spcPts val="0"/>
              </a:spcAft>
              <a:buSzPts val="1800"/>
              <a:buFont typeface="Roboto Light"/>
              <a:buChar char="•"/>
              <a:defRPr>
                <a:latin typeface="Roboto Light"/>
                <a:ea typeface="Roboto Light"/>
                <a:cs typeface="Roboto Light"/>
                <a:sym typeface="Roboto Light"/>
              </a:defRPr>
            </a:lvl1pPr>
            <a:lvl2pPr marL="914400" lvl="1" indent="-342900" rtl="0">
              <a:spcBef>
                <a:spcPts val="600"/>
              </a:spcBef>
              <a:spcAft>
                <a:spcPts val="0"/>
              </a:spcAft>
              <a:buSzPts val="1800"/>
              <a:buFont typeface="Roboto Light"/>
              <a:buChar char="•"/>
              <a:defRPr>
                <a:latin typeface="Roboto Light"/>
                <a:ea typeface="Roboto Light"/>
                <a:cs typeface="Roboto Light"/>
                <a:sym typeface="Roboto Light"/>
              </a:defRPr>
            </a:lvl2pPr>
            <a:lvl3pPr marL="1371600" lvl="2" indent="-342900" rtl="0">
              <a:spcBef>
                <a:spcPts val="600"/>
              </a:spcBef>
              <a:spcAft>
                <a:spcPts val="0"/>
              </a:spcAft>
              <a:buSzPts val="1800"/>
              <a:buFont typeface="Roboto Light"/>
              <a:buChar char="•"/>
              <a:defRPr>
                <a:latin typeface="Roboto Light"/>
                <a:ea typeface="Roboto Light"/>
                <a:cs typeface="Roboto Light"/>
                <a:sym typeface="Roboto Light"/>
              </a:defRPr>
            </a:lvl3pPr>
            <a:lvl4pPr marL="1828800" lvl="3" indent="-342900" rtl="0">
              <a:spcBef>
                <a:spcPts val="600"/>
              </a:spcBef>
              <a:spcAft>
                <a:spcPts val="0"/>
              </a:spcAft>
              <a:buSzPts val="1800"/>
              <a:buFont typeface="Roboto Light"/>
              <a:buChar char="•"/>
              <a:defRPr>
                <a:latin typeface="Roboto Light"/>
                <a:ea typeface="Roboto Light"/>
                <a:cs typeface="Roboto Light"/>
                <a:sym typeface="Roboto Light"/>
              </a:defRPr>
            </a:lvl4pPr>
            <a:lvl5pPr marL="2286000" lvl="4" indent="-342900" rtl="0">
              <a:spcBef>
                <a:spcPts val="600"/>
              </a:spcBef>
              <a:spcAft>
                <a:spcPts val="0"/>
              </a:spcAft>
              <a:buSzPts val="1800"/>
              <a:buFont typeface="Roboto Light"/>
              <a:buChar char="•"/>
              <a:defRPr>
                <a:latin typeface="Roboto Light"/>
                <a:ea typeface="Roboto Light"/>
                <a:cs typeface="Roboto Light"/>
                <a:sym typeface="Roboto Light"/>
              </a:defRPr>
            </a:lvl5pPr>
            <a:lvl6pPr marL="2743200" lvl="5" indent="-342900" rtl="0">
              <a:spcBef>
                <a:spcPts val="600"/>
              </a:spcBef>
              <a:spcAft>
                <a:spcPts val="0"/>
              </a:spcAft>
              <a:buSzPts val="1800"/>
              <a:buFont typeface="Roboto Light"/>
              <a:buChar char="•"/>
              <a:defRPr>
                <a:latin typeface="Roboto Light"/>
                <a:ea typeface="Roboto Light"/>
                <a:cs typeface="Roboto Light"/>
                <a:sym typeface="Roboto Light"/>
              </a:defRPr>
            </a:lvl6pPr>
            <a:lvl7pPr marL="3200400" lvl="6" indent="-342900" rtl="0">
              <a:spcBef>
                <a:spcPts val="600"/>
              </a:spcBef>
              <a:spcAft>
                <a:spcPts val="0"/>
              </a:spcAft>
              <a:buSzPts val="1800"/>
              <a:buFont typeface="Roboto Light"/>
              <a:buChar char="•"/>
              <a:defRPr>
                <a:latin typeface="Roboto Light"/>
                <a:ea typeface="Roboto Light"/>
                <a:cs typeface="Roboto Light"/>
                <a:sym typeface="Roboto Light"/>
              </a:defRPr>
            </a:lvl7pPr>
            <a:lvl8pPr marL="3657600" lvl="7" indent="-342900" rtl="0">
              <a:spcBef>
                <a:spcPts val="600"/>
              </a:spcBef>
              <a:spcAft>
                <a:spcPts val="0"/>
              </a:spcAft>
              <a:buSzPts val="1800"/>
              <a:buFont typeface="Roboto Light"/>
              <a:buChar char="•"/>
              <a:defRPr>
                <a:latin typeface="Roboto Light"/>
                <a:ea typeface="Roboto Light"/>
                <a:cs typeface="Roboto Light"/>
                <a:sym typeface="Roboto Light"/>
              </a:defRPr>
            </a:lvl8pPr>
            <a:lvl9pPr marL="4114800" lvl="8" indent="-342900" rtl="0">
              <a:spcBef>
                <a:spcPts val="600"/>
              </a:spcBef>
              <a:spcAft>
                <a:spcPts val="0"/>
              </a:spcAft>
              <a:buSzPts val="1800"/>
              <a:buFont typeface="Roboto Light"/>
              <a:buChar char="•"/>
              <a:defRPr>
                <a:latin typeface="Roboto Light"/>
                <a:ea typeface="Roboto Light"/>
                <a:cs typeface="Roboto Light"/>
                <a:sym typeface="Roboto Light"/>
              </a:defRPr>
            </a:lvl9pPr>
          </a:lstStyle>
          <a:p>
            <a:endParaRPr/>
          </a:p>
        </p:txBody>
      </p:sp>
      <p:sp>
        <p:nvSpPr>
          <p:cNvPr id="71" name="Google Shape;71;p10"/>
          <p:cNvSpPr txBox="1">
            <a:spLocks noGrp="1"/>
          </p:cNvSpPr>
          <p:nvPr>
            <p:ph type="title"/>
          </p:nvPr>
        </p:nvSpPr>
        <p:spPr>
          <a:xfrm>
            <a:off x="2776500" y="0"/>
            <a:ext cx="6367500" cy="393600"/>
          </a:xfrm>
          <a:prstGeom prst="rect">
            <a:avLst/>
          </a:prstGeom>
        </p:spPr>
        <p:txBody>
          <a:bodyPr spcFirstLastPara="1" wrap="square" lIns="91425" tIns="91425" rIns="91425" bIns="91425" anchor="t" anchorCtr="0">
            <a:noAutofit/>
          </a:bodyPr>
          <a:lstStyle>
            <a:lvl1pPr lvl="0" rtl="0">
              <a:spcBef>
                <a:spcPts val="0"/>
              </a:spcBef>
              <a:spcAft>
                <a:spcPts val="0"/>
              </a:spcAft>
              <a:buSzPts val="16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endParaRPr/>
          </a:p>
        </p:txBody>
      </p:sp>
      <p:cxnSp>
        <p:nvCxnSpPr>
          <p:cNvPr id="72" name="Google Shape;72;p10"/>
          <p:cNvCxnSpPr/>
          <p:nvPr/>
        </p:nvCxnSpPr>
        <p:spPr>
          <a:xfrm>
            <a:off x="2937350" y="402200"/>
            <a:ext cx="6082200" cy="0"/>
          </a:xfrm>
          <a:prstGeom prst="straightConnector1">
            <a:avLst/>
          </a:prstGeom>
          <a:noFill/>
          <a:ln w="19050" cap="flat" cmpd="sng">
            <a:solidFill>
              <a:srgbClr val="BF9000"/>
            </a:solidFill>
            <a:prstDash val="solid"/>
            <a:round/>
            <a:headEnd type="none" w="med" len="med"/>
            <a:tailEnd type="none" w="med" len="med"/>
          </a:ln>
        </p:spPr>
      </p:cxnSp>
      <p:pic>
        <p:nvPicPr>
          <p:cNvPr id="73" name="Google Shape;73;p10"/>
          <p:cNvPicPr preferRelativeResize="0"/>
          <p:nvPr/>
        </p:nvPicPr>
        <p:blipFill>
          <a:blip r:embed="rId2">
            <a:alphaModFix/>
          </a:blip>
          <a:stretch>
            <a:fillRect/>
          </a:stretch>
        </p:blipFill>
        <p:spPr>
          <a:xfrm>
            <a:off x="0" y="4983478"/>
            <a:ext cx="457200" cy="160022"/>
          </a:xfrm>
          <a:prstGeom prst="rect">
            <a:avLst/>
          </a:prstGeom>
          <a:noFill/>
          <a:ln>
            <a:noFill/>
          </a:ln>
        </p:spPr>
      </p:pic>
      <p:sp>
        <p:nvSpPr>
          <p:cNvPr id="74" name="Google Shape;74;p10"/>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75"/>
        <p:cNvGrpSpPr/>
        <p:nvPr/>
      </p:nvGrpSpPr>
      <p:grpSpPr>
        <a:xfrm>
          <a:off x="0" y="0"/>
          <a:ext cx="0" cy="0"/>
          <a:chOff x="0" y="0"/>
          <a:chExt cx="0" cy="0"/>
        </a:xfrm>
      </p:grpSpPr>
      <p:sp>
        <p:nvSpPr>
          <p:cNvPr id="76" name="Google Shape;76;p11"/>
          <p:cNvSpPr txBox="1">
            <a:spLocks noGrp="1"/>
          </p:cNvSpPr>
          <p:nvPr>
            <p:ph type="title"/>
          </p:nvPr>
        </p:nvSpPr>
        <p:spPr>
          <a:xfrm>
            <a:off x="0" y="0"/>
            <a:ext cx="8520600" cy="393600"/>
          </a:xfrm>
          <a:prstGeom prst="rect">
            <a:avLst/>
          </a:prstGeom>
        </p:spPr>
        <p:txBody>
          <a:bodyPr spcFirstLastPara="1" wrap="square" lIns="91425" tIns="91425" rIns="91425" bIns="91425" anchor="t" anchorCtr="0">
            <a:noAutofit/>
          </a:bodyPr>
          <a:lstStyle>
            <a:lvl1pPr lvl="0" rtl="0">
              <a:spcBef>
                <a:spcPts val="0"/>
              </a:spcBef>
              <a:spcAft>
                <a:spcPts val="0"/>
              </a:spcAft>
              <a:buSzPts val="16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endParaRPr/>
          </a:p>
        </p:txBody>
      </p:sp>
      <p:sp>
        <p:nvSpPr>
          <p:cNvPr id="77" name="Google Shape;77;p11"/>
          <p:cNvSpPr txBox="1">
            <a:spLocks noGrp="1"/>
          </p:cNvSpPr>
          <p:nvPr>
            <p:ph type="body" idx="1"/>
          </p:nvPr>
        </p:nvSpPr>
        <p:spPr>
          <a:xfrm>
            <a:off x="4812381" y="402206"/>
            <a:ext cx="3999900" cy="3416400"/>
          </a:xfrm>
          <a:prstGeom prst="rect">
            <a:avLst/>
          </a:prstGeom>
        </p:spPr>
        <p:txBody>
          <a:bodyPr spcFirstLastPara="1" wrap="square" lIns="91425" tIns="91425" rIns="91425" bIns="91425" anchor="t" anchorCtr="0">
            <a:noAutofit/>
          </a:bodyPr>
          <a:lstStyle>
            <a:lvl1pPr marL="457200" lvl="0" indent="-342900" rtl="0">
              <a:spcBef>
                <a:spcPts val="600"/>
              </a:spcBef>
              <a:spcAft>
                <a:spcPts val="0"/>
              </a:spcAft>
              <a:buSzPts val="1800"/>
              <a:buFont typeface="Roboto Light"/>
              <a:buChar char="•"/>
              <a:defRPr>
                <a:latin typeface="Roboto Light"/>
                <a:ea typeface="Roboto Light"/>
                <a:cs typeface="Roboto Light"/>
                <a:sym typeface="Roboto Light"/>
              </a:defRPr>
            </a:lvl1pPr>
            <a:lvl2pPr marL="914400" lvl="1" indent="-342900" rtl="0">
              <a:spcBef>
                <a:spcPts val="600"/>
              </a:spcBef>
              <a:spcAft>
                <a:spcPts val="0"/>
              </a:spcAft>
              <a:buSzPts val="1800"/>
              <a:buFont typeface="Roboto Light"/>
              <a:buChar char="•"/>
              <a:defRPr>
                <a:latin typeface="Roboto Light"/>
                <a:ea typeface="Roboto Light"/>
                <a:cs typeface="Roboto Light"/>
                <a:sym typeface="Roboto Light"/>
              </a:defRPr>
            </a:lvl2pPr>
            <a:lvl3pPr marL="1371600" lvl="2" indent="-342900" rtl="0">
              <a:spcBef>
                <a:spcPts val="600"/>
              </a:spcBef>
              <a:spcAft>
                <a:spcPts val="0"/>
              </a:spcAft>
              <a:buSzPts val="1800"/>
              <a:buFont typeface="Roboto Light"/>
              <a:buChar char="•"/>
              <a:defRPr>
                <a:latin typeface="Roboto Light"/>
                <a:ea typeface="Roboto Light"/>
                <a:cs typeface="Roboto Light"/>
                <a:sym typeface="Roboto Light"/>
              </a:defRPr>
            </a:lvl3pPr>
            <a:lvl4pPr marL="1828800" lvl="3" indent="-342900" rtl="0">
              <a:spcBef>
                <a:spcPts val="600"/>
              </a:spcBef>
              <a:spcAft>
                <a:spcPts val="0"/>
              </a:spcAft>
              <a:buSzPts val="1800"/>
              <a:buFont typeface="Roboto Light"/>
              <a:buChar char="•"/>
              <a:defRPr>
                <a:latin typeface="Roboto Light"/>
                <a:ea typeface="Roboto Light"/>
                <a:cs typeface="Roboto Light"/>
                <a:sym typeface="Roboto Light"/>
              </a:defRPr>
            </a:lvl4pPr>
            <a:lvl5pPr marL="2286000" lvl="4" indent="-342900" rtl="0">
              <a:spcBef>
                <a:spcPts val="600"/>
              </a:spcBef>
              <a:spcAft>
                <a:spcPts val="0"/>
              </a:spcAft>
              <a:buSzPts val="1800"/>
              <a:buFont typeface="Roboto Light"/>
              <a:buChar char="•"/>
              <a:defRPr>
                <a:latin typeface="Roboto Light"/>
                <a:ea typeface="Roboto Light"/>
                <a:cs typeface="Roboto Light"/>
                <a:sym typeface="Roboto Light"/>
              </a:defRPr>
            </a:lvl5pPr>
            <a:lvl6pPr marL="2743200" lvl="5" indent="-342900" rtl="0">
              <a:spcBef>
                <a:spcPts val="600"/>
              </a:spcBef>
              <a:spcAft>
                <a:spcPts val="0"/>
              </a:spcAft>
              <a:buSzPts val="1800"/>
              <a:buFont typeface="Roboto Light"/>
              <a:buChar char="•"/>
              <a:defRPr>
                <a:latin typeface="Roboto Light"/>
                <a:ea typeface="Roboto Light"/>
                <a:cs typeface="Roboto Light"/>
                <a:sym typeface="Roboto Light"/>
              </a:defRPr>
            </a:lvl6pPr>
            <a:lvl7pPr marL="3200400" lvl="6" indent="-342900" rtl="0">
              <a:spcBef>
                <a:spcPts val="600"/>
              </a:spcBef>
              <a:spcAft>
                <a:spcPts val="0"/>
              </a:spcAft>
              <a:buSzPts val="1800"/>
              <a:buFont typeface="Roboto Light"/>
              <a:buChar char="•"/>
              <a:defRPr>
                <a:latin typeface="Roboto Light"/>
                <a:ea typeface="Roboto Light"/>
                <a:cs typeface="Roboto Light"/>
                <a:sym typeface="Roboto Light"/>
              </a:defRPr>
            </a:lvl7pPr>
            <a:lvl8pPr marL="3657600" lvl="7" indent="-342900" rtl="0">
              <a:spcBef>
                <a:spcPts val="600"/>
              </a:spcBef>
              <a:spcAft>
                <a:spcPts val="0"/>
              </a:spcAft>
              <a:buSzPts val="1800"/>
              <a:buFont typeface="Roboto Light"/>
              <a:buChar char="•"/>
              <a:defRPr>
                <a:latin typeface="Roboto Light"/>
                <a:ea typeface="Roboto Light"/>
                <a:cs typeface="Roboto Light"/>
                <a:sym typeface="Roboto Light"/>
              </a:defRPr>
            </a:lvl8pPr>
            <a:lvl9pPr marL="4114800" lvl="8" indent="-342900" rtl="0">
              <a:spcBef>
                <a:spcPts val="600"/>
              </a:spcBef>
              <a:spcAft>
                <a:spcPts val="0"/>
              </a:spcAft>
              <a:buSzPts val="1800"/>
              <a:buFont typeface="Roboto Light"/>
              <a:buChar char="•"/>
              <a:defRPr>
                <a:latin typeface="Roboto Light"/>
                <a:ea typeface="Roboto Light"/>
                <a:cs typeface="Roboto Light"/>
                <a:sym typeface="Roboto Light"/>
              </a:defRPr>
            </a:lvl9pPr>
          </a:lstStyle>
          <a:p>
            <a:endParaRPr/>
          </a:p>
        </p:txBody>
      </p:sp>
      <p:sp>
        <p:nvSpPr>
          <p:cNvPr id="78" name="Google Shape;78;p11"/>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r" rtl="0">
              <a:spcBef>
                <a:spcPts val="0"/>
              </a:spcBef>
              <a:spcAft>
                <a:spcPts val="0"/>
              </a:spcAft>
              <a:buNone/>
            </a:pPr>
            <a:fld id="{00000000-1234-1234-1234-123412341234}" type="slidenum">
              <a:rPr lang="en"/>
              <a:t>‹#›</a:t>
            </a:fld>
            <a:endParaRPr/>
          </a:p>
        </p:txBody>
      </p:sp>
      <p:cxnSp>
        <p:nvCxnSpPr>
          <p:cNvPr id="79" name="Google Shape;79;p11"/>
          <p:cNvCxnSpPr/>
          <p:nvPr/>
        </p:nvCxnSpPr>
        <p:spPr>
          <a:xfrm>
            <a:off x="95431" y="402210"/>
            <a:ext cx="8909700" cy="0"/>
          </a:xfrm>
          <a:prstGeom prst="straightConnector1">
            <a:avLst/>
          </a:prstGeom>
          <a:noFill/>
          <a:ln w="19050" cap="flat" cmpd="sng">
            <a:solidFill>
              <a:srgbClr val="BF9000"/>
            </a:solidFill>
            <a:prstDash val="solid"/>
            <a:round/>
            <a:headEnd type="none" w="med" len="med"/>
            <a:tailEnd type="none" w="med" len="med"/>
          </a:ln>
        </p:spPr>
      </p:cxnSp>
      <p:sp>
        <p:nvSpPr>
          <p:cNvPr id="80" name="Google Shape;80;p11"/>
          <p:cNvSpPr txBox="1">
            <a:spLocks noGrp="1"/>
          </p:cNvSpPr>
          <p:nvPr>
            <p:ph type="body" idx="2"/>
          </p:nvPr>
        </p:nvSpPr>
        <p:spPr>
          <a:xfrm>
            <a:off x="95431" y="402206"/>
            <a:ext cx="3999900" cy="3416400"/>
          </a:xfrm>
          <a:prstGeom prst="rect">
            <a:avLst/>
          </a:prstGeom>
        </p:spPr>
        <p:txBody>
          <a:bodyPr spcFirstLastPara="1" wrap="square" lIns="91425" tIns="91425" rIns="91425" bIns="91425" anchor="t" anchorCtr="0">
            <a:noAutofit/>
          </a:bodyPr>
          <a:lstStyle>
            <a:lvl1pPr marL="457200" lvl="0" indent="-342900" rtl="0">
              <a:spcBef>
                <a:spcPts val="600"/>
              </a:spcBef>
              <a:spcAft>
                <a:spcPts val="0"/>
              </a:spcAft>
              <a:buSzPts val="1800"/>
              <a:buFont typeface="Roboto Light"/>
              <a:buChar char="•"/>
              <a:defRPr>
                <a:latin typeface="Roboto Light"/>
                <a:ea typeface="Roboto Light"/>
                <a:cs typeface="Roboto Light"/>
                <a:sym typeface="Roboto Light"/>
              </a:defRPr>
            </a:lvl1pPr>
            <a:lvl2pPr marL="914400" lvl="1" indent="-342900" rtl="0">
              <a:spcBef>
                <a:spcPts val="600"/>
              </a:spcBef>
              <a:spcAft>
                <a:spcPts val="0"/>
              </a:spcAft>
              <a:buSzPts val="1800"/>
              <a:buFont typeface="Roboto Light"/>
              <a:buChar char="•"/>
              <a:defRPr>
                <a:latin typeface="Roboto Light"/>
                <a:ea typeface="Roboto Light"/>
                <a:cs typeface="Roboto Light"/>
                <a:sym typeface="Roboto Light"/>
              </a:defRPr>
            </a:lvl2pPr>
            <a:lvl3pPr marL="1371600" lvl="2" indent="-342900" rtl="0">
              <a:spcBef>
                <a:spcPts val="600"/>
              </a:spcBef>
              <a:spcAft>
                <a:spcPts val="0"/>
              </a:spcAft>
              <a:buSzPts val="1800"/>
              <a:buFont typeface="Roboto Light"/>
              <a:buChar char="•"/>
              <a:defRPr>
                <a:latin typeface="Roboto Light"/>
                <a:ea typeface="Roboto Light"/>
                <a:cs typeface="Roboto Light"/>
                <a:sym typeface="Roboto Light"/>
              </a:defRPr>
            </a:lvl3pPr>
            <a:lvl4pPr marL="1828800" lvl="3" indent="-342900" rtl="0">
              <a:spcBef>
                <a:spcPts val="600"/>
              </a:spcBef>
              <a:spcAft>
                <a:spcPts val="0"/>
              </a:spcAft>
              <a:buSzPts val="1800"/>
              <a:buFont typeface="Roboto Light"/>
              <a:buChar char="•"/>
              <a:defRPr>
                <a:latin typeface="Roboto Light"/>
                <a:ea typeface="Roboto Light"/>
                <a:cs typeface="Roboto Light"/>
                <a:sym typeface="Roboto Light"/>
              </a:defRPr>
            </a:lvl4pPr>
            <a:lvl5pPr marL="2286000" lvl="4" indent="-342900" rtl="0">
              <a:spcBef>
                <a:spcPts val="600"/>
              </a:spcBef>
              <a:spcAft>
                <a:spcPts val="0"/>
              </a:spcAft>
              <a:buSzPts val="1800"/>
              <a:buFont typeface="Roboto Light"/>
              <a:buChar char="•"/>
              <a:defRPr>
                <a:latin typeface="Roboto Light"/>
                <a:ea typeface="Roboto Light"/>
                <a:cs typeface="Roboto Light"/>
                <a:sym typeface="Roboto Light"/>
              </a:defRPr>
            </a:lvl5pPr>
            <a:lvl6pPr marL="2743200" lvl="5" indent="-342900" rtl="0">
              <a:spcBef>
                <a:spcPts val="600"/>
              </a:spcBef>
              <a:spcAft>
                <a:spcPts val="0"/>
              </a:spcAft>
              <a:buSzPts val="1800"/>
              <a:buFont typeface="Roboto Light"/>
              <a:buChar char="•"/>
              <a:defRPr>
                <a:latin typeface="Roboto Light"/>
                <a:ea typeface="Roboto Light"/>
                <a:cs typeface="Roboto Light"/>
                <a:sym typeface="Roboto Light"/>
              </a:defRPr>
            </a:lvl6pPr>
            <a:lvl7pPr marL="3200400" lvl="6" indent="-342900" rtl="0">
              <a:spcBef>
                <a:spcPts val="600"/>
              </a:spcBef>
              <a:spcAft>
                <a:spcPts val="0"/>
              </a:spcAft>
              <a:buSzPts val="1800"/>
              <a:buFont typeface="Roboto Light"/>
              <a:buChar char="•"/>
              <a:defRPr>
                <a:latin typeface="Roboto Light"/>
                <a:ea typeface="Roboto Light"/>
                <a:cs typeface="Roboto Light"/>
                <a:sym typeface="Roboto Light"/>
              </a:defRPr>
            </a:lvl7pPr>
            <a:lvl8pPr marL="3657600" lvl="7" indent="-342900" rtl="0">
              <a:spcBef>
                <a:spcPts val="600"/>
              </a:spcBef>
              <a:spcAft>
                <a:spcPts val="0"/>
              </a:spcAft>
              <a:buSzPts val="1800"/>
              <a:buFont typeface="Roboto Light"/>
              <a:buChar char="•"/>
              <a:defRPr>
                <a:latin typeface="Roboto Light"/>
                <a:ea typeface="Roboto Light"/>
                <a:cs typeface="Roboto Light"/>
                <a:sym typeface="Roboto Light"/>
              </a:defRPr>
            </a:lvl8pPr>
            <a:lvl9pPr marL="4114800" lvl="8" indent="-342900" rtl="0">
              <a:spcBef>
                <a:spcPts val="600"/>
              </a:spcBef>
              <a:spcAft>
                <a:spcPts val="0"/>
              </a:spcAft>
              <a:buSzPts val="1800"/>
              <a:buFont typeface="Roboto Light"/>
              <a:buChar char="•"/>
              <a:defRPr>
                <a:latin typeface="Roboto Light"/>
                <a:ea typeface="Roboto Light"/>
                <a:cs typeface="Roboto Light"/>
                <a:sym typeface="Roboto Light"/>
              </a:defRPr>
            </a:lvl9pPr>
          </a:lstStyle>
          <a:p>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81"/>
        <p:cNvGrpSpPr/>
        <p:nvPr/>
      </p:nvGrpSpPr>
      <p:grpSpPr>
        <a:xfrm>
          <a:off x="0" y="0"/>
          <a:ext cx="0" cy="0"/>
          <a:chOff x="0" y="0"/>
          <a:chExt cx="0" cy="0"/>
        </a:xfrm>
      </p:grpSpPr>
      <p:sp>
        <p:nvSpPr>
          <p:cNvPr id="82" name="Google Shape;82;p12"/>
          <p:cNvSpPr txBox="1">
            <a:spLocks noGrp="1"/>
          </p:cNvSpPr>
          <p:nvPr>
            <p:ph type="title"/>
          </p:nvPr>
        </p:nvSpPr>
        <p:spPr>
          <a:xfrm>
            <a:off x="0" y="0"/>
            <a:ext cx="8520600" cy="393600"/>
          </a:xfrm>
          <a:prstGeom prst="rect">
            <a:avLst/>
          </a:prstGeom>
        </p:spPr>
        <p:txBody>
          <a:bodyPr spcFirstLastPara="1" wrap="square" lIns="91425" tIns="91425" rIns="91425" bIns="91425" anchor="t" anchorCtr="0">
            <a:noAutofit/>
          </a:bodyPr>
          <a:lstStyle>
            <a:lvl1pPr lvl="0" rtl="0">
              <a:spcBef>
                <a:spcPts val="0"/>
              </a:spcBef>
              <a:spcAft>
                <a:spcPts val="0"/>
              </a:spcAft>
              <a:buSzPts val="16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endParaRPr/>
          </a:p>
        </p:txBody>
      </p:sp>
      <p:sp>
        <p:nvSpPr>
          <p:cNvPr id="83" name="Google Shape;83;p1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r" rtl="0">
              <a:spcBef>
                <a:spcPts val="0"/>
              </a:spcBef>
              <a:spcAft>
                <a:spcPts val="0"/>
              </a:spcAft>
              <a:buNone/>
            </a:pPr>
            <a:fld id="{00000000-1234-1234-1234-123412341234}" type="slidenum">
              <a:rPr lang="en"/>
              <a:t>‹#›</a:t>
            </a:fld>
            <a:endParaRPr/>
          </a:p>
        </p:txBody>
      </p:sp>
      <p:cxnSp>
        <p:nvCxnSpPr>
          <p:cNvPr id="84" name="Google Shape;84;p12"/>
          <p:cNvCxnSpPr/>
          <p:nvPr/>
        </p:nvCxnSpPr>
        <p:spPr>
          <a:xfrm>
            <a:off x="95431" y="402210"/>
            <a:ext cx="8909700" cy="0"/>
          </a:xfrm>
          <a:prstGeom prst="straightConnector1">
            <a:avLst/>
          </a:prstGeom>
          <a:noFill/>
          <a:ln w="19050" cap="flat" cmpd="sng">
            <a:solidFill>
              <a:srgbClr val="BF9000"/>
            </a:solidFill>
            <a:prstDash val="solid"/>
            <a:round/>
            <a:headEnd type="none" w="med" len="med"/>
            <a:tailEnd type="none" w="med" len="med"/>
          </a:ln>
        </p:spPr>
      </p:cxn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85"/>
        <p:cNvGrpSpPr/>
        <p:nvPr/>
      </p:nvGrpSpPr>
      <p:grpSpPr>
        <a:xfrm>
          <a:off x="0" y="0"/>
          <a:ext cx="0" cy="0"/>
          <a:chOff x="0" y="0"/>
          <a:chExt cx="0" cy="0"/>
        </a:xfrm>
      </p:grpSpPr>
      <p:sp>
        <p:nvSpPr>
          <p:cNvPr id="86" name="Google Shape;86;p13"/>
          <p:cNvSpPr txBox="1">
            <a:spLocks noGrp="1"/>
          </p:cNvSpPr>
          <p:nvPr>
            <p:ph type="title"/>
          </p:nvPr>
        </p:nvSpPr>
        <p:spPr>
          <a:xfrm>
            <a:off x="490250" y="450150"/>
            <a:ext cx="6367800" cy="4090800"/>
          </a:xfrm>
          <a:prstGeom prst="rect">
            <a:avLst/>
          </a:prstGeom>
        </p:spPr>
        <p:txBody>
          <a:bodyPr spcFirstLastPara="1" wrap="square" lIns="91425" tIns="91425" rIns="91425" bIns="91425" anchor="ctr" anchorCtr="0">
            <a:noAutofit/>
          </a:bodyPr>
          <a:lstStyle>
            <a:lvl1pPr lvl="0" rtl="0">
              <a:spcBef>
                <a:spcPts val="0"/>
              </a:spcBef>
              <a:spcAft>
                <a:spcPts val="0"/>
              </a:spcAft>
              <a:buSzPts val="4800"/>
              <a:buNone/>
              <a:defRPr sz="4800"/>
            </a:lvl1pPr>
            <a:lvl2pPr lvl="1" rtl="0">
              <a:spcBef>
                <a:spcPts val="0"/>
              </a:spcBef>
              <a:spcAft>
                <a:spcPts val="0"/>
              </a:spcAft>
              <a:buSzPts val="4800"/>
              <a:buNone/>
              <a:defRPr sz="4800"/>
            </a:lvl2pPr>
            <a:lvl3pPr lvl="2" rtl="0">
              <a:spcBef>
                <a:spcPts val="0"/>
              </a:spcBef>
              <a:spcAft>
                <a:spcPts val="0"/>
              </a:spcAft>
              <a:buSzPts val="4800"/>
              <a:buNone/>
              <a:defRPr sz="4800"/>
            </a:lvl3pPr>
            <a:lvl4pPr lvl="3" rtl="0">
              <a:spcBef>
                <a:spcPts val="0"/>
              </a:spcBef>
              <a:spcAft>
                <a:spcPts val="0"/>
              </a:spcAft>
              <a:buSzPts val="4800"/>
              <a:buNone/>
              <a:defRPr sz="4800"/>
            </a:lvl4pPr>
            <a:lvl5pPr lvl="4" rtl="0">
              <a:spcBef>
                <a:spcPts val="0"/>
              </a:spcBef>
              <a:spcAft>
                <a:spcPts val="0"/>
              </a:spcAft>
              <a:buSzPts val="4800"/>
              <a:buNone/>
              <a:defRPr sz="4800"/>
            </a:lvl5pPr>
            <a:lvl6pPr lvl="5" rtl="0">
              <a:spcBef>
                <a:spcPts val="0"/>
              </a:spcBef>
              <a:spcAft>
                <a:spcPts val="0"/>
              </a:spcAft>
              <a:buSzPts val="4800"/>
              <a:buNone/>
              <a:defRPr sz="4800"/>
            </a:lvl6pPr>
            <a:lvl7pPr lvl="6" rtl="0">
              <a:spcBef>
                <a:spcPts val="0"/>
              </a:spcBef>
              <a:spcAft>
                <a:spcPts val="0"/>
              </a:spcAft>
              <a:buSzPts val="4800"/>
              <a:buNone/>
              <a:defRPr sz="4800"/>
            </a:lvl7pPr>
            <a:lvl8pPr lvl="7" rtl="0">
              <a:spcBef>
                <a:spcPts val="0"/>
              </a:spcBef>
              <a:spcAft>
                <a:spcPts val="0"/>
              </a:spcAft>
              <a:buSzPts val="4800"/>
              <a:buNone/>
              <a:defRPr sz="4800"/>
            </a:lvl8pPr>
            <a:lvl9pPr lvl="8" rtl="0">
              <a:spcBef>
                <a:spcPts val="0"/>
              </a:spcBef>
              <a:spcAft>
                <a:spcPts val="0"/>
              </a:spcAft>
              <a:buSzPts val="4800"/>
              <a:buNone/>
              <a:defRPr sz="4800"/>
            </a:lvl9pPr>
          </a:lstStyle>
          <a:p>
            <a:endParaRPr/>
          </a:p>
        </p:txBody>
      </p:sp>
      <p:sp>
        <p:nvSpPr>
          <p:cNvPr id="87" name="Google Shape;87;p13"/>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SECTION_TITLE_AND_DESCRIPTION_3">
  <p:cSld name="SECTION_TITLE_AND_DESCRIPTION_3">
    <p:spTree>
      <p:nvGrpSpPr>
        <p:cNvPr id="1" name="Shape 88"/>
        <p:cNvGrpSpPr/>
        <p:nvPr/>
      </p:nvGrpSpPr>
      <p:grpSpPr>
        <a:xfrm>
          <a:off x="0" y="0"/>
          <a:ext cx="0" cy="0"/>
          <a:chOff x="0" y="0"/>
          <a:chExt cx="0" cy="0"/>
        </a:xfrm>
      </p:grpSpPr>
      <p:sp>
        <p:nvSpPr>
          <p:cNvPr id="89" name="Google Shape;89;p14"/>
          <p:cNvSpPr/>
          <p:nvPr/>
        </p:nvSpPr>
        <p:spPr>
          <a:xfrm>
            <a:off x="4572000" y="-125"/>
            <a:ext cx="4572000" cy="5143500"/>
          </a:xfrm>
          <a:prstGeom prst="rect">
            <a:avLst/>
          </a:prstGeom>
          <a:solidFill>
            <a:srgbClr val="CFE2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 name="Google Shape;90;p14"/>
          <p:cNvSpPr txBox="1">
            <a:spLocks noGrp="1"/>
          </p:cNvSpPr>
          <p:nvPr>
            <p:ph type="title"/>
          </p:nvPr>
        </p:nvSpPr>
        <p:spPr>
          <a:xfrm>
            <a:off x="265500" y="1233175"/>
            <a:ext cx="4045200" cy="14823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1600"/>
              <a:buNone/>
              <a:defRPr/>
            </a:lvl1pPr>
            <a:lvl2pPr lvl="1" algn="ctr" rtl="0">
              <a:spcBef>
                <a:spcPts val="0"/>
              </a:spcBef>
              <a:spcAft>
                <a:spcPts val="0"/>
              </a:spcAft>
              <a:buSzPts val="4200"/>
              <a:buNone/>
              <a:defRPr sz="4200"/>
            </a:lvl2pPr>
            <a:lvl3pPr lvl="2" algn="ctr" rtl="0">
              <a:spcBef>
                <a:spcPts val="0"/>
              </a:spcBef>
              <a:spcAft>
                <a:spcPts val="0"/>
              </a:spcAft>
              <a:buSzPts val="4200"/>
              <a:buNone/>
              <a:defRPr sz="4200"/>
            </a:lvl3pPr>
            <a:lvl4pPr lvl="3" algn="ctr" rtl="0">
              <a:spcBef>
                <a:spcPts val="0"/>
              </a:spcBef>
              <a:spcAft>
                <a:spcPts val="0"/>
              </a:spcAft>
              <a:buSzPts val="4200"/>
              <a:buNone/>
              <a:defRPr sz="4200"/>
            </a:lvl4pPr>
            <a:lvl5pPr lvl="4" algn="ctr" rtl="0">
              <a:spcBef>
                <a:spcPts val="0"/>
              </a:spcBef>
              <a:spcAft>
                <a:spcPts val="0"/>
              </a:spcAft>
              <a:buSzPts val="4200"/>
              <a:buNone/>
              <a:defRPr sz="4200"/>
            </a:lvl5pPr>
            <a:lvl6pPr lvl="5" algn="ctr" rtl="0">
              <a:spcBef>
                <a:spcPts val="0"/>
              </a:spcBef>
              <a:spcAft>
                <a:spcPts val="0"/>
              </a:spcAft>
              <a:buSzPts val="4200"/>
              <a:buNone/>
              <a:defRPr sz="4200"/>
            </a:lvl6pPr>
            <a:lvl7pPr lvl="6" algn="ctr" rtl="0">
              <a:spcBef>
                <a:spcPts val="0"/>
              </a:spcBef>
              <a:spcAft>
                <a:spcPts val="0"/>
              </a:spcAft>
              <a:buSzPts val="4200"/>
              <a:buNone/>
              <a:defRPr sz="4200"/>
            </a:lvl7pPr>
            <a:lvl8pPr lvl="7" algn="ctr" rtl="0">
              <a:spcBef>
                <a:spcPts val="0"/>
              </a:spcBef>
              <a:spcAft>
                <a:spcPts val="0"/>
              </a:spcAft>
              <a:buSzPts val="4200"/>
              <a:buNone/>
              <a:defRPr sz="4200"/>
            </a:lvl8pPr>
            <a:lvl9pPr lvl="8" algn="ctr" rtl="0">
              <a:spcBef>
                <a:spcPts val="0"/>
              </a:spcBef>
              <a:spcAft>
                <a:spcPts val="0"/>
              </a:spcAft>
              <a:buSzPts val="4200"/>
              <a:buNone/>
              <a:defRPr sz="4200"/>
            </a:lvl9pPr>
          </a:lstStyle>
          <a:p>
            <a:endParaRPr/>
          </a:p>
        </p:txBody>
      </p:sp>
      <p:sp>
        <p:nvSpPr>
          <p:cNvPr id="91" name="Google Shape;91;p14"/>
          <p:cNvSpPr txBox="1">
            <a:spLocks noGrp="1"/>
          </p:cNvSpPr>
          <p:nvPr>
            <p:ph type="subTitle" idx="1"/>
          </p:nvPr>
        </p:nvSpPr>
        <p:spPr>
          <a:xfrm>
            <a:off x="265500" y="2803075"/>
            <a:ext cx="4045200" cy="1235100"/>
          </a:xfrm>
          <a:prstGeom prst="rect">
            <a:avLst/>
          </a:prstGeom>
        </p:spPr>
        <p:txBody>
          <a:bodyPr spcFirstLastPara="1" wrap="square" lIns="91425" tIns="91425" rIns="91425" bIns="91425" anchor="t" anchorCtr="0">
            <a:noAutofit/>
          </a:bodyPr>
          <a:lstStyle>
            <a:lvl1pPr lvl="0" algn="ctr" rtl="0">
              <a:lnSpc>
                <a:spcPct val="100000"/>
              </a:lnSpc>
              <a:spcBef>
                <a:spcPts val="600"/>
              </a:spcBef>
              <a:spcAft>
                <a:spcPts val="0"/>
              </a:spcAft>
              <a:buSzPts val="1800"/>
              <a:buNone/>
              <a:defRPr/>
            </a:lvl1pPr>
            <a:lvl2pPr lvl="1" algn="ctr" rtl="0">
              <a:lnSpc>
                <a:spcPct val="100000"/>
              </a:lnSpc>
              <a:spcBef>
                <a:spcPts val="600"/>
              </a:spcBef>
              <a:spcAft>
                <a:spcPts val="0"/>
              </a:spcAft>
              <a:buSzPts val="2100"/>
              <a:buNone/>
              <a:defRPr sz="2100"/>
            </a:lvl2pPr>
            <a:lvl3pPr lvl="2" algn="ctr" rtl="0">
              <a:lnSpc>
                <a:spcPct val="100000"/>
              </a:lnSpc>
              <a:spcBef>
                <a:spcPts val="600"/>
              </a:spcBef>
              <a:spcAft>
                <a:spcPts val="0"/>
              </a:spcAft>
              <a:buSzPts val="2100"/>
              <a:buNone/>
              <a:defRPr sz="2100"/>
            </a:lvl3pPr>
            <a:lvl4pPr lvl="3" algn="ctr" rtl="0">
              <a:lnSpc>
                <a:spcPct val="100000"/>
              </a:lnSpc>
              <a:spcBef>
                <a:spcPts val="600"/>
              </a:spcBef>
              <a:spcAft>
                <a:spcPts val="0"/>
              </a:spcAft>
              <a:buSzPts val="2100"/>
              <a:buNone/>
              <a:defRPr sz="2100"/>
            </a:lvl4pPr>
            <a:lvl5pPr lvl="4" algn="ctr" rtl="0">
              <a:lnSpc>
                <a:spcPct val="100000"/>
              </a:lnSpc>
              <a:spcBef>
                <a:spcPts val="600"/>
              </a:spcBef>
              <a:spcAft>
                <a:spcPts val="0"/>
              </a:spcAft>
              <a:buSzPts val="2100"/>
              <a:buNone/>
              <a:defRPr sz="2100"/>
            </a:lvl5pPr>
            <a:lvl6pPr lvl="5" algn="ctr" rtl="0">
              <a:lnSpc>
                <a:spcPct val="100000"/>
              </a:lnSpc>
              <a:spcBef>
                <a:spcPts val="600"/>
              </a:spcBef>
              <a:spcAft>
                <a:spcPts val="0"/>
              </a:spcAft>
              <a:buSzPts val="2100"/>
              <a:buNone/>
              <a:defRPr sz="2100"/>
            </a:lvl6pPr>
            <a:lvl7pPr lvl="6" algn="ctr" rtl="0">
              <a:lnSpc>
                <a:spcPct val="100000"/>
              </a:lnSpc>
              <a:spcBef>
                <a:spcPts val="600"/>
              </a:spcBef>
              <a:spcAft>
                <a:spcPts val="0"/>
              </a:spcAft>
              <a:buSzPts val="2100"/>
              <a:buNone/>
              <a:defRPr sz="2100"/>
            </a:lvl7pPr>
            <a:lvl8pPr lvl="7" algn="ctr" rtl="0">
              <a:lnSpc>
                <a:spcPct val="100000"/>
              </a:lnSpc>
              <a:spcBef>
                <a:spcPts val="600"/>
              </a:spcBef>
              <a:spcAft>
                <a:spcPts val="0"/>
              </a:spcAft>
              <a:buSzPts val="2100"/>
              <a:buNone/>
              <a:defRPr sz="2100"/>
            </a:lvl8pPr>
            <a:lvl9pPr lvl="8" algn="ctr" rtl="0">
              <a:lnSpc>
                <a:spcPct val="100000"/>
              </a:lnSpc>
              <a:spcBef>
                <a:spcPts val="600"/>
              </a:spcBef>
              <a:spcAft>
                <a:spcPts val="0"/>
              </a:spcAft>
              <a:buSzPts val="2100"/>
              <a:buNone/>
              <a:defRPr sz="2100"/>
            </a:lvl9pPr>
          </a:lstStyle>
          <a:p>
            <a:endParaRPr/>
          </a:p>
        </p:txBody>
      </p:sp>
      <p:sp>
        <p:nvSpPr>
          <p:cNvPr id="92" name="Google Shape;92;p14"/>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r" rtl="0">
              <a:spcBef>
                <a:spcPts val="0"/>
              </a:spcBef>
              <a:spcAft>
                <a:spcPts val="0"/>
              </a:spcAft>
              <a:buNone/>
            </a:pPr>
            <a:fld id="{00000000-1234-1234-1234-123412341234}" type="slidenum">
              <a:rPr lang="en"/>
              <a:t>‹#›</a:t>
            </a:fld>
            <a:endParaRPr/>
          </a:p>
        </p:txBody>
      </p:sp>
      <p:sp>
        <p:nvSpPr>
          <p:cNvPr id="93" name="Google Shape;93;p14"/>
          <p:cNvSpPr txBox="1">
            <a:spLocks noGrp="1"/>
          </p:cNvSpPr>
          <p:nvPr>
            <p:ph type="body" idx="2"/>
          </p:nvPr>
        </p:nvSpPr>
        <p:spPr>
          <a:xfrm>
            <a:off x="4812381" y="402206"/>
            <a:ext cx="3999900" cy="3416400"/>
          </a:xfrm>
          <a:prstGeom prst="rect">
            <a:avLst/>
          </a:prstGeom>
        </p:spPr>
        <p:txBody>
          <a:bodyPr spcFirstLastPara="1" wrap="square" lIns="91425" tIns="91425" rIns="91425" bIns="91425" anchor="t" anchorCtr="0">
            <a:noAutofit/>
          </a:bodyPr>
          <a:lstStyle>
            <a:lvl1pPr marL="457200" lvl="0" indent="-342900" rtl="0">
              <a:spcBef>
                <a:spcPts val="600"/>
              </a:spcBef>
              <a:spcAft>
                <a:spcPts val="0"/>
              </a:spcAft>
              <a:buSzPts val="1800"/>
              <a:buFont typeface="Roboto Light"/>
              <a:buChar char="•"/>
              <a:defRPr>
                <a:latin typeface="Roboto Light"/>
                <a:ea typeface="Roboto Light"/>
                <a:cs typeface="Roboto Light"/>
                <a:sym typeface="Roboto Light"/>
              </a:defRPr>
            </a:lvl1pPr>
            <a:lvl2pPr marL="914400" lvl="1" indent="-342900" rtl="0">
              <a:spcBef>
                <a:spcPts val="600"/>
              </a:spcBef>
              <a:spcAft>
                <a:spcPts val="0"/>
              </a:spcAft>
              <a:buSzPts val="1800"/>
              <a:buFont typeface="Roboto Light"/>
              <a:buChar char="•"/>
              <a:defRPr>
                <a:latin typeface="Roboto Light"/>
                <a:ea typeface="Roboto Light"/>
                <a:cs typeface="Roboto Light"/>
                <a:sym typeface="Roboto Light"/>
              </a:defRPr>
            </a:lvl2pPr>
            <a:lvl3pPr marL="1371600" lvl="2" indent="-342900" rtl="0">
              <a:spcBef>
                <a:spcPts val="600"/>
              </a:spcBef>
              <a:spcAft>
                <a:spcPts val="0"/>
              </a:spcAft>
              <a:buSzPts val="1800"/>
              <a:buFont typeface="Roboto Light"/>
              <a:buChar char="•"/>
              <a:defRPr>
                <a:latin typeface="Roboto Light"/>
                <a:ea typeface="Roboto Light"/>
                <a:cs typeface="Roboto Light"/>
                <a:sym typeface="Roboto Light"/>
              </a:defRPr>
            </a:lvl3pPr>
            <a:lvl4pPr marL="1828800" lvl="3" indent="-342900" rtl="0">
              <a:spcBef>
                <a:spcPts val="600"/>
              </a:spcBef>
              <a:spcAft>
                <a:spcPts val="0"/>
              </a:spcAft>
              <a:buSzPts val="1800"/>
              <a:buFont typeface="Roboto Light"/>
              <a:buChar char="•"/>
              <a:defRPr>
                <a:latin typeface="Roboto Light"/>
                <a:ea typeface="Roboto Light"/>
                <a:cs typeface="Roboto Light"/>
                <a:sym typeface="Roboto Light"/>
              </a:defRPr>
            </a:lvl4pPr>
            <a:lvl5pPr marL="2286000" lvl="4" indent="-342900" rtl="0">
              <a:spcBef>
                <a:spcPts val="600"/>
              </a:spcBef>
              <a:spcAft>
                <a:spcPts val="0"/>
              </a:spcAft>
              <a:buSzPts val="1800"/>
              <a:buFont typeface="Roboto Light"/>
              <a:buChar char="•"/>
              <a:defRPr>
                <a:latin typeface="Roboto Light"/>
                <a:ea typeface="Roboto Light"/>
                <a:cs typeface="Roboto Light"/>
                <a:sym typeface="Roboto Light"/>
              </a:defRPr>
            </a:lvl5pPr>
            <a:lvl6pPr marL="2743200" lvl="5" indent="-342900" rtl="0">
              <a:spcBef>
                <a:spcPts val="600"/>
              </a:spcBef>
              <a:spcAft>
                <a:spcPts val="0"/>
              </a:spcAft>
              <a:buSzPts val="1800"/>
              <a:buFont typeface="Roboto Light"/>
              <a:buChar char="•"/>
              <a:defRPr>
                <a:latin typeface="Roboto Light"/>
                <a:ea typeface="Roboto Light"/>
                <a:cs typeface="Roboto Light"/>
                <a:sym typeface="Roboto Light"/>
              </a:defRPr>
            </a:lvl6pPr>
            <a:lvl7pPr marL="3200400" lvl="6" indent="-342900" rtl="0">
              <a:spcBef>
                <a:spcPts val="600"/>
              </a:spcBef>
              <a:spcAft>
                <a:spcPts val="0"/>
              </a:spcAft>
              <a:buSzPts val="1800"/>
              <a:buFont typeface="Roboto Light"/>
              <a:buChar char="•"/>
              <a:defRPr>
                <a:latin typeface="Roboto Light"/>
                <a:ea typeface="Roboto Light"/>
                <a:cs typeface="Roboto Light"/>
                <a:sym typeface="Roboto Light"/>
              </a:defRPr>
            </a:lvl7pPr>
            <a:lvl8pPr marL="3657600" lvl="7" indent="-342900" rtl="0">
              <a:spcBef>
                <a:spcPts val="600"/>
              </a:spcBef>
              <a:spcAft>
                <a:spcPts val="0"/>
              </a:spcAft>
              <a:buSzPts val="1800"/>
              <a:buFont typeface="Roboto Light"/>
              <a:buChar char="•"/>
              <a:defRPr>
                <a:latin typeface="Roboto Light"/>
                <a:ea typeface="Roboto Light"/>
                <a:cs typeface="Roboto Light"/>
                <a:sym typeface="Roboto Light"/>
              </a:defRPr>
            </a:lvl8pPr>
            <a:lvl9pPr marL="4114800" lvl="8" indent="-342900" rtl="0">
              <a:spcBef>
                <a:spcPts val="600"/>
              </a:spcBef>
              <a:spcAft>
                <a:spcPts val="0"/>
              </a:spcAft>
              <a:buSzPts val="1800"/>
              <a:buFont typeface="Roboto Light"/>
              <a:buChar char="•"/>
              <a:defRPr>
                <a:latin typeface="Roboto Light"/>
                <a:ea typeface="Roboto Light"/>
                <a:cs typeface="Roboto Light"/>
                <a:sym typeface="Roboto Light"/>
              </a:defRPr>
            </a:lvl9pPr>
          </a:lstStyle>
          <a:p>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94"/>
        <p:cNvGrpSpPr/>
        <p:nvPr/>
      </p:nvGrpSpPr>
      <p:grpSpPr>
        <a:xfrm>
          <a:off x="0" y="0"/>
          <a:ext cx="0" cy="0"/>
          <a:chOff x="0" y="0"/>
          <a:chExt cx="0" cy="0"/>
        </a:xfrm>
      </p:grpSpPr>
      <p:sp>
        <p:nvSpPr>
          <p:cNvPr id="95" name="Google Shape;95;p15"/>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r" rtl="0">
              <a:spcBef>
                <a:spcPts val="0"/>
              </a:spcBef>
              <a:spcAft>
                <a:spcPts val="0"/>
              </a:spcAft>
              <a:buNone/>
            </a:pPr>
            <a:fld id="{00000000-1234-1234-1234-123412341234}" type="slidenum">
              <a:rPr lang="en"/>
              <a:t>‹#›</a:t>
            </a:fld>
            <a:endParaRPr/>
          </a:p>
        </p:txBody>
      </p:sp>
      <p:sp>
        <p:nvSpPr>
          <p:cNvPr id="96" name="Google Shape;96;p15"/>
          <p:cNvSpPr txBox="1">
            <a:spLocks noGrp="1"/>
          </p:cNvSpPr>
          <p:nvPr>
            <p:ph type="title"/>
          </p:nvPr>
        </p:nvSpPr>
        <p:spPr>
          <a:xfrm>
            <a:off x="95425" y="4382350"/>
            <a:ext cx="84252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2400"/>
              <a:buNone/>
              <a:defRPr sz="2400"/>
            </a:lvl1pPr>
            <a:lvl2pPr lvl="1" rtl="0">
              <a:spcBef>
                <a:spcPts val="0"/>
              </a:spcBef>
              <a:spcAft>
                <a:spcPts val="0"/>
              </a:spcAft>
              <a:buSzPts val="2400"/>
              <a:buNone/>
              <a:defRPr sz="2400"/>
            </a:lvl2pPr>
            <a:lvl3pPr lvl="2" rtl="0">
              <a:spcBef>
                <a:spcPts val="0"/>
              </a:spcBef>
              <a:spcAft>
                <a:spcPts val="0"/>
              </a:spcAft>
              <a:buSzPts val="2400"/>
              <a:buNone/>
              <a:defRPr sz="2400"/>
            </a:lvl3pPr>
            <a:lvl4pPr lvl="3" rtl="0">
              <a:spcBef>
                <a:spcPts val="0"/>
              </a:spcBef>
              <a:spcAft>
                <a:spcPts val="0"/>
              </a:spcAft>
              <a:buSzPts val="2400"/>
              <a:buNone/>
              <a:defRPr sz="2400"/>
            </a:lvl4pPr>
            <a:lvl5pPr lvl="4" rtl="0">
              <a:spcBef>
                <a:spcPts val="0"/>
              </a:spcBef>
              <a:spcAft>
                <a:spcPts val="0"/>
              </a:spcAft>
              <a:buSzPts val="2400"/>
              <a:buNone/>
              <a:defRPr sz="2400"/>
            </a:lvl5pPr>
            <a:lvl6pPr lvl="5" rtl="0">
              <a:spcBef>
                <a:spcPts val="0"/>
              </a:spcBef>
              <a:spcAft>
                <a:spcPts val="0"/>
              </a:spcAft>
              <a:buSzPts val="2400"/>
              <a:buNone/>
              <a:defRPr sz="2400"/>
            </a:lvl6pPr>
            <a:lvl7pPr lvl="6" rtl="0">
              <a:spcBef>
                <a:spcPts val="0"/>
              </a:spcBef>
              <a:spcAft>
                <a:spcPts val="0"/>
              </a:spcAft>
              <a:buSzPts val="2400"/>
              <a:buNone/>
              <a:defRPr sz="2400"/>
            </a:lvl7pPr>
            <a:lvl8pPr lvl="7" rtl="0">
              <a:spcBef>
                <a:spcPts val="0"/>
              </a:spcBef>
              <a:spcAft>
                <a:spcPts val="0"/>
              </a:spcAft>
              <a:buSzPts val="2400"/>
              <a:buNone/>
              <a:defRPr sz="2400"/>
            </a:lvl8pPr>
            <a:lvl9pPr lvl="8" rtl="0">
              <a:spcBef>
                <a:spcPts val="0"/>
              </a:spcBef>
              <a:spcAft>
                <a:spcPts val="0"/>
              </a:spcAft>
              <a:buSzPts val="2400"/>
              <a:buNone/>
              <a:defRPr sz="2400"/>
            </a:lvl9pPr>
          </a:lstStyle>
          <a:p>
            <a:endParaRPr/>
          </a:p>
        </p:txBody>
      </p:sp>
      <p:cxnSp>
        <p:nvCxnSpPr>
          <p:cNvPr id="97" name="Google Shape;97;p15"/>
          <p:cNvCxnSpPr/>
          <p:nvPr/>
        </p:nvCxnSpPr>
        <p:spPr>
          <a:xfrm>
            <a:off x="168250" y="4288400"/>
            <a:ext cx="8757000" cy="0"/>
          </a:xfrm>
          <a:prstGeom prst="straightConnector1">
            <a:avLst/>
          </a:prstGeom>
          <a:noFill/>
          <a:ln w="19050" cap="flat" cmpd="sng">
            <a:solidFill>
              <a:srgbClr val="BF9000"/>
            </a:solidFill>
            <a:prstDash val="solid"/>
            <a:round/>
            <a:headEnd type="none" w="med" len="med"/>
            <a:tailEnd type="none" w="med" len="med"/>
          </a:ln>
        </p:spPr>
      </p:cxn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98"/>
        <p:cNvGrpSpPr/>
        <p:nvPr/>
      </p:nvGrpSpPr>
      <p:grpSpPr>
        <a:xfrm>
          <a:off x="0" y="0"/>
          <a:ext cx="0" cy="0"/>
          <a:chOff x="0" y="0"/>
          <a:chExt cx="0" cy="0"/>
        </a:xfrm>
      </p:grpSpPr>
      <p:sp>
        <p:nvSpPr>
          <p:cNvPr id="99" name="Google Shape;99;p16"/>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Blank dark">
  <p:cSld name="BLANK_1">
    <p:bg>
      <p:bgPr>
        <a:solidFill>
          <a:schemeClr val="dk1"/>
        </a:solidFill>
        <a:effectLst/>
      </p:bgPr>
    </p:bg>
    <p:spTree>
      <p:nvGrpSpPr>
        <p:cNvPr id="1" name="Shape 100"/>
        <p:cNvGrpSpPr/>
        <p:nvPr/>
      </p:nvGrpSpPr>
      <p:grpSpPr>
        <a:xfrm>
          <a:off x="0" y="0"/>
          <a:ext cx="0" cy="0"/>
          <a:chOff x="0" y="0"/>
          <a:chExt cx="0" cy="0"/>
        </a:xfrm>
      </p:grpSpPr>
      <p:sp>
        <p:nvSpPr>
          <p:cNvPr id="101" name="Google Shape;101;p17"/>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Interlude">
  <p:cSld name="SECTION_TITLE_AND_DESCRIPTION_1_3">
    <p:spTree>
      <p:nvGrpSpPr>
        <p:cNvPr id="1" name="Shape 102"/>
        <p:cNvGrpSpPr/>
        <p:nvPr/>
      </p:nvGrpSpPr>
      <p:grpSpPr>
        <a:xfrm>
          <a:off x="0" y="0"/>
          <a:ext cx="0" cy="0"/>
          <a:chOff x="0" y="0"/>
          <a:chExt cx="0" cy="0"/>
        </a:xfrm>
      </p:grpSpPr>
      <p:sp>
        <p:nvSpPr>
          <p:cNvPr id="103" name="Google Shape;103;p18"/>
          <p:cNvSpPr/>
          <p:nvPr/>
        </p:nvSpPr>
        <p:spPr>
          <a:xfrm>
            <a:off x="0" y="-125"/>
            <a:ext cx="4572000" cy="51435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 name="Google Shape;104;p18"/>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r" rtl="0">
              <a:spcBef>
                <a:spcPts val="0"/>
              </a:spcBef>
              <a:spcAft>
                <a:spcPts val="0"/>
              </a:spcAft>
              <a:buNone/>
            </a:pPr>
            <a:fld id="{00000000-1234-1234-1234-123412341234}" type="slidenum">
              <a:rPr lang="en"/>
              <a:t>‹#›</a:t>
            </a:fld>
            <a:endParaRPr/>
          </a:p>
        </p:txBody>
      </p:sp>
      <p:sp>
        <p:nvSpPr>
          <p:cNvPr id="105" name="Google Shape;105;p18"/>
          <p:cNvSpPr txBox="1">
            <a:spLocks noGrp="1"/>
          </p:cNvSpPr>
          <p:nvPr>
            <p:ph type="body" idx="1"/>
          </p:nvPr>
        </p:nvSpPr>
        <p:spPr>
          <a:xfrm>
            <a:off x="4812375" y="402198"/>
            <a:ext cx="3999900" cy="4260900"/>
          </a:xfrm>
          <a:prstGeom prst="rect">
            <a:avLst/>
          </a:prstGeom>
        </p:spPr>
        <p:txBody>
          <a:bodyPr spcFirstLastPara="1" wrap="square" lIns="91425" tIns="91425" rIns="91425" bIns="91425" anchor="ctr" anchorCtr="0">
            <a:noAutofit/>
          </a:bodyPr>
          <a:lstStyle>
            <a:lvl1pPr marL="457200" lvl="0" indent="-342900" rtl="0">
              <a:spcBef>
                <a:spcPts val="600"/>
              </a:spcBef>
              <a:spcAft>
                <a:spcPts val="0"/>
              </a:spcAft>
              <a:buSzPts val="1800"/>
              <a:buFont typeface="Roboto Light"/>
              <a:buChar char="•"/>
              <a:defRPr>
                <a:latin typeface="Roboto Light"/>
                <a:ea typeface="Roboto Light"/>
                <a:cs typeface="Roboto Light"/>
                <a:sym typeface="Roboto Light"/>
              </a:defRPr>
            </a:lvl1pPr>
            <a:lvl2pPr marL="914400" lvl="1" indent="-342900" rtl="0">
              <a:spcBef>
                <a:spcPts val="600"/>
              </a:spcBef>
              <a:spcAft>
                <a:spcPts val="0"/>
              </a:spcAft>
              <a:buSzPts val="1800"/>
              <a:buFont typeface="Roboto Light"/>
              <a:buChar char="•"/>
              <a:defRPr>
                <a:latin typeface="Roboto Light"/>
                <a:ea typeface="Roboto Light"/>
                <a:cs typeface="Roboto Light"/>
                <a:sym typeface="Roboto Light"/>
              </a:defRPr>
            </a:lvl2pPr>
            <a:lvl3pPr marL="1371600" lvl="2" indent="-342900" rtl="0">
              <a:spcBef>
                <a:spcPts val="600"/>
              </a:spcBef>
              <a:spcAft>
                <a:spcPts val="0"/>
              </a:spcAft>
              <a:buSzPts val="1800"/>
              <a:buFont typeface="Roboto Light"/>
              <a:buChar char="•"/>
              <a:defRPr>
                <a:latin typeface="Roboto Light"/>
                <a:ea typeface="Roboto Light"/>
                <a:cs typeface="Roboto Light"/>
                <a:sym typeface="Roboto Light"/>
              </a:defRPr>
            </a:lvl3pPr>
            <a:lvl4pPr marL="1828800" lvl="3" indent="-342900" rtl="0">
              <a:spcBef>
                <a:spcPts val="600"/>
              </a:spcBef>
              <a:spcAft>
                <a:spcPts val="0"/>
              </a:spcAft>
              <a:buSzPts val="1800"/>
              <a:buFont typeface="Roboto Light"/>
              <a:buChar char="•"/>
              <a:defRPr>
                <a:latin typeface="Roboto Light"/>
                <a:ea typeface="Roboto Light"/>
                <a:cs typeface="Roboto Light"/>
                <a:sym typeface="Roboto Light"/>
              </a:defRPr>
            </a:lvl4pPr>
            <a:lvl5pPr marL="2286000" lvl="4" indent="-342900" rtl="0">
              <a:spcBef>
                <a:spcPts val="600"/>
              </a:spcBef>
              <a:spcAft>
                <a:spcPts val="0"/>
              </a:spcAft>
              <a:buSzPts val="1800"/>
              <a:buFont typeface="Roboto Light"/>
              <a:buChar char="•"/>
              <a:defRPr>
                <a:latin typeface="Roboto Light"/>
                <a:ea typeface="Roboto Light"/>
                <a:cs typeface="Roboto Light"/>
                <a:sym typeface="Roboto Light"/>
              </a:defRPr>
            </a:lvl5pPr>
            <a:lvl6pPr marL="2743200" lvl="5" indent="-342900" rtl="0">
              <a:spcBef>
                <a:spcPts val="600"/>
              </a:spcBef>
              <a:spcAft>
                <a:spcPts val="0"/>
              </a:spcAft>
              <a:buSzPts val="1800"/>
              <a:buFont typeface="Roboto Light"/>
              <a:buChar char="•"/>
              <a:defRPr>
                <a:latin typeface="Roboto Light"/>
                <a:ea typeface="Roboto Light"/>
                <a:cs typeface="Roboto Light"/>
                <a:sym typeface="Roboto Light"/>
              </a:defRPr>
            </a:lvl6pPr>
            <a:lvl7pPr marL="3200400" lvl="6" indent="-342900" rtl="0">
              <a:spcBef>
                <a:spcPts val="600"/>
              </a:spcBef>
              <a:spcAft>
                <a:spcPts val="0"/>
              </a:spcAft>
              <a:buSzPts val="1800"/>
              <a:buFont typeface="Roboto Light"/>
              <a:buChar char="•"/>
              <a:defRPr>
                <a:latin typeface="Roboto Light"/>
                <a:ea typeface="Roboto Light"/>
                <a:cs typeface="Roboto Light"/>
                <a:sym typeface="Roboto Light"/>
              </a:defRPr>
            </a:lvl7pPr>
            <a:lvl8pPr marL="3657600" lvl="7" indent="-342900" rtl="0">
              <a:spcBef>
                <a:spcPts val="600"/>
              </a:spcBef>
              <a:spcAft>
                <a:spcPts val="0"/>
              </a:spcAft>
              <a:buSzPts val="1800"/>
              <a:buFont typeface="Roboto Light"/>
              <a:buChar char="•"/>
              <a:defRPr>
                <a:latin typeface="Roboto Light"/>
                <a:ea typeface="Roboto Light"/>
                <a:cs typeface="Roboto Light"/>
                <a:sym typeface="Roboto Light"/>
              </a:defRPr>
            </a:lvl8pPr>
            <a:lvl9pPr marL="4114800" lvl="8" indent="-342900" rtl="0">
              <a:spcBef>
                <a:spcPts val="600"/>
              </a:spcBef>
              <a:spcAft>
                <a:spcPts val="0"/>
              </a:spcAft>
              <a:buSzPts val="1800"/>
              <a:buFont typeface="Roboto Light"/>
              <a:buChar char="•"/>
              <a:defRPr>
                <a:latin typeface="Roboto Light"/>
                <a:ea typeface="Roboto Light"/>
                <a:cs typeface="Roboto Light"/>
                <a:sym typeface="Roboto Light"/>
              </a:defRPr>
            </a:lvl9pPr>
          </a:lstStyle>
          <a:p>
            <a:endParaRPr/>
          </a:p>
        </p:txBody>
      </p:sp>
      <p:pic>
        <p:nvPicPr>
          <p:cNvPr id="106" name="Google Shape;106;p18"/>
          <p:cNvPicPr preferRelativeResize="0"/>
          <p:nvPr/>
        </p:nvPicPr>
        <p:blipFill>
          <a:blip r:embed="rId2">
            <a:alphaModFix/>
          </a:blip>
          <a:stretch>
            <a:fillRect/>
          </a:stretch>
        </p:blipFill>
        <p:spPr>
          <a:xfrm>
            <a:off x="0" y="4983478"/>
            <a:ext cx="457200" cy="160022"/>
          </a:xfrm>
          <a:prstGeom prst="rect">
            <a:avLst/>
          </a:prstGeom>
          <a:noFill/>
          <a:ln>
            <a:noFill/>
          </a:ln>
        </p:spPr>
      </p:pic>
      <p:sp>
        <p:nvSpPr>
          <p:cNvPr id="107" name="Google Shape;107;p18"/>
          <p:cNvSpPr txBox="1">
            <a:spLocks noGrp="1"/>
          </p:cNvSpPr>
          <p:nvPr>
            <p:ph type="title"/>
          </p:nvPr>
        </p:nvSpPr>
        <p:spPr>
          <a:xfrm>
            <a:off x="177925" y="2003300"/>
            <a:ext cx="4038000" cy="2037900"/>
          </a:xfrm>
          <a:prstGeom prst="rect">
            <a:avLst/>
          </a:prstGeom>
        </p:spPr>
        <p:txBody>
          <a:bodyPr spcFirstLastPara="1" wrap="square" lIns="91425" tIns="91425" rIns="91425" bIns="91425" anchor="b" anchorCtr="0">
            <a:noAutofit/>
          </a:bodyPr>
          <a:lstStyle>
            <a:lvl1pPr lvl="0" rtl="0">
              <a:spcBef>
                <a:spcPts val="0"/>
              </a:spcBef>
              <a:spcAft>
                <a:spcPts val="0"/>
              </a:spcAft>
              <a:buClr>
                <a:schemeClr val="lt1"/>
              </a:buClr>
              <a:buSzPts val="3600"/>
              <a:buNone/>
              <a:defRPr sz="3600">
                <a:solidFill>
                  <a:schemeClr val="lt1"/>
                </a:solidFill>
              </a:defRPr>
            </a:lvl1pPr>
            <a:lvl2pPr lvl="1" rtl="0">
              <a:spcBef>
                <a:spcPts val="0"/>
              </a:spcBef>
              <a:spcAft>
                <a:spcPts val="0"/>
              </a:spcAft>
              <a:buClr>
                <a:schemeClr val="lt1"/>
              </a:buClr>
              <a:buSzPts val="3600"/>
              <a:buNone/>
              <a:defRPr sz="3600">
                <a:solidFill>
                  <a:schemeClr val="lt1"/>
                </a:solidFill>
              </a:defRPr>
            </a:lvl2pPr>
            <a:lvl3pPr lvl="2" rtl="0">
              <a:spcBef>
                <a:spcPts val="0"/>
              </a:spcBef>
              <a:spcAft>
                <a:spcPts val="0"/>
              </a:spcAft>
              <a:buClr>
                <a:schemeClr val="lt1"/>
              </a:buClr>
              <a:buSzPts val="3600"/>
              <a:buNone/>
              <a:defRPr sz="3600">
                <a:solidFill>
                  <a:schemeClr val="lt1"/>
                </a:solidFill>
              </a:defRPr>
            </a:lvl3pPr>
            <a:lvl4pPr lvl="3" rtl="0">
              <a:spcBef>
                <a:spcPts val="0"/>
              </a:spcBef>
              <a:spcAft>
                <a:spcPts val="0"/>
              </a:spcAft>
              <a:buClr>
                <a:schemeClr val="lt1"/>
              </a:buClr>
              <a:buSzPts val="3600"/>
              <a:buNone/>
              <a:defRPr sz="3600">
                <a:solidFill>
                  <a:schemeClr val="lt1"/>
                </a:solidFill>
              </a:defRPr>
            </a:lvl4pPr>
            <a:lvl5pPr lvl="4" rtl="0">
              <a:spcBef>
                <a:spcPts val="0"/>
              </a:spcBef>
              <a:spcAft>
                <a:spcPts val="0"/>
              </a:spcAft>
              <a:buClr>
                <a:schemeClr val="lt1"/>
              </a:buClr>
              <a:buSzPts val="3600"/>
              <a:buNone/>
              <a:defRPr sz="3600">
                <a:solidFill>
                  <a:schemeClr val="lt1"/>
                </a:solidFill>
              </a:defRPr>
            </a:lvl5pPr>
            <a:lvl6pPr lvl="5" rtl="0">
              <a:spcBef>
                <a:spcPts val="0"/>
              </a:spcBef>
              <a:spcAft>
                <a:spcPts val="0"/>
              </a:spcAft>
              <a:buClr>
                <a:schemeClr val="lt1"/>
              </a:buClr>
              <a:buSzPts val="3600"/>
              <a:buNone/>
              <a:defRPr sz="3600">
                <a:solidFill>
                  <a:schemeClr val="lt1"/>
                </a:solidFill>
              </a:defRPr>
            </a:lvl6pPr>
            <a:lvl7pPr lvl="6" rtl="0">
              <a:spcBef>
                <a:spcPts val="0"/>
              </a:spcBef>
              <a:spcAft>
                <a:spcPts val="0"/>
              </a:spcAft>
              <a:buClr>
                <a:schemeClr val="lt1"/>
              </a:buClr>
              <a:buSzPts val="3600"/>
              <a:buNone/>
              <a:defRPr sz="3600">
                <a:solidFill>
                  <a:schemeClr val="lt1"/>
                </a:solidFill>
              </a:defRPr>
            </a:lvl7pPr>
            <a:lvl8pPr lvl="7" rtl="0">
              <a:spcBef>
                <a:spcPts val="0"/>
              </a:spcBef>
              <a:spcAft>
                <a:spcPts val="0"/>
              </a:spcAft>
              <a:buClr>
                <a:schemeClr val="lt1"/>
              </a:buClr>
              <a:buSzPts val="3600"/>
              <a:buNone/>
              <a:defRPr sz="3600">
                <a:solidFill>
                  <a:schemeClr val="lt1"/>
                </a:solidFill>
              </a:defRPr>
            </a:lvl8pPr>
            <a:lvl9pPr lvl="8" rtl="0">
              <a:spcBef>
                <a:spcPts val="0"/>
              </a:spcBef>
              <a:spcAft>
                <a:spcPts val="0"/>
              </a:spcAft>
              <a:buClr>
                <a:schemeClr val="lt1"/>
              </a:buClr>
              <a:buSzPts val="3600"/>
              <a:buNone/>
              <a:defRPr sz="3600">
                <a:solidFill>
                  <a:schemeClr val="lt1"/>
                </a:solidFill>
              </a:defRPr>
            </a:lvl9pPr>
          </a:lstStyle>
          <a:p>
            <a:endParaRPr/>
          </a:p>
        </p:txBody>
      </p:sp>
      <p:cxnSp>
        <p:nvCxnSpPr>
          <p:cNvPr id="108" name="Google Shape;108;p18"/>
          <p:cNvCxnSpPr/>
          <p:nvPr/>
        </p:nvCxnSpPr>
        <p:spPr>
          <a:xfrm>
            <a:off x="266975" y="4049175"/>
            <a:ext cx="4038000" cy="0"/>
          </a:xfrm>
          <a:prstGeom prst="straightConnector1">
            <a:avLst/>
          </a:prstGeom>
          <a:noFill/>
          <a:ln w="19050" cap="flat" cmpd="sng">
            <a:solidFill>
              <a:srgbClr val="BF9000"/>
            </a:solidFill>
            <a:prstDash val="solid"/>
            <a:round/>
            <a:headEnd type="none" w="med" len="med"/>
            <a:tailEnd type="none" w="med" len="med"/>
          </a:ln>
        </p:spPr>
      </p:cxnSp>
      <p:sp>
        <p:nvSpPr>
          <p:cNvPr id="109" name="Google Shape;109;p18"/>
          <p:cNvSpPr txBox="1">
            <a:spLocks noGrp="1"/>
          </p:cNvSpPr>
          <p:nvPr>
            <p:ph type="subTitle" idx="2"/>
          </p:nvPr>
        </p:nvSpPr>
        <p:spPr>
          <a:xfrm>
            <a:off x="177925" y="4068000"/>
            <a:ext cx="4158000" cy="393600"/>
          </a:xfrm>
          <a:prstGeom prst="rect">
            <a:avLst/>
          </a:prstGeom>
        </p:spPr>
        <p:txBody>
          <a:bodyPr spcFirstLastPara="1" wrap="square" lIns="91425" tIns="91425" rIns="91425" bIns="91425" anchor="ctr" anchorCtr="0">
            <a:noAutofit/>
          </a:bodyPr>
          <a:lstStyle>
            <a:lvl1pPr lvl="0" rtl="0">
              <a:lnSpc>
                <a:spcPct val="100000"/>
              </a:lnSpc>
              <a:spcBef>
                <a:spcPts val="600"/>
              </a:spcBef>
              <a:spcAft>
                <a:spcPts val="0"/>
              </a:spcAft>
              <a:buClr>
                <a:schemeClr val="lt1"/>
              </a:buClr>
              <a:buSzPts val="1800"/>
              <a:buNone/>
              <a:defRPr>
                <a:solidFill>
                  <a:schemeClr val="lt1"/>
                </a:solidFill>
              </a:defRPr>
            </a:lvl1pPr>
            <a:lvl2pPr lvl="1" rtl="0">
              <a:lnSpc>
                <a:spcPct val="100000"/>
              </a:lnSpc>
              <a:spcBef>
                <a:spcPts val="600"/>
              </a:spcBef>
              <a:spcAft>
                <a:spcPts val="0"/>
              </a:spcAft>
              <a:buClr>
                <a:schemeClr val="lt1"/>
              </a:buClr>
              <a:buSzPts val="2100"/>
              <a:buNone/>
              <a:defRPr sz="2100">
                <a:solidFill>
                  <a:schemeClr val="lt1"/>
                </a:solidFill>
              </a:defRPr>
            </a:lvl2pPr>
            <a:lvl3pPr lvl="2" rtl="0">
              <a:lnSpc>
                <a:spcPct val="100000"/>
              </a:lnSpc>
              <a:spcBef>
                <a:spcPts val="600"/>
              </a:spcBef>
              <a:spcAft>
                <a:spcPts val="0"/>
              </a:spcAft>
              <a:buClr>
                <a:schemeClr val="lt1"/>
              </a:buClr>
              <a:buSzPts val="2100"/>
              <a:buNone/>
              <a:defRPr sz="2100">
                <a:solidFill>
                  <a:schemeClr val="lt1"/>
                </a:solidFill>
              </a:defRPr>
            </a:lvl3pPr>
            <a:lvl4pPr lvl="3" rtl="0">
              <a:lnSpc>
                <a:spcPct val="100000"/>
              </a:lnSpc>
              <a:spcBef>
                <a:spcPts val="600"/>
              </a:spcBef>
              <a:spcAft>
                <a:spcPts val="0"/>
              </a:spcAft>
              <a:buClr>
                <a:schemeClr val="lt1"/>
              </a:buClr>
              <a:buSzPts val="2100"/>
              <a:buNone/>
              <a:defRPr sz="2100">
                <a:solidFill>
                  <a:schemeClr val="lt1"/>
                </a:solidFill>
              </a:defRPr>
            </a:lvl4pPr>
            <a:lvl5pPr lvl="4" rtl="0">
              <a:lnSpc>
                <a:spcPct val="100000"/>
              </a:lnSpc>
              <a:spcBef>
                <a:spcPts val="600"/>
              </a:spcBef>
              <a:spcAft>
                <a:spcPts val="0"/>
              </a:spcAft>
              <a:buClr>
                <a:schemeClr val="lt1"/>
              </a:buClr>
              <a:buSzPts val="2100"/>
              <a:buNone/>
              <a:defRPr sz="2100">
                <a:solidFill>
                  <a:schemeClr val="lt1"/>
                </a:solidFill>
              </a:defRPr>
            </a:lvl5pPr>
            <a:lvl6pPr lvl="5" rtl="0">
              <a:lnSpc>
                <a:spcPct val="100000"/>
              </a:lnSpc>
              <a:spcBef>
                <a:spcPts val="600"/>
              </a:spcBef>
              <a:spcAft>
                <a:spcPts val="0"/>
              </a:spcAft>
              <a:buClr>
                <a:schemeClr val="lt1"/>
              </a:buClr>
              <a:buSzPts val="2100"/>
              <a:buNone/>
              <a:defRPr sz="2100">
                <a:solidFill>
                  <a:schemeClr val="lt1"/>
                </a:solidFill>
              </a:defRPr>
            </a:lvl6pPr>
            <a:lvl7pPr lvl="6" rtl="0">
              <a:lnSpc>
                <a:spcPct val="100000"/>
              </a:lnSpc>
              <a:spcBef>
                <a:spcPts val="600"/>
              </a:spcBef>
              <a:spcAft>
                <a:spcPts val="0"/>
              </a:spcAft>
              <a:buClr>
                <a:schemeClr val="lt1"/>
              </a:buClr>
              <a:buSzPts val="2100"/>
              <a:buNone/>
              <a:defRPr sz="2100">
                <a:solidFill>
                  <a:schemeClr val="lt1"/>
                </a:solidFill>
              </a:defRPr>
            </a:lvl7pPr>
            <a:lvl8pPr lvl="7" rtl="0">
              <a:lnSpc>
                <a:spcPct val="100000"/>
              </a:lnSpc>
              <a:spcBef>
                <a:spcPts val="600"/>
              </a:spcBef>
              <a:spcAft>
                <a:spcPts val="0"/>
              </a:spcAft>
              <a:buClr>
                <a:schemeClr val="lt1"/>
              </a:buClr>
              <a:buSzPts val="2100"/>
              <a:buNone/>
              <a:defRPr sz="2100">
                <a:solidFill>
                  <a:schemeClr val="lt1"/>
                </a:solidFill>
              </a:defRPr>
            </a:lvl8pPr>
            <a:lvl9pPr lvl="8" rtl="0">
              <a:lnSpc>
                <a:spcPct val="100000"/>
              </a:lnSpc>
              <a:spcBef>
                <a:spcPts val="600"/>
              </a:spcBef>
              <a:spcAft>
                <a:spcPts val="0"/>
              </a:spcAft>
              <a:buClr>
                <a:schemeClr val="lt1"/>
              </a:buClr>
              <a:buSzPts val="2100"/>
              <a:buNone/>
              <a:defRPr sz="2100">
                <a:solidFill>
                  <a:schemeClr val="lt1"/>
                </a:solidFill>
              </a:defRPr>
            </a:lvl9pPr>
          </a:lstStyle>
          <a:p>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matchingName="Section title and description 1">
  <p:cSld name="SECTION_TITLE_AND_DESCRIPTION_1_1">
    <p:spTree>
      <p:nvGrpSpPr>
        <p:cNvPr id="1" name="Shape 110"/>
        <p:cNvGrpSpPr/>
        <p:nvPr/>
      </p:nvGrpSpPr>
      <p:grpSpPr>
        <a:xfrm>
          <a:off x="0" y="0"/>
          <a:ext cx="0" cy="0"/>
          <a:chOff x="0" y="0"/>
          <a:chExt cx="0" cy="0"/>
        </a:xfrm>
      </p:grpSpPr>
      <p:sp>
        <p:nvSpPr>
          <p:cNvPr id="111" name="Google Shape;111;p19"/>
          <p:cNvSpPr/>
          <p:nvPr/>
        </p:nvSpPr>
        <p:spPr>
          <a:xfrm>
            <a:off x="4572000" y="-125"/>
            <a:ext cx="4572000" cy="5143500"/>
          </a:xfrm>
          <a:prstGeom prst="rect">
            <a:avLst/>
          </a:prstGeom>
          <a:solidFill>
            <a:srgbClr val="CFE2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 name="Google Shape;112;p19"/>
          <p:cNvSpPr txBox="1">
            <a:spLocks noGrp="1"/>
          </p:cNvSpPr>
          <p:nvPr>
            <p:ph type="title"/>
          </p:nvPr>
        </p:nvSpPr>
        <p:spPr>
          <a:xfrm>
            <a:off x="265500" y="1233175"/>
            <a:ext cx="4045200" cy="14823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1600"/>
              <a:buNone/>
              <a:defRPr/>
            </a:lvl1pPr>
            <a:lvl2pPr lvl="1" algn="ctr" rtl="0">
              <a:spcBef>
                <a:spcPts val="0"/>
              </a:spcBef>
              <a:spcAft>
                <a:spcPts val="0"/>
              </a:spcAft>
              <a:buSzPts val="4200"/>
              <a:buNone/>
              <a:defRPr sz="4200"/>
            </a:lvl2pPr>
            <a:lvl3pPr lvl="2" algn="ctr" rtl="0">
              <a:spcBef>
                <a:spcPts val="0"/>
              </a:spcBef>
              <a:spcAft>
                <a:spcPts val="0"/>
              </a:spcAft>
              <a:buSzPts val="4200"/>
              <a:buNone/>
              <a:defRPr sz="4200"/>
            </a:lvl3pPr>
            <a:lvl4pPr lvl="3" algn="ctr" rtl="0">
              <a:spcBef>
                <a:spcPts val="0"/>
              </a:spcBef>
              <a:spcAft>
                <a:spcPts val="0"/>
              </a:spcAft>
              <a:buSzPts val="4200"/>
              <a:buNone/>
              <a:defRPr sz="4200"/>
            </a:lvl4pPr>
            <a:lvl5pPr lvl="4" algn="ctr" rtl="0">
              <a:spcBef>
                <a:spcPts val="0"/>
              </a:spcBef>
              <a:spcAft>
                <a:spcPts val="0"/>
              </a:spcAft>
              <a:buSzPts val="4200"/>
              <a:buNone/>
              <a:defRPr sz="4200"/>
            </a:lvl5pPr>
            <a:lvl6pPr lvl="5" algn="ctr" rtl="0">
              <a:spcBef>
                <a:spcPts val="0"/>
              </a:spcBef>
              <a:spcAft>
                <a:spcPts val="0"/>
              </a:spcAft>
              <a:buSzPts val="4200"/>
              <a:buNone/>
              <a:defRPr sz="4200"/>
            </a:lvl6pPr>
            <a:lvl7pPr lvl="6" algn="ctr" rtl="0">
              <a:spcBef>
                <a:spcPts val="0"/>
              </a:spcBef>
              <a:spcAft>
                <a:spcPts val="0"/>
              </a:spcAft>
              <a:buSzPts val="4200"/>
              <a:buNone/>
              <a:defRPr sz="4200"/>
            </a:lvl7pPr>
            <a:lvl8pPr lvl="7" algn="ctr" rtl="0">
              <a:spcBef>
                <a:spcPts val="0"/>
              </a:spcBef>
              <a:spcAft>
                <a:spcPts val="0"/>
              </a:spcAft>
              <a:buSzPts val="4200"/>
              <a:buNone/>
              <a:defRPr sz="4200"/>
            </a:lvl8pPr>
            <a:lvl9pPr lvl="8" algn="ctr" rtl="0">
              <a:spcBef>
                <a:spcPts val="0"/>
              </a:spcBef>
              <a:spcAft>
                <a:spcPts val="0"/>
              </a:spcAft>
              <a:buSzPts val="4200"/>
              <a:buNone/>
              <a:defRPr sz="4200"/>
            </a:lvl9pPr>
          </a:lstStyle>
          <a:p>
            <a:endParaRPr/>
          </a:p>
        </p:txBody>
      </p:sp>
      <p:sp>
        <p:nvSpPr>
          <p:cNvPr id="113" name="Google Shape;113;p19"/>
          <p:cNvSpPr txBox="1">
            <a:spLocks noGrp="1"/>
          </p:cNvSpPr>
          <p:nvPr>
            <p:ph type="subTitle" idx="1"/>
          </p:nvPr>
        </p:nvSpPr>
        <p:spPr>
          <a:xfrm>
            <a:off x="265500" y="2803075"/>
            <a:ext cx="4045200" cy="1235100"/>
          </a:xfrm>
          <a:prstGeom prst="rect">
            <a:avLst/>
          </a:prstGeom>
        </p:spPr>
        <p:txBody>
          <a:bodyPr spcFirstLastPara="1" wrap="square" lIns="91425" tIns="91425" rIns="91425" bIns="91425" anchor="t" anchorCtr="0">
            <a:noAutofit/>
          </a:bodyPr>
          <a:lstStyle>
            <a:lvl1pPr lvl="0" algn="ctr" rtl="0">
              <a:lnSpc>
                <a:spcPct val="100000"/>
              </a:lnSpc>
              <a:spcBef>
                <a:spcPts val="600"/>
              </a:spcBef>
              <a:spcAft>
                <a:spcPts val="0"/>
              </a:spcAft>
              <a:buSzPts val="1800"/>
              <a:buNone/>
              <a:defRPr/>
            </a:lvl1pPr>
            <a:lvl2pPr lvl="1" algn="ctr" rtl="0">
              <a:lnSpc>
                <a:spcPct val="100000"/>
              </a:lnSpc>
              <a:spcBef>
                <a:spcPts val="600"/>
              </a:spcBef>
              <a:spcAft>
                <a:spcPts val="0"/>
              </a:spcAft>
              <a:buSzPts val="2100"/>
              <a:buNone/>
              <a:defRPr sz="2100"/>
            </a:lvl2pPr>
            <a:lvl3pPr lvl="2" algn="ctr" rtl="0">
              <a:lnSpc>
                <a:spcPct val="100000"/>
              </a:lnSpc>
              <a:spcBef>
                <a:spcPts val="600"/>
              </a:spcBef>
              <a:spcAft>
                <a:spcPts val="0"/>
              </a:spcAft>
              <a:buSzPts val="2100"/>
              <a:buNone/>
              <a:defRPr sz="2100"/>
            </a:lvl3pPr>
            <a:lvl4pPr lvl="3" algn="ctr" rtl="0">
              <a:lnSpc>
                <a:spcPct val="100000"/>
              </a:lnSpc>
              <a:spcBef>
                <a:spcPts val="600"/>
              </a:spcBef>
              <a:spcAft>
                <a:spcPts val="0"/>
              </a:spcAft>
              <a:buSzPts val="2100"/>
              <a:buNone/>
              <a:defRPr sz="2100"/>
            </a:lvl4pPr>
            <a:lvl5pPr lvl="4" algn="ctr" rtl="0">
              <a:lnSpc>
                <a:spcPct val="100000"/>
              </a:lnSpc>
              <a:spcBef>
                <a:spcPts val="600"/>
              </a:spcBef>
              <a:spcAft>
                <a:spcPts val="0"/>
              </a:spcAft>
              <a:buSzPts val="2100"/>
              <a:buNone/>
              <a:defRPr sz="2100"/>
            </a:lvl5pPr>
            <a:lvl6pPr lvl="5" algn="ctr" rtl="0">
              <a:lnSpc>
                <a:spcPct val="100000"/>
              </a:lnSpc>
              <a:spcBef>
                <a:spcPts val="600"/>
              </a:spcBef>
              <a:spcAft>
                <a:spcPts val="0"/>
              </a:spcAft>
              <a:buSzPts val="2100"/>
              <a:buNone/>
              <a:defRPr sz="2100"/>
            </a:lvl6pPr>
            <a:lvl7pPr lvl="6" algn="ctr" rtl="0">
              <a:lnSpc>
                <a:spcPct val="100000"/>
              </a:lnSpc>
              <a:spcBef>
                <a:spcPts val="600"/>
              </a:spcBef>
              <a:spcAft>
                <a:spcPts val="0"/>
              </a:spcAft>
              <a:buSzPts val="2100"/>
              <a:buNone/>
              <a:defRPr sz="2100"/>
            </a:lvl7pPr>
            <a:lvl8pPr lvl="7" algn="ctr" rtl="0">
              <a:lnSpc>
                <a:spcPct val="100000"/>
              </a:lnSpc>
              <a:spcBef>
                <a:spcPts val="600"/>
              </a:spcBef>
              <a:spcAft>
                <a:spcPts val="0"/>
              </a:spcAft>
              <a:buSzPts val="2100"/>
              <a:buNone/>
              <a:defRPr sz="2100"/>
            </a:lvl8pPr>
            <a:lvl9pPr lvl="8" algn="ctr" rtl="0">
              <a:lnSpc>
                <a:spcPct val="100000"/>
              </a:lnSpc>
              <a:spcBef>
                <a:spcPts val="600"/>
              </a:spcBef>
              <a:spcAft>
                <a:spcPts val="0"/>
              </a:spcAft>
              <a:buSzPts val="2100"/>
              <a:buNone/>
              <a:defRPr sz="2100"/>
            </a:lvl9pPr>
          </a:lstStyle>
          <a:p>
            <a:endParaRPr/>
          </a:p>
        </p:txBody>
      </p:sp>
      <p:sp>
        <p:nvSpPr>
          <p:cNvPr id="114" name="Google Shape;114;p19"/>
          <p:cNvSpPr txBox="1">
            <a:spLocks noGrp="1"/>
          </p:cNvSpPr>
          <p:nvPr>
            <p:ph type="body" idx="2"/>
          </p:nvPr>
        </p:nvSpPr>
        <p:spPr>
          <a:xfrm>
            <a:off x="4939500" y="724075"/>
            <a:ext cx="3837000" cy="3695100"/>
          </a:xfrm>
          <a:prstGeom prst="rect">
            <a:avLst/>
          </a:prstGeom>
        </p:spPr>
        <p:txBody>
          <a:bodyPr spcFirstLastPara="1" wrap="square" lIns="91425" tIns="91425" rIns="91425" bIns="91425" anchor="ctr" anchorCtr="0">
            <a:noAutofit/>
          </a:bodyPr>
          <a:lstStyle>
            <a:lvl1pPr marL="457200" lvl="0" indent="-342900" rtl="0">
              <a:spcBef>
                <a:spcPts val="600"/>
              </a:spcBef>
              <a:spcAft>
                <a:spcPts val="0"/>
              </a:spcAft>
              <a:buSzPts val="1800"/>
              <a:buChar char="•"/>
              <a:defRPr/>
            </a:lvl1pPr>
            <a:lvl2pPr marL="914400" lvl="1" indent="-342900" rtl="0">
              <a:spcBef>
                <a:spcPts val="600"/>
              </a:spcBef>
              <a:spcAft>
                <a:spcPts val="0"/>
              </a:spcAft>
              <a:buSzPts val="1800"/>
              <a:buChar char="•"/>
              <a:defRPr/>
            </a:lvl2pPr>
            <a:lvl3pPr marL="1371600" lvl="2" indent="-342900" rtl="0">
              <a:spcBef>
                <a:spcPts val="600"/>
              </a:spcBef>
              <a:spcAft>
                <a:spcPts val="0"/>
              </a:spcAft>
              <a:buSzPts val="1800"/>
              <a:buChar char="•"/>
              <a:defRPr/>
            </a:lvl3pPr>
            <a:lvl4pPr marL="1828800" lvl="3" indent="-342900" rtl="0">
              <a:spcBef>
                <a:spcPts val="600"/>
              </a:spcBef>
              <a:spcAft>
                <a:spcPts val="0"/>
              </a:spcAft>
              <a:buSzPts val="1800"/>
              <a:buChar char="•"/>
              <a:defRPr/>
            </a:lvl4pPr>
            <a:lvl5pPr marL="2286000" lvl="4" indent="-342900" rtl="0">
              <a:spcBef>
                <a:spcPts val="600"/>
              </a:spcBef>
              <a:spcAft>
                <a:spcPts val="0"/>
              </a:spcAft>
              <a:buSzPts val="1800"/>
              <a:buChar char="•"/>
              <a:defRPr/>
            </a:lvl5pPr>
            <a:lvl6pPr marL="2743200" lvl="5" indent="-342900" rtl="0">
              <a:spcBef>
                <a:spcPts val="600"/>
              </a:spcBef>
              <a:spcAft>
                <a:spcPts val="0"/>
              </a:spcAft>
              <a:buSzPts val="1800"/>
              <a:buChar char="•"/>
              <a:defRPr/>
            </a:lvl6pPr>
            <a:lvl7pPr marL="3200400" lvl="6" indent="-342900" rtl="0">
              <a:spcBef>
                <a:spcPts val="600"/>
              </a:spcBef>
              <a:spcAft>
                <a:spcPts val="0"/>
              </a:spcAft>
              <a:buSzPts val="1800"/>
              <a:buChar char="•"/>
              <a:defRPr/>
            </a:lvl7pPr>
            <a:lvl8pPr marL="3657600" lvl="7" indent="-342900" rtl="0">
              <a:spcBef>
                <a:spcPts val="600"/>
              </a:spcBef>
              <a:spcAft>
                <a:spcPts val="0"/>
              </a:spcAft>
              <a:buSzPts val="1800"/>
              <a:buChar char="•"/>
              <a:defRPr/>
            </a:lvl8pPr>
            <a:lvl9pPr marL="4114800" lvl="8" indent="-342900" rtl="0">
              <a:spcBef>
                <a:spcPts val="600"/>
              </a:spcBef>
              <a:spcAft>
                <a:spcPts val="0"/>
              </a:spcAft>
              <a:buSzPts val="1800"/>
              <a:buChar char="•"/>
              <a:defRPr/>
            </a:lvl9pPr>
          </a:lstStyle>
          <a:p>
            <a:endParaRPr/>
          </a:p>
        </p:txBody>
      </p:sp>
      <p:sp>
        <p:nvSpPr>
          <p:cNvPr id="115" name="Google Shape;115;p19"/>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matchingName="Code on left">
  <p:cSld name="SECTION_TITLE_AND_DESCRIPTION_1_1_1">
    <p:spTree>
      <p:nvGrpSpPr>
        <p:cNvPr id="1" name="Shape 116"/>
        <p:cNvGrpSpPr/>
        <p:nvPr/>
      </p:nvGrpSpPr>
      <p:grpSpPr>
        <a:xfrm>
          <a:off x="0" y="0"/>
          <a:ext cx="0" cy="0"/>
          <a:chOff x="0" y="0"/>
          <a:chExt cx="0" cy="0"/>
        </a:xfrm>
      </p:grpSpPr>
      <p:sp>
        <p:nvSpPr>
          <p:cNvPr id="117" name="Google Shape;117;p20"/>
          <p:cNvSpPr/>
          <p:nvPr/>
        </p:nvSpPr>
        <p:spPr>
          <a:xfrm>
            <a:off x="0" y="6"/>
            <a:ext cx="4572000" cy="5143500"/>
          </a:xfrm>
          <a:prstGeom prst="rect">
            <a:avLst/>
          </a:prstGeom>
          <a:solidFill>
            <a:srgbClr val="FDF6E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8" name="Google Shape;118;p20"/>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r" rtl="0">
              <a:spcBef>
                <a:spcPts val="0"/>
              </a:spcBef>
              <a:spcAft>
                <a:spcPts val="0"/>
              </a:spcAft>
              <a:buNone/>
            </a:pPr>
            <a:fld id="{00000000-1234-1234-1234-123412341234}" type="slidenum">
              <a:rPr lang="en"/>
              <a:t>‹#›</a:t>
            </a:fld>
            <a:endParaRPr/>
          </a:p>
        </p:txBody>
      </p:sp>
      <p:sp>
        <p:nvSpPr>
          <p:cNvPr id="119" name="Google Shape;119;p20"/>
          <p:cNvSpPr txBox="1">
            <a:spLocks noGrp="1"/>
          </p:cNvSpPr>
          <p:nvPr>
            <p:ph type="body" idx="1"/>
          </p:nvPr>
        </p:nvSpPr>
        <p:spPr>
          <a:xfrm>
            <a:off x="4882900" y="1152150"/>
            <a:ext cx="3950100" cy="3420000"/>
          </a:xfrm>
          <a:prstGeom prst="rect">
            <a:avLst/>
          </a:prstGeom>
        </p:spPr>
        <p:txBody>
          <a:bodyPr spcFirstLastPara="1" wrap="square" lIns="91425" tIns="91425" rIns="91425" bIns="91425" anchor="t" anchorCtr="0">
            <a:noAutofit/>
          </a:bodyPr>
          <a:lstStyle>
            <a:lvl1pPr marL="457200" lvl="0" indent="-342900" rtl="0">
              <a:spcBef>
                <a:spcPts val="600"/>
              </a:spcBef>
              <a:spcAft>
                <a:spcPts val="0"/>
              </a:spcAft>
              <a:buSzPts val="1800"/>
              <a:buChar char="•"/>
              <a:defRPr/>
            </a:lvl1pPr>
            <a:lvl2pPr marL="914400" lvl="1" indent="-342900" rtl="0">
              <a:spcBef>
                <a:spcPts val="600"/>
              </a:spcBef>
              <a:spcAft>
                <a:spcPts val="0"/>
              </a:spcAft>
              <a:buSzPts val="1800"/>
              <a:buChar char="•"/>
              <a:defRPr/>
            </a:lvl2pPr>
            <a:lvl3pPr marL="1371600" lvl="2" indent="-342900" rtl="0">
              <a:spcBef>
                <a:spcPts val="600"/>
              </a:spcBef>
              <a:spcAft>
                <a:spcPts val="0"/>
              </a:spcAft>
              <a:buSzPts val="1800"/>
              <a:buChar char="•"/>
              <a:defRPr/>
            </a:lvl3pPr>
            <a:lvl4pPr marL="1828800" lvl="3" indent="-342900" rtl="0">
              <a:spcBef>
                <a:spcPts val="600"/>
              </a:spcBef>
              <a:spcAft>
                <a:spcPts val="0"/>
              </a:spcAft>
              <a:buSzPts val="1800"/>
              <a:buChar char="•"/>
              <a:defRPr/>
            </a:lvl4pPr>
            <a:lvl5pPr marL="2286000" lvl="4" indent="-342900" rtl="0">
              <a:spcBef>
                <a:spcPts val="600"/>
              </a:spcBef>
              <a:spcAft>
                <a:spcPts val="0"/>
              </a:spcAft>
              <a:buSzPts val="1800"/>
              <a:buChar char="•"/>
              <a:defRPr/>
            </a:lvl5pPr>
            <a:lvl6pPr marL="2743200" lvl="5" indent="-342900" rtl="0">
              <a:spcBef>
                <a:spcPts val="600"/>
              </a:spcBef>
              <a:spcAft>
                <a:spcPts val="0"/>
              </a:spcAft>
              <a:buSzPts val="1800"/>
              <a:buChar char="•"/>
              <a:defRPr/>
            </a:lvl6pPr>
            <a:lvl7pPr marL="3200400" lvl="6" indent="-342900" rtl="0">
              <a:spcBef>
                <a:spcPts val="600"/>
              </a:spcBef>
              <a:spcAft>
                <a:spcPts val="0"/>
              </a:spcAft>
              <a:buSzPts val="1800"/>
              <a:buChar char="•"/>
              <a:defRPr/>
            </a:lvl7pPr>
            <a:lvl8pPr marL="3657600" lvl="7" indent="-342900" rtl="0">
              <a:spcBef>
                <a:spcPts val="600"/>
              </a:spcBef>
              <a:spcAft>
                <a:spcPts val="0"/>
              </a:spcAft>
              <a:buSzPts val="1800"/>
              <a:buChar char="•"/>
              <a:defRPr/>
            </a:lvl8pPr>
            <a:lvl9pPr marL="4114800" lvl="8" indent="-342900" rtl="0">
              <a:spcBef>
                <a:spcPts val="600"/>
              </a:spcBef>
              <a:spcAft>
                <a:spcPts val="0"/>
              </a:spcAft>
              <a:buSzPts val="1800"/>
              <a:buChar char="•"/>
              <a:defRPr/>
            </a:lvl9pPr>
          </a:lstStyle>
          <a:p>
            <a:endParaRPr/>
          </a:p>
        </p:txBody>
      </p:sp>
      <p:sp>
        <p:nvSpPr>
          <p:cNvPr id="120" name="Google Shape;120;p20"/>
          <p:cNvSpPr txBox="1">
            <a:spLocks noGrp="1"/>
          </p:cNvSpPr>
          <p:nvPr>
            <p:ph type="body" idx="2"/>
          </p:nvPr>
        </p:nvSpPr>
        <p:spPr>
          <a:xfrm>
            <a:off x="310900" y="448050"/>
            <a:ext cx="3950100" cy="4124100"/>
          </a:xfrm>
          <a:prstGeom prst="rect">
            <a:avLst/>
          </a:prstGeom>
        </p:spPr>
        <p:txBody>
          <a:bodyPr spcFirstLastPara="1" wrap="square" lIns="91425" tIns="91425" rIns="91425" bIns="91425" anchor="t" anchorCtr="0">
            <a:noAutofit/>
          </a:bodyPr>
          <a:lstStyle>
            <a:lvl1pPr marL="457200" lvl="0" indent="-342900" rtl="0">
              <a:spcBef>
                <a:spcPts val="600"/>
              </a:spcBef>
              <a:spcAft>
                <a:spcPts val="0"/>
              </a:spcAft>
              <a:buSzPts val="1800"/>
              <a:buChar char="•"/>
              <a:defRPr/>
            </a:lvl1pPr>
            <a:lvl2pPr marL="914400" lvl="1" indent="-342900" rtl="0">
              <a:spcBef>
                <a:spcPts val="600"/>
              </a:spcBef>
              <a:spcAft>
                <a:spcPts val="0"/>
              </a:spcAft>
              <a:buSzPts val="1800"/>
              <a:buChar char="•"/>
              <a:defRPr/>
            </a:lvl2pPr>
            <a:lvl3pPr marL="1371600" lvl="2" indent="-342900" rtl="0">
              <a:spcBef>
                <a:spcPts val="600"/>
              </a:spcBef>
              <a:spcAft>
                <a:spcPts val="0"/>
              </a:spcAft>
              <a:buSzPts val="1800"/>
              <a:buChar char="•"/>
              <a:defRPr/>
            </a:lvl3pPr>
            <a:lvl4pPr marL="1828800" lvl="3" indent="-342900" rtl="0">
              <a:spcBef>
                <a:spcPts val="600"/>
              </a:spcBef>
              <a:spcAft>
                <a:spcPts val="0"/>
              </a:spcAft>
              <a:buSzPts val="1800"/>
              <a:buChar char="•"/>
              <a:defRPr/>
            </a:lvl4pPr>
            <a:lvl5pPr marL="2286000" lvl="4" indent="-342900" rtl="0">
              <a:spcBef>
                <a:spcPts val="600"/>
              </a:spcBef>
              <a:spcAft>
                <a:spcPts val="0"/>
              </a:spcAft>
              <a:buSzPts val="1800"/>
              <a:buChar char="•"/>
              <a:defRPr/>
            </a:lvl5pPr>
            <a:lvl6pPr marL="2743200" lvl="5" indent="-342900" rtl="0">
              <a:spcBef>
                <a:spcPts val="600"/>
              </a:spcBef>
              <a:spcAft>
                <a:spcPts val="0"/>
              </a:spcAft>
              <a:buSzPts val="1800"/>
              <a:buChar char="•"/>
              <a:defRPr/>
            </a:lvl6pPr>
            <a:lvl7pPr marL="3200400" lvl="6" indent="-342900" rtl="0">
              <a:spcBef>
                <a:spcPts val="600"/>
              </a:spcBef>
              <a:spcAft>
                <a:spcPts val="0"/>
              </a:spcAft>
              <a:buSzPts val="1800"/>
              <a:buChar char="•"/>
              <a:defRPr/>
            </a:lvl7pPr>
            <a:lvl8pPr marL="3657600" lvl="7" indent="-342900" rtl="0">
              <a:spcBef>
                <a:spcPts val="600"/>
              </a:spcBef>
              <a:spcAft>
                <a:spcPts val="0"/>
              </a:spcAft>
              <a:buSzPts val="1800"/>
              <a:buChar char="•"/>
              <a:defRPr/>
            </a:lvl8pPr>
            <a:lvl9pPr marL="4114800" lvl="8" indent="-342900" rtl="0">
              <a:spcBef>
                <a:spcPts val="600"/>
              </a:spcBef>
              <a:spcAft>
                <a:spcPts val="0"/>
              </a:spcAft>
              <a:buSzPts val="1800"/>
              <a:buChar char="•"/>
              <a:defRPr/>
            </a:lvl9pPr>
          </a:lstStyle>
          <a:p>
            <a:endParaRPr/>
          </a:p>
        </p:txBody>
      </p:sp>
      <p:sp>
        <p:nvSpPr>
          <p:cNvPr id="121" name="Google Shape;121;p20"/>
          <p:cNvSpPr txBox="1">
            <a:spLocks noGrp="1"/>
          </p:cNvSpPr>
          <p:nvPr>
            <p:ph type="title"/>
          </p:nvPr>
        </p:nvSpPr>
        <p:spPr>
          <a:xfrm>
            <a:off x="4882900" y="445025"/>
            <a:ext cx="39501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16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endParaRPr/>
          </a:p>
        </p:txBody>
      </p:sp>
      <p:pic>
        <p:nvPicPr>
          <p:cNvPr id="122" name="Google Shape;122;p20"/>
          <p:cNvPicPr preferRelativeResize="0"/>
          <p:nvPr/>
        </p:nvPicPr>
        <p:blipFill>
          <a:blip r:embed="rId2">
            <a:alphaModFix/>
          </a:blip>
          <a:stretch>
            <a:fillRect/>
          </a:stretch>
        </p:blipFill>
        <p:spPr>
          <a:xfrm>
            <a:off x="0" y="4983478"/>
            <a:ext cx="457200" cy="160022"/>
          </a:xfrm>
          <a:prstGeom prst="rect">
            <a:avLst/>
          </a:prstGeom>
          <a:noFill/>
          <a:ln>
            <a:noFill/>
          </a:ln>
        </p:spPr>
      </p:pic>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matchingName="Code left, Heading">
  <p:cSld name="SECTION_TITLE_AND_DESCRIPTION_1_1_1_1">
    <p:spTree>
      <p:nvGrpSpPr>
        <p:cNvPr id="1" name="Shape 123"/>
        <p:cNvGrpSpPr/>
        <p:nvPr/>
      </p:nvGrpSpPr>
      <p:grpSpPr>
        <a:xfrm>
          <a:off x="0" y="0"/>
          <a:ext cx="0" cy="0"/>
          <a:chOff x="0" y="0"/>
          <a:chExt cx="0" cy="0"/>
        </a:xfrm>
      </p:grpSpPr>
      <p:sp>
        <p:nvSpPr>
          <p:cNvPr id="124" name="Google Shape;124;p21"/>
          <p:cNvSpPr/>
          <p:nvPr/>
        </p:nvSpPr>
        <p:spPr>
          <a:xfrm>
            <a:off x="0" y="6"/>
            <a:ext cx="4572000" cy="5143500"/>
          </a:xfrm>
          <a:prstGeom prst="rect">
            <a:avLst/>
          </a:prstGeom>
          <a:solidFill>
            <a:srgbClr val="FDF6E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5" name="Google Shape;125;p21"/>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r" rtl="0">
              <a:spcBef>
                <a:spcPts val="0"/>
              </a:spcBef>
              <a:spcAft>
                <a:spcPts val="0"/>
              </a:spcAft>
              <a:buNone/>
            </a:pPr>
            <a:fld id="{00000000-1234-1234-1234-123412341234}" type="slidenum">
              <a:rPr lang="en"/>
              <a:t>‹#›</a:t>
            </a:fld>
            <a:endParaRPr/>
          </a:p>
        </p:txBody>
      </p:sp>
      <p:sp>
        <p:nvSpPr>
          <p:cNvPr id="126" name="Google Shape;126;p21"/>
          <p:cNvSpPr txBox="1">
            <a:spLocks noGrp="1"/>
          </p:cNvSpPr>
          <p:nvPr>
            <p:ph type="body" idx="1"/>
          </p:nvPr>
        </p:nvSpPr>
        <p:spPr>
          <a:xfrm>
            <a:off x="4882900" y="1152150"/>
            <a:ext cx="3950100" cy="3420000"/>
          </a:xfrm>
          <a:prstGeom prst="rect">
            <a:avLst/>
          </a:prstGeom>
        </p:spPr>
        <p:txBody>
          <a:bodyPr spcFirstLastPara="1" wrap="square" lIns="91425" tIns="91425" rIns="91425" bIns="91425" anchor="t" anchorCtr="0">
            <a:noAutofit/>
          </a:bodyPr>
          <a:lstStyle>
            <a:lvl1pPr marL="457200" lvl="0" indent="-342900" rtl="0">
              <a:spcBef>
                <a:spcPts val="600"/>
              </a:spcBef>
              <a:spcAft>
                <a:spcPts val="0"/>
              </a:spcAft>
              <a:buSzPts val="1800"/>
              <a:buChar char="•"/>
              <a:defRPr/>
            </a:lvl1pPr>
            <a:lvl2pPr marL="914400" lvl="1" indent="-342900" rtl="0">
              <a:spcBef>
                <a:spcPts val="600"/>
              </a:spcBef>
              <a:spcAft>
                <a:spcPts val="0"/>
              </a:spcAft>
              <a:buSzPts val="1800"/>
              <a:buChar char="•"/>
              <a:defRPr/>
            </a:lvl2pPr>
            <a:lvl3pPr marL="1371600" lvl="2" indent="-342900" rtl="0">
              <a:spcBef>
                <a:spcPts val="600"/>
              </a:spcBef>
              <a:spcAft>
                <a:spcPts val="0"/>
              </a:spcAft>
              <a:buSzPts val="1800"/>
              <a:buChar char="•"/>
              <a:defRPr/>
            </a:lvl3pPr>
            <a:lvl4pPr marL="1828800" lvl="3" indent="-342900" rtl="0">
              <a:spcBef>
                <a:spcPts val="600"/>
              </a:spcBef>
              <a:spcAft>
                <a:spcPts val="0"/>
              </a:spcAft>
              <a:buSzPts val="1800"/>
              <a:buChar char="•"/>
              <a:defRPr/>
            </a:lvl4pPr>
            <a:lvl5pPr marL="2286000" lvl="4" indent="-342900" rtl="0">
              <a:spcBef>
                <a:spcPts val="600"/>
              </a:spcBef>
              <a:spcAft>
                <a:spcPts val="0"/>
              </a:spcAft>
              <a:buSzPts val="1800"/>
              <a:buChar char="•"/>
              <a:defRPr/>
            </a:lvl5pPr>
            <a:lvl6pPr marL="2743200" lvl="5" indent="-342900" rtl="0">
              <a:spcBef>
                <a:spcPts val="600"/>
              </a:spcBef>
              <a:spcAft>
                <a:spcPts val="0"/>
              </a:spcAft>
              <a:buSzPts val="1800"/>
              <a:buChar char="•"/>
              <a:defRPr/>
            </a:lvl6pPr>
            <a:lvl7pPr marL="3200400" lvl="6" indent="-342900" rtl="0">
              <a:spcBef>
                <a:spcPts val="600"/>
              </a:spcBef>
              <a:spcAft>
                <a:spcPts val="0"/>
              </a:spcAft>
              <a:buSzPts val="1800"/>
              <a:buChar char="•"/>
              <a:defRPr/>
            </a:lvl7pPr>
            <a:lvl8pPr marL="3657600" lvl="7" indent="-342900" rtl="0">
              <a:spcBef>
                <a:spcPts val="600"/>
              </a:spcBef>
              <a:spcAft>
                <a:spcPts val="0"/>
              </a:spcAft>
              <a:buSzPts val="1800"/>
              <a:buChar char="•"/>
              <a:defRPr/>
            </a:lvl8pPr>
            <a:lvl9pPr marL="4114800" lvl="8" indent="-342900" rtl="0">
              <a:spcBef>
                <a:spcPts val="600"/>
              </a:spcBef>
              <a:spcAft>
                <a:spcPts val="0"/>
              </a:spcAft>
              <a:buSzPts val="1800"/>
              <a:buChar char="•"/>
              <a:defRPr/>
            </a:lvl9pPr>
          </a:lstStyle>
          <a:p>
            <a:endParaRPr/>
          </a:p>
        </p:txBody>
      </p:sp>
      <p:sp>
        <p:nvSpPr>
          <p:cNvPr id="127" name="Google Shape;127;p21"/>
          <p:cNvSpPr txBox="1">
            <a:spLocks noGrp="1"/>
          </p:cNvSpPr>
          <p:nvPr>
            <p:ph type="body" idx="2"/>
          </p:nvPr>
        </p:nvSpPr>
        <p:spPr>
          <a:xfrm>
            <a:off x="310900" y="448050"/>
            <a:ext cx="3950100" cy="4124100"/>
          </a:xfrm>
          <a:prstGeom prst="rect">
            <a:avLst/>
          </a:prstGeom>
        </p:spPr>
        <p:txBody>
          <a:bodyPr spcFirstLastPara="1" wrap="square" lIns="91425" tIns="91425" rIns="91425" bIns="91425" anchor="t" anchorCtr="0">
            <a:noAutofit/>
          </a:bodyPr>
          <a:lstStyle>
            <a:lvl1pPr marL="457200" lvl="0" indent="-342900" rtl="0">
              <a:spcBef>
                <a:spcPts val="600"/>
              </a:spcBef>
              <a:spcAft>
                <a:spcPts val="0"/>
              </a:spcAft>
              <a:buSzPts val="1800"/>
              <a:buChar char="•"/>
              <a:defRPr/>
            </a:lvl1pPr>
            <a:lvl2pPr marL="914400" lvl="1" indent="-342900" rtl="0">
              <a:spcBef>
                <a:spcPts val="600"/>
              </a:spcBef>
              <a:spcAft>
                <a:spcPts val="0"/>
              </a:spcAft>
              <a:buSzPts val="1800"/>
              <a:buChar char="•"/>
              <a:defRPr/>
            </a:lvl2pPr>
            <a:lvl3pPr marL="1371600" lvl="2" indent="-342900" rtl="0">
              <a:spcBef>
                <a:spcPts val="600"/>
              </a:spcBef>
              <a:spcAft>
                <a:spcPts val="0"/>
              </a:spcAft>
              <a:buSzPts val="1800"/>
              <a:buChar char="•"/>
              <a:defRPr/>
            </a:lvl3pPr>
            <a:lvl4pPr marL="1828800" lvl="3" indent="-342900" rtl="0">
              <a:spcBef>
                <a:spcPts val="600"/>
              </a:spcBef>
              <a:spcAft>
                <a:spcPts val="0"/>
              </a:spcAft>
              <a:buSzPts val="1800"/>
              <a:buChar char="•"/>
              <a:defRPr/>
            </a:lvl4pPr>
            <a:lvl5pPr marL="2286000" lvl="4" indent="-342900" rtl="0">
              <a:spcBef>
                <a:spcPts val="600"/>
              </a:spcBef>
              <a:spcAft>
                <a:spcPts val="0"/>
              </a:spcAft>
              <a:buSzPts val="1800"/>
              <a:buChar char="•"/>
              <a:defRPr/>
            </a:lvl5pPr>
            <a:lvl6pPr marL="2743200" lvl="5" indent="-342900" rtl="0">
              <a:spcBef>
                <a:spcPts val="600"/>
              </a:spcBef>
              <a:spcAft>
                <a:spcPts val="0"/>
              </a:spcAft>
              <a:buSzPts val="1800"/>
              <a:buChar char="•"/>
              <a:defRPr/>
            </a:lvl6pPr>
            <a:lvl7pPr marL="3200400" lvl="6" indent="-342900" rtl="0">
              <a:spcBef>
                <a:spcPts val="600"/>
              </a:spcBef>
              <a:spcAft>
                <a:spcPts val="0"/>
              </a:spcAft>
              <a:buSzPts val="1800"/>
              <a:buChar char="•"/>
              <a:defRPr/>
            </a:lvl7pPr>
            <a:lvl8pPr marL="3657600" lvl="7" indent="-342900" rtl="0">
              <a:spcBef>
                <a:spcPts val="600"/>
              </a:spcBef>
              <a:spcAft>
                <a:spcPts val="0"/>
              </a:spcAft>
              <a:buSzPts val="1800"/>
              <a:buChar char="•"/>
              <a:defRPr/>
            </a:lvl8pPr>
            <a:lvl9pPr marL="4114800" lvl="8" indent="-342900" rtl="0">
              <a:spcBef>
                <a:spcPts val="600"/>
              </a:spcBef>
              <a:spcAft>
                <a:spcPts val="0"/>
              </a:spcAft>
              <a:buSzPts val="1800"/>
              <a:buChar char="•"/>
              <a:defRPr/>
            </a:lvl9pPr>
          </a:lstStyle>
          <a:p>
            <a:endParaRPr/>
          </a:p>
        </p:txBody>
      </p:sp>
      <p:sp>
        <p:nvSpPr>
          <p:cNvPr id="128" name="Google Shape;128;p21"/>
          <p:cNvSpPr txBox="1">
            <a:spLocks noGrp="1"/>
          </p:cNvSpPr>
          <p:nvPr>
            <p:ph type="subTitle" idx="3"/>
          </p:nvPr>
        </p:nvSpPr>
        <p:spPr>
          <a:xfrm>
            <a:off x="225450" y="3943400"/>
            <a:ext cx="4045200" cy="465000"/>
          </a:xfrm>
          <a:prstGeom prst="rect">
            <a:avLst/>
          </a:prstGeom>
        </p:spPr>
        <p:txBody>
          <a:bodyPr spcFirstLastPara="1" wrap="square" lIns="91425" tIns="91425" rIns="91425" bIns="91425" anchor="t" anchorCtr="0">
            <a:noAutofit/>
          </a:bodyPr>
          <a:lstStyle>
            <a:lvl1pPr lvl="0" rtl="0">
              <a:lnSpc>
                <a:spcPct val="100000"/>
              </a:lnSpc>
              <a:spcBef>
                <a:spcPts val="600"/>
              </a:spcBef>
              <a:spcAft>
                <a:spcPts val="0"/>
              </a:spcAft>
              <a:buSzPts val="1800"/>
              <a:buNone/>
              <a:defRPr/>
            </a:lvl1pPr>
            <a:lvl2pPr lvl="1" algn="ctr" rtl="0">
              <a:lnSpc>
                <a:spcPct val="100000"/>
              </a:lnSpc>
              <a:spcBef>
                <a:spcPts val="600"/>
              </a:spcBef>
              <a:spcAft>
                <a:spcPts val="0"/>
              </a:spcAft>
              <a:buSzPts val="2100"/>
              <a:buNone/>
              <a:defRPr sz="2100"/>
            </a:lvl2pPr>
            <a:lvl3pPr lvl="2" algn="ctr" rtl="0">
              <a:lnSpc>
                <a:spcPct val="100000"/>
              </a:lnSpc>
              <a:spcBef>
                <a:spcPts val="600"/>
              </a:spcBef>
              <a:spcAft>
                <a:spcPts val="0"/>
              </a:spcAft>
              <a:buSzPts val="2100"/>
              <a:buNone/>
              <a:defRPr sz="2100"/>
            </a:lvl3pPr>
            <a:lvl4pPr lvl="3" algn="ctr" rtl="0">
              <a:lnSpc>
                <a:spcPct val="100000"/>
              </a:lnSpc>
              <a:spcBef>
                <a:spcPts val="600"/>
              </a:spcBef>
              <a:spcAft>
                <a:spcPts val="0"/>
              </a:spcAft>
              <a:buSzPts val="2100"/>
              <a:buNone/>
              <a:defRPr sz="2100"/>
            </a:lvl4pPr>
            <a:lvl5pPr lvl="4" algn="ctr" rtl="0">
              <a:lnSpc>
                <a:spcPct val="100000"/>
              </a:lnSpc>
              <a:spcBef>
                <a:spcPts val="600"/>
              </a:spcBef>
              <a:spcAft>
                <a:spcPts val="0"/>
              </a:spcAft>
              <a:buSzPts val="2100"/>
              <a:buNone/>
              <a:defRPr sz="2100"/>
            </a:lvl5pPr>
            <a:lvl6pPr lvl="5" algn="ctr" rtl="0">
              <a:lnSpc>
                <a:spcPct val="100000"/>
              </a:lnSpc>
              <a:spcBef>
                <a:spcPts val="600"/>
              </a:spcBef>
              <a:spcAft>
                <a:spcPts val="0"/>
              </a:spcAft>
              <a:buSzPts val="2100"/>
              <a:buNone/>
              <a:defRPr sz="2100"/>
            </a:lvl6pPr>
            <a:lvl7pPr lvl="6" algn="ctr" rtl="0">
              <a:lnSpc>
                <a:spcPct val="100000"/>
              </a:lnSpc>
              <a:spcBef>
                <a:spcPts val="600"/>
              </a:spcBef>
              <a:spcAft>
                <a:spcPts val="0"/>
              </a:spcAft>
              <a:buSzPts val="2100"/>
              <a:buNone/>
              <a:defRPr sz="2100"/>
            </a:lvl7pPr>
            <a:lvl8pPr lvl="7" algn="ctr" rtl="0">
              <a:lnSpc>
                <a:spcPct val="100000"/>
              </a:lnSpc>
              <a:spcBef>
                <a:spcPts val="600"/>
              </a:spcBef>
              <a:spcAft>
                <a:spcPts val="0"/>
              </a:spcAft>
              <a:buSzPts val="2100"/>
              <a:buNone/>
              <a:defRPr sz="2100"/>
            </a:lvl8pPr>
            <a:lvl9pPr lvl="8" algn="ctr" rtl="0">
              <a:lnSpc>
                <a:spcPct val="100000"/>
              </a:lnSpc>
              <a:spcBef>
                <a:spcPts val="600"/>
              </a:spcBef>
              <a:spcAft>
                <a:spcPts val="0"/>
              </a:spcAft>
              <a:buSzPts val="2100"/>
              <a:buNone/>
              <a:defRPr sz="2100"/>
            </a:lvl9pPr>
          </a:lstStyle>
          <a:p>
            <a:endParaRPr/>
          </a:p>
        </p:txBody>
      </p:sp>
      <p:sp>
        <p:nvSpPr>
          <p:cNvPr id="129" name="Google Shape;129;p21"/>
          <p:cNvSpPr txBox="1">
            <a:spLocks noGrp="1"/>
          </p:cNvSpPr>
          <p:nvPr>
            <p:ph type="title"/>
          </p:nvPr>
        </p:nvSpPr>
        <p:spPr>
          <a:xfrm>
            <a:off x="208450" y="3418425"/>
            <a:ext cx="3950100" cy="572700"/>
          </a:xfrm>
          <a:prstGeom prst="rect">
            <a:avLst/>
          </a:prstGeom>
        </p:spPr>
        <p:txBody>
          <a:bodyPr spcFirstLastPara="1" wrap="square" lIns="91425" tIns="91425" rIns="91425" bIns="91425" anchor="b" anchorCtr="0">
            <a:noAutofit/>
          </a:bodyPr>
          <a:lstStyle>
            <a:lvl1pPr lvl="0" rtl="0">
              <a:spcBef>
                <a:spcPts val="0"/>
              </a:spcBef>
              <a:spcAft>
                <a:spcPts val="0"/>
              </a:spcAft>
              <a:buSzPts val="2500"/>
              <a:buNone/>
              <a:defRPr sz="2500"/>
            </a:lvl1pPr>
            <a:lvl2pPr lvl="1" rtl="0">
              <a:spcBef>
                <a:spcPts val="0"/>
              </a:spcBef>
              <a:spcAft>
                <a:spcPts val="0"/>
              </a:spcAft>
              <a:buSzPts val="2500"/>
              <a:buNone/>
              <a:defRPr sz="2500"/>
            </a:lvl2pPr>
            <a:lvl3pPr lvl="2" rtl="0">
              <a:spcBef>
                <a:spcPts val="0"/>
              </a:spcBef>
              <a:spcAft>
                <a:spcPts val="0"/>
              </a:spcAft>
              <a:buSzPts val="2500"/>
              <a:buNone/>
              <a:defRPr sz="2500"/>
            </a:lvl3pPr>
            <a:lvl4pPr lvl="3" rtl="0">
              <a:spcBef>
                <a:spcPts val="0"/>
              </a:spcBef>
              <a:spcAft>
                <a:spcPts val="0"/>
              </a:spcAft>
              <a:buSzPts val="2500"/>
              <a:buNone/>
              <a:defRPr sz="2500"/>
            </a:lvl4pPr>
            <a:lvl5pPr lvl="4" rtl="0">
              <a:spcBef>
                <a:spcPts val="0"/>
              </a:spcBef>
              <a:spcAft>
                <a:spcPts val="0"/>
              </a:spcAft>
              <a:buSzPts val="2500"/>
              <a:buNone/>
              <a:defRPr sz="2500"/>
            </a:lvl5pPr>
            <a:lvl6pPr lvl="5" rtl="0">
              <a:spcBef>
                <a:spcPts val="0"/>
              </a:spcBef>
              <a:spcAft>
                <a:spcPts val="0"/>
              </a:spcAft>
              <a:buSzPts val="2500"/>
              <a:buNone/>
              <a:defRPr sz="2500"/>
            </a:lvl6pPr>
            <a:lvl7pPr lvl="6" rtl="0">
              <a:spcBef>
                <a:spcPts val="0"/>
              </a:spcBef>
              <a:spcAft>
                <a:spcPts val="0"/>
              </a:spcAft>
              <a:buSzPts val="2500"/>
              <a:buNone/>
              <a:defRPr sz="2500"/>
            </a:lvl7pPr>
            <a:lvl8pPr lvl="7" rtl="0">
              <a:spcBef>
                <a:spcPts val="0"/>
              </a:spcBef>
              <a:spcAft>
                <a:spcPts val="0"/>
              </a:spcAft>
              <a:buSzPts val="2500"/>
              <a:buNone/>
              <a:defRPr sz="2500"/>
            </a:lvl8pPr>
            <a:lvl9pPr lvl="8" rtl="0">
              <a:spcBef>
                <a:spcPts val="0"/>
              </a:spcBef>
              <a:spcAft>
                <a:spcPts val="0"/>
              </a:spcAft>
              <a:buSzPts val="2500"/>
              <a:buNone/>
              <a:defRPr sz="2500"/>
            </a:lvl9pPr>
          </a:lstStyle>
          <a:p>
            <a:endParaRPr/>
          </a:p>
        </p:txBody>
      </p:sp>
      <p:pic>
        <p:nvPicPr>
          <p:cNvPr id="130" name="Google Shape;130;p21"/>
          <p:cNvPicPr preferRelativeResize="0"/>
          <p:nvPr/>
        </p:nvPicPr>
        <p:blipFill>
          <a:blip r:embed="rId2">
            <a:alphaModFix/>
          </a:blip>
          <a:stretch>
            <a:fillRect/>
          </a:stretch>
        </p:blipFill>
        <p:spPr>
          <a:xfrm>
            <a:off x="0" y="4983478"/>
            <a:ext cx="457200" cy="160022"/>
          </a:xfrm>
          <a:prstGeom prst="rect">
            <a:avLst/>
          </a:prstGeom>
          <a:noFill/>
          <a:ln>
            <a:noFill/>
          </a:ln>
        </p:spPr>
      </p:pic>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matchingName="Section header 1">
  <p:cSld name="SECTION_HEADER_1">
    <p:spTree>
      <p:nvGrpSpPr>
        <p:cNvPr id="1" name="Shape 131"/>
        <p:cNvGrpSpPr/>
        <p:nvPr/>
      </p:nvGrpSpPr>
      <p:grpSpPr>
        <a:xfrm>
          <a:off x="0" y="0"/>
          <a:ext cx="0" cy="0"/>
          <a:chOff x="0" y="0"/>
          <a:chExt cx="0" cy="0"/>
        </a:xfrm>
      </p:grpSpPr>
      <p:sp>
        <p:nvSpPr>
          <p:cNvPr id="132" name="Google Shape;132;p22"/>
          <p:cNvSpPr txBox="1">
            <a:spLocks noGrp="1"/>
          </p:cNvSpPr>
          <p:nvPr>
            <p:ph type="title"/>
          </p:nvPr>
        </p:nvSpPr>
        <p:spPr>
          <a:xfrm>
            <a:off x="311700" y="2150850"/>
            <a:ext cx="8520600" cy="8418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3600"/>
              <a:buNone/>
              <a:defRPr sz="3600"/>
            </a:lvl1pPr>
            <a:lvl2pPr lvl="1" algn="ctr" rtl="0">
              <a:spcBef>
                <a:spcPts val="0"/>
              </a:spcBef>
              <a:spcAft>
                <a:spcPts val="0"/>
              </a:spcAft>
              <a:buSzPts val="3600"/>
              <a:buNone/>
              <a:defRPr sz="3600"/>
            </a:lvl2pPr>
            <a:lvl3pPr lvl="2" algn="ctr" rtl="0">
              <a:spcBef>
                <a:spcPts val="0"/>
              </a:spcBef>
              <a:spcAft>
                <a:spcPts val="0"/>
              </a:spcAft>
              <a:buSzPts val="3600"/>
              <a:buNone/>
              <a:defRPr sz="3600"/>
            </a:lvl3pPr>
            <a:lvl4pPr lvl="3" algn="ctr" rtl="0">
              <a:spcBef>
                <a:spcPts val="0"/>
              </a:spcBef>
              <a:spcAft>
                <a:spcPts val="0"/>
              </a:spcAft>
              <a:buSzPts val="3600"/>
              <a:buNone/>
              <a:defRPr sz="3600"/>
            </a:lvl4pPr>
            <a:lvl5pPr lvl="4" algn="ctr" rtl="0">
              <a:spcBef>
                <a:spcPts val="0"/>
              </a:spcBef>
              <a:spcAft>
                <a:spcPts val="0"/>
              </a:spcAft>
              <a:buSzPts val="3600"/>
              <a:buNone/>
              <a:defRPr sz="3600"/>
            </a:lvl5pPr>
            <a:lvl6pPr lvl="5" algn="ctr" rtl="0">
              <a:spcBef>
                <a:spcPts val="0"/>
              </a:spcBef>
              <a:spcAft>
                <a:spcPts val="0"/>
              </a:spcAft>
              <a:buSzPts val="3600"/>
              <a:buNone/>
              <a:defRPr sz="3600"/>
            </a:lvl6pPr>
            <a:lvl7pPr lvl="6" algn="ctr" rtl="0">
              <a:spcBef>
                <a:spcPts val="0"/>
              </a:spcBef>
              <a:spcAft>
                <a:spcPts val="0"/>
              </a:spcAft>
              <a:buSzPts val="3600"/>
              <a:buNone/>
              <a:defRPr sz="3600"/>
            </a:lvl7pPr>
            <a:lvl8pPr lvl="7" algn="ctr" rtl="0">
              <a:spcBef>
                <a:spcPts val="0"/>
              </a:spcBef>
              <a:spcAft>
                <a:spcPts val="0"/>
              </a:spcAft>
              <a:buSzPts val="3600"/>
              <a:buNone/>
              <a:defRPr sz="3600"/>
            </a:lvl8pPr>
            <a:lvl9pPr lvl="8" algn="ctr" rtl="0">
              <a:spcBef>
                <a:spcPts val="0"/>
              </a:spcBef>
              <a:spcAft>
                <a:spcPts val="0"/>
              </a:spcAft>
              <a:buSzPts val="3600"/>
              <a:buNone/>
              <a:defRPr sz="3600"/>
            </a:lvl9pPr>
          </a:lstStyle>
          <a:p>
            <a:endParaRPr/>
          </a:p>
        </p:txBody>
      </p:sp>
      <p:sp>
        <p:nvSpPr>
          <p:cNvPr id="133" name="Google Shape;133;p2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matchingName="Code on right">
  <p:cSld name="SECTION_TITLE_AND_DESCRIPTION_1_2">
    <p:spTree>
      <p:nvGrpSpPr>
        <p:cNvPr id="1" name="Shape 134"/>
        <p:cNvGrpSpPr/>
        <p:nvPr/>
      </p:nvGrpSpPr>
      <p:grpSpPr>
        <a:xfrm>
          <a:off x="0" y="0"/>
          <a:ext cx="0" cy="0"/>
          <a:chOff x="0" y="0"/>
          <a:chExt cx="0" cy="0"/>
        </a:xfrm>
      </p:grpSpPr>
      <p:sp>
        <p:nvSpPr>
          <p:cNvPr id="135" name="Google Shape;135;p23"/>
          <p:cNvSpPr/>
          <p:nvPr/>
        </p:nvSpPr>
        <p:spPr>
          <a:xfrm>
            <a:off x="4572000" y="-125"/>
            <a:ext cx="4572000" cy="5143500"/>
          </a:xfrm>
          <a:prstGeom prst="rect">
            <a:avLst/>
          </a:prstGeom>
          <a:solidFill>
            <a:srgbClr val="FDF6E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6" name="Google Shape;136;p23"/>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r" rtl="0">
              <a:spcBef>
                <a:spcPts val="0"/>
              </a:spcBef>
              <a:spcAft>
                <a:spcPts val="0"/>
              </a:spcAft>
              <a:buNone/>
            </a:pPr>
            <a:fld id="{00000000-1234-1234-1234-123412341234}" type="slidenum">
              <a:rPr lang="en"/>
              <a:t>‹#›</a:t>
            </a:fld>
            <a:endParaRPr/>
          </a:p>
        </p:txBody>
      </p:sp>
      <p:sp>
        <p:nvSpPr>
          <p:cNvPr id="137" name="Google Shape;137;p23"/>
          <p:cNvSpPr txBox="1">
            <a:spLocks noGrp="1"/>
          </p:cNvSpPr>
          <p:nvPr>
            <p:ph type="body" idx="1"/>
          </p:nvPr>
        </p:nvSpPr>
        <p:spPr>
          <a:xfrm>
            <a:off x="311700" y="1152150"/>
            <a:ext cx="3950100" cy="3420000"/>
          </a:xfrm>
          <a:prstGeom prst="rect">
            <a:avLst/>
          </a:prstGeom>
        </p:spPr>
        <p:txBody>
          <a:bodyPr spcFirstLastPara="1" wrap="square" lIns="91425" tIns="91425" rIns="91425" bIns="91425" anchor="t" anchorCtr="0">
            <a:noAutofit/>
          </a:bodyPr>
          <a:lstStyle>
            <a:lvl1pPr marL="457200" lvl="0" indent="-342900" rtl="0">
              <a:spcBef>
                <a:spcPts val="600"/>
              </a:spcBef>
              <a:spcAft>
                <a:spcPts val="0"/>
              </a:spcAft>
              <a:buSzPts val="1800"/>
              <a:buChar char="•"/>
              <a:defRPr/>
            </a:lvl1pPr>
            <a:lvl2pPr marL="914400" lvl="1" indent="-342900" rtl="0">
              <a:spcBef>
                <a:spcPts val="600"/>
              </a:spcBef>
              <a:spcAft>
                <a:spcPts val="0"/>
              </a:spcAft>
              <a:buSzPts val="1800"/>
              <a:buChar char="•"/>
              <a:defRPr/>
            </a:lvl2pPr>
            <a:lvl3pPr marL="1371600" lvl="2" indent="-342900" rtl="0">
              <a:spcBef>
                <a:spcPts val="600"/>
              </a:spcBef>
              <a:spcAft>
                <a:spcPts val="0"/>
              </a:spcAft>
              <a:buSzPts val="1800"/>
              <a:buChar char="•"/>
              <a:defRPr/>
            </a:lvl3pPr>
            <a:lvl4pPr marL="1828800" lvl="3" indent="-342900" rtl="0">
              <a:spcBef>
                <a:spcPts val="600"/>
              </a:spcBef>
              <a:spcAft>
                <a:spcPts val="0"/>
              </a:spcAft>
              <a:buSzPts val="1800"/>
              <a:buChar char="•"/>
              <a:defRPr/>
            </a:lvl4pPr>
            <a:lvl5pPr marL="2286000" lvl="4" indent="-342900" rtl="0">
              <a:spcBef>
                <a:spcPts val="600"/>
              </a:spcBef>
              <a:spcAft>
                <a:spcPts val="0"/>
              </a:spcAft>
              <a:buSzPts val="1800"/>
              <a:buChar char="•"/>
              <a:defRPr/>
            </a:lvl5pPr>
            <a:lvl6pPr marL="2743200" lvl="5" indent="-342900" rtl="0">
              <a:spcBef>
                <a:spcPts val="600"/>
              </a:spcBef>
              <a:spcAft>
                <a:spcPts val="0"/>
              </a:spcAft>
              <a:buSzPts val="1800"/>
              <a:buChar char="•"/>
              <a:defRPr/>
            </a:lvl6pPr>
            <a:lvl7pPr marL="3200400" lvl="6" indent="-342900" rtl="0">
              <a:spcBef>
                <a:spcPts val="600"/>
              </a:spcBef>
              <a:spcAft>
                <a:spcPts val="0"/>
              </a:spcAft>
              <a:buSzPts val="1800"/>
              <a:buChar char="•"/>
              <a:defRPr/>
            </a:lvl7pPr>
            <a:lvl8pPr marL="3657600" lvl="7" indent="-342900" rtl="0">
              <a:spcBef>
                <a:spcPts val="600"/>
              </a:spcBef>
              <a:spcAft>
                <a:spcPts val="0"/>
              </a:spcAft>
              <a:buSzPts val="1800"/>
              <a:buChar char="•"/>
              <a:defRPr/>
            </a:lvl8pPr>
            <a:lvl9pPr marL="4114800" lvl="8" indent="-342900" rtl="0">
              <a:spcBef>
                <a:spcPts val="600"/>
              </a:spcBef>
              <a:spcAft>
                <a:spcPts val="0"/>
              </a:spcAft>
              <a:buSzPts val="1800"/>
              <a:buChar char="•"/>
              <a:defRPr/>
            </a:lvl9pPr>
          </a:lstStyle>
          <a:p>
            <a:endParaRPr/>
          </a:p>
        </p:txBody>
      </p:sp>
      <p:sp>
        <p:nvSpPr>
          <p:cNvPr id="138" name="Google Shape;138;p23"/>
          <p:cNvSpPr txBox="1">
            <a:spLocks noGrp="1"/>
          </p:cNvSpPr>
          <p:nvPr>
            <p:ph type="body" idx="2"/>
          </p:nvPr>
        </p:nvSpPr>
        <p:spPr>
          <a:xfrm>
            <a:off x="4882900" y="448050"/>
            <a:ext cx="3950100" cy="4124100"/>
          </a:xfrm>
          <a:prstGeom prst="rect">
            <a:avLst/>
          </a:prstGeom>
        </p:spPr>
        <p:txBody>
          <a:bodyPr spcFirstLastPara="1" wrap="square" lIns="91425" tIns="91425" rIns="91425" bIns="91425" anchor="t" anchorCtr="0">
            <a:noAutofit/>
          </a:bodyPr>
          <a:lstStyle>
            <a:lvl1pPr marL="457200" lvl="0" indent="-342900" rtl="0">
              <a:spcBef>
                <a:spcPts val="600"/>
              </a:spcBef>
              <a:spcAft>
                <a:spcPts val="0"/>
              </a:spcAft>
              <a:buSzPts val="1800"/>
              <a:buChar char="•"/>
              <a:defRPr/>
            </a:lvl1pPr>
            <a:lvl2pPr marL="914400" lvl="1" indent="-342900" rtl="0">
              <a:spcBef>
                <a:spcPts val="600"/>
              </a:spcBef>
              <a:spcAft>
                <a:spcPts val="0"/>
              </a:spcAft>
              <a:buSzPts val="1800"/>
              <a:buChar char="•"/>
              <a:defRPr/>
            </a:lvl2pPr>
            <a:lvl3pPr marL="1371600" lvl="2" indent="-342900" rtl="0">
              <a:spcBef>
                <a:spcPts val="600"/>
              </a:spcBef>
              <a:spcAft>
                <a:spcPts val="0"/>
              </a:spcAft>
              <a:buSzPts val="1800"/>
              <a:buChar char="•"/>
              <a:defRPr/>
            </a:lvl3pPr>
            <a:lvl4pPr marL="1828800" lvl="3" indent="-342900" rtl="0">
              <a:spcBef>
                <a:spcPts val="600"/>
              </a:spcBef>
              <a:spcAft>
                <a:spcPts val="0"/>
              </a:spcAft>
              <a:buSzPts val="1800"/>
              <a:buChar char="•"/>
              <a:defRPr/>
            </a:lvl4pPr>
            <a:lvl5pPr marL="2286000" lvl="4" indent="-342900" rtl="0">
              <a:spcBef>
                <a:spcPts val="600"/>
              </a:spcBef>
              <a:spcAft>
                <a:spcPts val="0"/>
              </a:spcAft>
              <a:buSzPts val="1800"/>
              <a:buChar char="•"/>
              <a:defRPr/>
            </a:lvl5pPr>
            <a:lvl6pPr marL="2743200" lvl="5" indent="-342900" rtl="0">
              <a:spcBef>
                <a:spcPts val="600"/>
              </a:spcBef>
              <a:spcAft>
                <a:spcPts val="0"/>
              </a:spcAft>
              <a:buSzPts val="1800"/>
              <a:buChar char="•"/>
              <a:defRPr/>
            </a:lvl6pPr>
            <a:lvl7pPr marL="3200400" lvl="6" indent="-342900" rtl="0">
              <a:spcBef>
                <a:spcPts val="600"/>
              </a:spcBef>
              <a:spcAft>
                <a:spcPts val="0"/>
              </a:spcAft>
              <a:buSzPts val="1800"/>
              <a:buChar char="•"/>
              <a:defRPr/>
            </a:lvl7pPr>
            <a:lvl8pPr marL="3657600" lvl="7" indent="-342900" rtl="0">
              <a:spcBef>
                <a:spcPts val="600"/>
              </a:spcBef>
              <a:spcAft>
                <a:spcPts val="0"/>
              </a:spcAft>
              <a:buSzPts val="1800"/>
              <a:buChar char="•"/>
              <a:defRPr/>
            </a:lvl8pPr>
            <a:lvl9pPr marL="4114800" lvl="8" indent="-342900" rtl="0">
              <a:spcBef>
                <a:spcPts val="600"/>
              </a:spcBef>
              <a:spcAft>
                <a:spcPts val="0"/>
              </a:spcAft>
              <a:buSzPts val="1800"/>
              <a:buChar char="•"/>
              <a:defRPr/>
            </a:lvl9pPr>
          </a:lstStyle>
          <a:p>
            <a:endParaRPr/>
          </a:p>
        </p:txBody>
      </p:sp>
      <p:sp>
        <p:nvSpPr>
          <p:cNvPr id="139" name="Google Shape;139;p23"/>
          <p:cNvSpPr txBox="1">
            <a:spLocks noGrp="1"/>
          </p:cNvSpPr>
          <p:nvPr>
            <p:ph type="title"/>
          </p:nvPr>
        </p:nvSpPr>
        <p:spPr>
          <a:xfrm>
            <a:off x="311700" y="445025"/>
            <a:ext cx="39501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16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image" Target="../media/image1.png"/><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theme" Target="../theme/theme1.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0" y="0"/>
            <a:ext cx="8520600" cy="393600"/>
          </a:xfrm>
          <a:prstGeom prst="rect">
            <a:avLst/>
          </a:prstGeom>
          <a:noFill/>
          <a:ln>
            <a:noFill/>
          </a:ln>
        </p:spPr>
        <p:txBody>
          <a:bodyPr spcFirstLastPara="1" wrap="square" lIns="91425" tIns="91425" rIns="91425" bIns="91425" anchor="t" anchorCtr="0">
            <a:noAutofit/>
          </a:bodyPr>
          <a:lstStyle>
            <a:lvl1pPr lvl="0" rtl="0">
              <a:spcBef>
                <a:spcPts val="0"/>
              </a:spcBef>
              <a:spcAft>
                <a:spcPts val="0"/>
              </a:spcAft>
              <a:buClr>
                <a:srgbClr val="0B5394"/>
              </a:buClr>
              <a:buSzPts val="1600"/>
              <a:buFont typeface="Roboto Medium"/>
              <a:buNone/>
              <a:defRPr sz="1600">
                <a:solidFill>
                  <a:srgbClr val="0B5394"/>
                </a:solidFill>
                <a:latin typeface="Roboto Medium"/>
                <a:ea typeface="Roboto Medium"/>
                <a:cs typeface="Roboto Medium"/>
                <a:sym typeface="Roboto Medium"/>
              </a:defRPr>
            </a:lvl1pPr>
            <a:lvl2pPr lvl="1" rtl="0">
              <a:spcBef>
                <a:spcPts val="0"/>
              </a:spcBef>
              <a:spcAft>
                <a:spcPts val="0"/>
              </a:spcAft>
              <a:buClr>
                <a:srgbClr val="0B5394"/>
              </a:buClr>
              <a:buSzPts val="2800"/>
              <a:buFont typeface="Roboto Medium"/>
              <a:buNone/>
              <a:defRPr sz="2800">
                <a:solidFill>
                  <a:srgbClr val="0B5394"/>
                </a:solidFill>
                <a:latin typeface="Roboto Medium"/>
                <a:ea typeface="Roboto Medium"/>
                <a:cs typeface="Roboto Medium"/>
                <a:sym typeface="Roboto Medium"/>
              </a:defRPr>
            </a:lvl2pPr>
            <a:lvl3pPr lvl="2" rtl="0">
              <a:spcBef>
                <a:spcPts val="0"/>
              </a:spcBef>
              <a:spcAft>
                <a:spcPts val="0"/>
              </a:spcAft>
              <a:buClr>
                <a:srgbClr val="0B5394"/>
              </a:buClr>
              <a:buSzPts val="2800"/>
              <a:buFont typeface="Roboto Medium"/>
              <a:buNone/>
              <a:defRPr sz="2800">
                <a:solidFill>
                  <a:srgbClr val="0B5394"/>
                </a:solidFill>
                <a:latin typeface="Roboto Medium"/>
                <a:ea typeface="Roboto Medium"/>
                <a:cs typeface="Roboto Medium"/>
                <a:sym typeface="Roboto Medium"/>
              </a:defRPr>
            </a:lvl3pPr>
            <a:lvl4pPr lvl="3" rtl="0">
              <a:spcBef>
                <a:spcPts val="0"/>
              </a:spcBef>
              <a:spcAft>
                <a:spcPts val="0"/>
              </a:spcAft>
              <a:buClr>
                <a:srgbClr val="0B5394"/>
              </a:buClr>
              <a:buSzPts val="2800"/>
              <a:buFont typeface="Roboto Medium"/>
              <a:buNone/>
              <a:defRPr sz="2800">
                <a:solidFill>
                  <a:srgbClr val="0B5394"/>
                </a:solidFill>
                <a:latin typeface="Roboto Medium"/>
                <a:ea typeface="Roboto Medium"/>
                <a:cs typeface="Roboto Medium"/>
                <a:sym typeface="Roboto Medium"/>
              </a:defRPr>
            </a:lvl4pPr>
            <a:lvl5pPr lvl="4" rtl="0">
              <a:spcBef>
                <a:spcPts val="0"/>
              </a:spcBef>
              <a:spcAft>
                <a:spcPts val="0"/>
              </a:spcAft>
              <a:buClr>
                <a:srgbClr val="0B5394"/>
              </a:buClr>
              <a:buSzPts val="2800"/>
              <a:buFont typeface="Roboto Medium"/>
              <a:buNone/>
              <a:defRPr sz="2800">
                <a:solidFill>
                  <a:srgbClr val="0B5394"/>
                </a:solidFill>
                <a:latin typeface="Roboto Medium"/>
                <a:ea typeface="Roboto Medium"/>
                <a:cs typeface="Roboto Medium"/>
                <a:sym typeface="Roboto Medium"/>
              </a:defRPr>
            </a:lvl5pPr>
            <a:lvl6pPr lvl="5" rtl="0">
              <a:spcBef>
                <a:spcPts val="0"/>
              </a:spcBef>
              <a:spcAft>
                <a:spcPts val="0"/>
              </a:spcAft>
              <a:buClr>
                <a:srgbClr val="0B5394"/>
              </a:buClr>
              <a:buSzPts val="2800"/>
              <a:buFont typeface="Roboto Medium"/>
              <a:buNone/>
              <a:defRPr sz="2800">
                <a:solidFill>
                  <a:srgbClr val="0B5394"/>
                </a:solidFill>
                <a:latin typeface="Roboto Medium"/>
                <a:ea typeface="Roboto Medium"/>
                <a:cs typeface="Roboto Medium"/>
                <a:sym typeface="Roboto Medium"/>
              </a:defRPr>
            </a:lvl6pPr>
            <a:lvl7pPr lvl="6" rtl="0">
              <a:spcBef>
                <a:spcPts val="0"/>
              </a:spcBef>
              <a:spcAft>
                <a:spcPts val="0"/>
              </a:spcAft>
              <a:buClr>
                <a:srgbClr val="0B5394"/>
              </a:buClr>
              <a:buSzPts val="2800"/>
              <a:buFont typeface="Roboto Medium"/>
              <a:buNone/>
              <a:defRPr sz="2800">
                <a:solidFill>
                  <a:srgbClr val="0B5394"/>
                </a:solidFill>
                <a:latin typeface="Roboto Medium"/>
                <a:ea typeface="Roboto Medium"/>
                <a:cs typeface="Roboto Medium"/>
                <a:sym typeface="Roboto Medium"/>
              </a:defRPr>
            </a:lvl7pPr>
            <a:lvl8pPr lvl="7" rtl="0">
              <a:spcBef>
                <a:spcPts val="0"/>
              </a:spcBef>
              <a:spcAft>
                <a:spcPts val="0"/>
              </a:spcAft>
              <a:buClr>
                <a:srgbClr val="0B5394"/>
              </a:buClr>
              <a:buSzPts val="2800"/>
              <a:buFont typeface="Roboto Medium"/>
              <a:buNone/>
              <a:defRPr sz="2800">
                <a:solidFill>
                  <a:srgbClr val="0B5394"/>
                </a:solidFill>
                <a:latin typeface="Roboto Medium"/>
                <a:ea typeface="Roboto Medium"/>
                <a:cs typeface="Roboto Medium"/>
                <a:sym typeface="Roboto Medium"/>
              </a:defRPr>
            </a:lvl8pPr>
            <a:lvl9pPr lvl="8" rtl="0">
              <a:spcBef>
                <a:spcPts val="0"/>
              </a:spcBef>
              <a:spcAft>
                <a:spcPts val="0"/>
              </a:spcAft>
              <a:buClr>
                <a:srgbClr val="0B5394"/>
              </a:buClr>
              <a:buSzPts val="2800"/>
              <a:buFont typeface="Roboto Medium"/>
              <a:buNone/>
              <a:defRPr sz="2800">
                <a:solidFill>
                  <a:srgbClr val="0B5394"/>
                </a:solidFill>
                <a:latin typeface="Roboto Medium"/>
                <a:ea typeface="Roboto Medium"/>
                <a:cs typeface="Roboto Medium"/>
                <a:sym typeface="Roboto Medium"/>
              </a:defRPr>
            </a:lvl9pPr>
          </a:lstStyle>
          <a:p>
            <a:endParaRPr/>
          </a:p>
        </p:txBody>
      </p:sp>
      <p:sp>
        <p:nvSpPr>
          <p:cNvPr id="7" name="Google Shape;7;p1"/>
          <p:cNvSpPr txBox="1">
            <a:spLocks noGrp="1"/>
          </p:cNvSpPr>
          <p:nvPr>
            <p:ph type="body" idx="1"/>
          </p:nvPr>
        </p:nvSpPr>
        <p:spPr>
          <a:xfrm>
            <a:off x="311700" y="572700"/>
            <a:ext cx="8520600" cy="3416400"/>
          </a:xfrm>
          <a:prstGeom prst="rect">
            <a:avLst/>
          </a:prstGeom>
          <a:noFill/>
          <a:ln>
            <a:noFill/>
          </a:ln>
        </p:spPr>
        <p:txBody>
          <a:bodyPr spcFirstLastPara="1" wrap="square" lIns="91425" tIns="91425" rIns="91425" bIns="91425" anchor="t" anchorCtr="0">
            <a:noAutofit/>
          </a:bodyPr>
          <a:lstStyle>
            <a:lvl1pPr marL="457200" lvl="0" indent="-342900" rtl="0">
              <a:lnSpc>
                <a:spcPct val="100000"/>
              </a:lnSpc>
              <a:spcBef>
                <a:spcPts val="600"/>
              </a:spcBef>
              <a:spcAft>
                <a:spcPts val="0"/>
              </a:spcAft>
              <a:buClr>
                <a:schemeClr val="dk1"/>
              </a:buClr>
              <a:buSzPts val="1800"/>
              <a:buFont typeface="Roboto"/>
              <a:buChar char="•"/>
              <a:defRPr sz="1800">
                <a:solidFill>
                  <a:schemeClr val="dk1"/>
                </a:solidFill>
                <a:latin typeface="Roboto"/>
                <a:ea typeface="Roboto"/>
                <a:cs typeface="Roboto"/>
                <a:sym typeface="Roboto"/>
              </a:defRPr>
            </a:lvl1pPr>
            <a:lvl2pPr marL="914400" lvl="1" indent="-342900" rtl="0">
              <a:lnSpc>
                <a:spcPct val="100000"/>
              </a:lnSpc>
              <a:spcBef>
                <a:spcPts val="600"/>
              </a:spcBef>
              <a:spcAft>
                <a:spcPts val="0"/>
              </a:spcAft>
              <a:buClr>
                <a:schemeClr val="dk1"/>
              </a:buClr>
              <a:buSzPts val="1800"/>
              <a:buFont typeface="Roboto"/>
              <a:buChar char="•"/>
              <a:defRPr sz="1800">
                <a:solidFill>
                  <a:schemeClr val="dk1"/>
                </a:solidFill>
                <a:latin typeface="Roboto"/>
                <a:ea typeface="Roboto"/>
                <a:cs typeface="Roboto"/>
                <a:sym typeface="Roboto"/>
              </a:defRPr>
            </a:lvl2pPr>
            <a:lvl3pPr marL="1371600" lvl="2" indent="-342900" rtl="0">
              <a:lnSpc>
                <a:spcPct val="100000"/>
              </a:lnSpc>
              <a:spcBef>
                <a:spcPts val="600"/>
              </a:spcBef>
              <a:spcAft>
                <a:spcPts val="0"/>
              </a:spcAft>
              <a:buClr>
                <a:schemeClr val="dk1"/>
              </a:buClr>
              <a:buSzPts val="1800"/>
              <a:buFont typeface="Roboto"/>
              <a:buChar char="•"/>
              <a:defRPr sz="1800">
                <a:solidFill>
                  <a:schemeClr val="dk1"/>
                </a:solidFill>
                <a:latin typeface="Roboto"/>
                <a:ea typeface="Roboto"/>
                <a:cs typeface="Roboto"/>
                <a:sym typeface="Roboto"/>
              </a:defRPr>
            </a:lvl3pPr>
            <a:lvl4pPr marL="1828800" lvl="3" indent="-342900" rtl="0">
              <a:lnSpc>
                <a:spcPct val="100000"/>
              </a:lnSpc>
              <a:spcBef>
                <a:spcPts val="600"/>
              </a:spcBef>
              <a:spcAft>
                <a:spcPts val="0"/>
              </a:spcAft>
              <a:buClr>
                <a:schemeClr val="dk1"/>
              </a:buClr>
              <a:buSzPts val="1800"/>
              <a:buFont typeface="Roboto"/>
              <a:buChar char="•"/>
              <a:defRPr sz="1800">
                <a:solidFill>
                  <a:schemeClr val="dk1"/>
                </a:solidFill>
                <a:latin typeface="Roboto"/>
                <a:ea typeface="Roboto"/>
                <a:cs typeface="Roboto"/>
                <a:sym typeface="Roboto"/>
              </a:defRPr>
            </a:lvl4pPr>
            <a:lvl5pPr marL="2286000" lvl="4" indent="-342900" rtl="0">
              <a:lnSpc>
                <a:spcPct val="100000"/>
              </a:lnSpc>
              <a:spcBef>
                <a:spcPts val="600"/>
              </a:spcBef>
              <a:spcAft>
                <a:spcPts val="0"/>
              </a:spcAft>
              <a:buClr>
                <a:schemeClr val="dk1"/>
              </a:buClr>
              <a:buSzPts val="1800"/>
              <a:buFont typeface="Roboto"/>
              <a:buChar char="•"/>
              <a:defRPr sz="1800">
                <a:solidFill>
                  <a:schemeClr val="dk1"/>
                </a:solidFill>
                <a:latin typeface="Roboto"/>
                <a:ea typeface="Roboto"/>
                <a:cs typeface="Roboto"/>
                <a:sym typeface="Roboto"/>
              </a:defRPr>
            </a:lvl5pPr>
            <a:lvl6pPr marL="2743200" lvl="5" indent="-342900" rtl="0">
              <a:lnSpc>
                <a:spcPct val="100000"/>
              </a:lnSpc>
              <a:spcBef>
                <a:spcPts val="600"/>
              </a:spcBef>
              <a:spcAft>
                <a:spcPts val="0"/>
              </a:spcAft>
              <a:buClr>
                <a:schemeClr val="dk1"/>
              </a:buClr>
              <a:buSzPts val="1800"/>
              <a:buFont typeface="Roboto"/>
              <a:buChar char="•"/>
              <a:defRPr sz="1800">
                <a:solidFill>
                  <a:schemeClr val="dk1"/>
                </a:solidFill>
                <a:latin typeface="Roboto"/>
                <a:ea typeface="Roboto"/>
                <a:cs typeface="Roboto"/>
                <a:sym typeface="Roboto"/>
              </a:defRPr>
            </a:lvl6pPr>
            <a:lvl7pPr marL="3200400" lvl="6" indent="-342900" rtl="0">
              <a:lnSpc>
                <a:spcPct val="100000"/>
              </a:lnSpc>
              <a:spcBef>
                <a:spcPts val="600"/>
              </a:spcBef>
              <a:spcAft>
                <a:spcPts val="0"/>
              </a:spcAft>
              <a:buClr>
                <a:schemeClr val="dk1"/>
              </a:buClr>
              <a:buSzPts val="1800"/>
              <a:buFont typeface="Roboto"/>
              <a:buChar char="•"/>
              <a:defRPr sz="1800">
                <a:solidFill>
                  <a:schemeClr val="dk1"/>
                </a:solidFill>
                <a:latin typeface="Roboto"/>
                <a:ea typeface="Roboto"/>
                <a:cs typeface="Roboto"/>
                <a:sym typeface="Roboto"/>
              </a:defRPr>
            </a:lvl7pPr>
            <a:lvl8pPr marL="3657600" lvl="7" indent="-342900" rtl="0">
              <a:lnSpc>
                <a:spcPct val="100000"/>
              </a:lnSpc>
              <a:spcBef>
                <a:spcPts val="600"/>
              </a:spcBef>
              <a:spcAft>
                <a:spcPts val="0"/>
              </a:spcAft>
              <a:buClr>
                <a:schemeClr val="dk1"/>
              </a:buClr>
              <a:buSzPts val="1800"/>
              <a:buFont typeface="Roboto"/>
              <a:buChar char="•"/>
              <a:defRPr sz="1800">
                <a:solidFill>
                  <a:schemeClr val="dk1"/>
                </a:solidFill>
                <a:latin typeface="Roboto"/>
                <a:ea typeface="Roboto"/>
                <a:cs typeface="Roboto"/>
                <a:sym typeface="Roboto"/>
              </a:defRPr>
            </a:lvl8pPr>
            <a:lvl9pPr marL="4114800" lvl="8" indent="-342900" rtl="0">
              <a:lnSpc>
                <a:spcPct val="100000"/>
              </a:lnSpc>
              <a:spcBef>
                <a:spcPts val="600"/>
              </a:spcBef>
              <a:spcAft>
                <a:spcPts val="0"/>
              </a:spcAft>
              <a:buClr>
                <a:schemeClr val="dk1"/>
              </a:buClr>
              <a:buSzPts val="1800"/>
              <a:buFont typeface="Roboto"/>
              <a:buChar char="•"/>
              <a:defRPr sz="1800">
                <a:solidFill>
                  <a:schemeClr val="dk1"/>
                </a:solidFill>
                <a:latin typeface="Roboto"/>
                <a:ea typeface="Roboto"/>
                <a:cs typeface="Roboto"/>
                <a:sym typeface="Roboto"/>
              </a:defRPr>
            </a:lvl9pPr>
          </a:lstStyle>
          <a:p>
            <a:endParaRPr/>
          </a:p>
        </p:txBody>
      </p:sp>
      <p:sp>
        <p:nvSpPr>
          <p:cNvPr id="8" name="Google Shape;8;p1"/>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Autofit/>
          </a:bodyPr>
          <a:lstStyle>
            <a:lvl1pPr lvl="0" algn="r" rtl="0">
              <a:buNone/>
              <a:defRPr sz="1000">
                <a:solidFill>
                  <a:schemeClr val="dk1"/>
                </a:solidFill>
                <a:latin typeface="Roboto"/>
                <a:ea typeface="Roboto"/>
                <a:cs typeface="Roboto"/>
                <a:sym typeface="Roboto"/>
              </a:defRPr>
            </a:lvl1pPr>
            <a:lvl2pPr lvl="1" algn="r" rtl="0">
              <a:buNone/>
              <a:defRPr sz="1000">
                <a:solidFill>
                  <a:schemeClr val="dk1"/>
                </a:solidFill>
                <a:latin typeface="Roboto"/>
                <a:ea typeface="Roboto"/>
                <a:cs typeface="Roboto"/>
                <a:sym typeface="Roboto"/>
              </a:defRPr>
            </a:lvl2pPr>
            <a:lvl3pPr lvl="2" algn="r" rtl="0">
              <a:buNone/>
              <a:defRPr sz="1000">
                <a:solidFill>
                  <a:schemeClr val="dk1"/>
                </a:solidFill>
                <a:latin typeface="Roboto"/>
                <a:ea typeface="Roboto"/>
                <a:cs typeface="Roboto"/>
                <a:sym typeface="Roboto"/>
              </a:defRPr>
            </a:lvl3pPr>
            <a:lvl4pPr lvl="3" algn="r" rtl="0">
              <a:buNone/>
              <a:defRPr sz="1000">
                <a:solidFill>
                  <a:schemeClr val="dk1"/>
                </a:solidFill>
                <a:latin typeface="Roboto"/>
                <a:ea typeface="Roboto"/>
                <a:cs typeface="Roboto"/>
                <a:sym typeface="Roboto"/>
              </a:defRPr>
            </a:lvl4pPr>
            <a:lvl5pPr lvl="4" algn="r" rtl="0">
              <a:buNone/>
              <a:defRPr sz="1000">
                <a:solidFill>
                  <a:schemeClr val="dk1"/>
                </a:solidFill>
                <a:latin typeface="Roboto"/>
                <a:ea typeface="Roboto"/>
                <a:cs typeface="Roboto"/>
                <a:sym typeface="Roboto"/>
              </a:defRPr>
            </a:lvl5pPr>
            <a:lvl6pPr lvl="5" algn="r" rtl="0">
              <a:buNone/>
              <a:defRPr sz="1000">
                <a:solidFill>
                  <a:schemeClr val="dk1"/>
                </a:solidFill>
                <a:latin typeface="Roboto"/>
                <a:ea typeface="Roboto"/>
                <a:cs typeface="Roboto"/>
                <a:sym typeface="Roboto"/>
              </a:defRPr>
            </a:lvl6pPr>
            <a:lvl7pPr lvl="6" algn="r" rtl="0">
              <a:buNone/>
              <a:defRPr sz="1000">
                <a:solidFill>
                  <a:schemeClr val="dk1"/>
                </a:solidFill>
                <a:latin typeface="Roboto"/>
                <a:ea typeface="Roboto"/>
                <a:cs typeface="Roboto"/>
                <a:sym typeface="Roboto"/>
              </a:defRPr>
            </a:lvl7pPr>
            <a:lvl8pPr lvl="7" algn="r" rtl="0">
              <a:buNone/>
              <a:defRPr sz="1000">
                <a:solidFill>
                  <a:schemeClr val="dk1"/>
                </a:solidFill>
                <a:latin typeface="Roboto"/>
                <a:ea typeface="Roboto"/>
                <a:cs typeface="Roboto"/>
                <a:sym typeface="Roboto"/>
              </a:defRPr>
            </a:lvl8pPr>
            <a:lvl9pPr lvl="8" algn="r" rtl="0">
              <a:buNone/>
              <a:defRPr sz="1000">
                <a:solidFill>
                  <a:schemeClr val="dk1"/>
                </a:solidFill>
                <a:latin typeface="Roboto"/>
                <a:ea typeface="Roboto"/>
                <a:cs typeface="Roboto"/>
                <a:sym typeface="Roboto"/>
              </a:defRPr>
            </a:lvl9pPr>
          </a:lstStyle>
          <a:p>
            <a:pPr marL="0" lvl="0" indent="0" algn="r" rtl="0">
              <a:spcBef>
                <a:spcPts val="0"/>
              </a:spcBef>
              <a:spcAft>
                <a:spcPts val="0"/>
              </a:spcAft>
              <a:buNone/>
            </a:pPr>
            <a:fld id="{00000000-1234-1234-1234-123412341234}" type="slidenum">
              <a:rPr lang="en"/>
              <a:t>‹#›</a:t>
            </a:fld>
            <a:endParaRPr/>
          </a:p>
        </p:txBody>
      </p:sp>
      <p:pic>
        <p:nvPicPr>
          <p:cNvPr id="9" name="Google Shape;9;p1"/>
          <p:cNvPicPr preferRelativeResize="0"/>
          <p:nvPr/>
        </p:nvPicPr>
        <p:blipFill>
          <a:blip r:embed="rId24">
            <a:alphaModFix/>
          </a:blip>
          <a:stretch>
            <a:fillRect/>
          </a:stretch>
        </p:blipFill>
        <p:spPr>
          <a:xfrm>
            <a:off x="0" y="4983478"/>
            <a:ext cx="457200" cy="160022"/>
          </a:xfrm>
          <a:prstGeom prst="rect">
            <a:avLst/>
          </a:prstGeom>
          <a:noFill/>
          <a:ln>
            <a:noFill/>
          </a:ln>
        </p:spPr>
      </p:pic>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 id="2147483661" r:id="rId14"/>
    <p:sldLayoutId id="2147483662" r:id="rId15"/>
    <p:sldLayoutId id="2147483663" r:id="rId16"/>
    <p:sldLayoutId id="2147483664" r:id="rId17"/>
    <p:sldLayoutId id="2147483665" r:id="rId18"/>
    <p:sldLayoutId id="2147483666" r:id="rId19"/>
    <p:sldLayoutId id="2147483667" r:id="rId20"/>
    <p:sldLayoutId id="2147483668" r:id="rId21"/>
    <p:sldLayoutId id="2147483669" r:id="rId22"/>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3" Type="http://schemas.openxmlformats.org/officeDocument/2006/relationships/hyperlink" Target="http://goo.gl/bVyVCS" TargetMode="External"/><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4.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3.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3.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3.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3.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3.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3.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3.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3.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3.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3.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3.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3.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3.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3.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3.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3.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3.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3.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3.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3.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3.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3.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3.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3.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3.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3.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3.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3.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3.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49.xml"/><Relationship Id="rId1" Type="http://schemas.openxmlformats.org/officeDocument/2006/relationships/slideLayout" Target="../slideLayouts/slideLayout3.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50.xml"/><Relationship Id="rId1" Type="http://schemas.openxmlformats.org/officeDocument/2006/relationships/slideLayout" Target="../slideLayouts/slideLayout3.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51.xml"/><Relationship Id="rId1" Type="http://schemas.openxmlformats.org/officeDocument/2006/relationships/slideLayout" Target="../slideLayouts/slideLayout4.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52.xml"/><Relationship Id="rId1" Type="http://schemas.openxmlformats.org/officeDocument/2006/relationships/slideLayout" Target="../slideLayouts/slideLayout3.xml"/></Relationships>
</file>

<file path=ppt/slides/_rels/slide5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53.xml"/><Relationship Id="rId1" Type="http://schemas.openxmlformats.org/officeDocument/2006/relationships/slideLayout" Target="../slideLayouts/slideLayout3.xml"/></Relationships>
</file>

<file path=ppt/slides/_rels/slide5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54.xml"/><Relationship Id="rId1" Type="http://schemas.openxmlformats.org/officeDocument/2006/relationships/slideLayout" Target="../slideLayouts/slideLayout3.xml"/></Relationships>
</file>

<file path=ppt/slides/_rels/slide55.xml.rels><?xml version="1.0" encoding="UTF-8" standalone="yes"?>
<Relationships xmlns="http://schemas.openxmlformats.org/package/2006/relationships"><Relationship Id="rId2" Type="http://schemas.openxmlformats.org/officeDocument/2006/relationships/notesSlide" Target="../notesSlides/notesSlide55.xml"/><Relationship Id="rId1" Type="http://schemas.openxmlformats.org/officeDocument/2006/relationships/slideLayout" Target="../slideLayouts/slideLayout3.xml"/></Relationships>
</file>

<file path=ppt/slides/_rels/slide5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56.xml"/><Relationship Id="rId1" Type="http://schemas.openxmlformats.org/officeDocument/2006/relationships/slideLayout" Target="../slideLayouts/slideLayout3.xml"/><Relationship Id="rId4" Type="http://schemas.openxmlformats.org/officeDocument/2006/relationships/image" Target="../media/image6.png"/></Relationships>
</file>

<file path=ppt/slides/_rels/slide57.xml.rels><?xml version="1.0" encoding="UTF-8" standalone="yes"?>
<Relationships xmlns="http://schemas.openxmlformats.org/package/2006/relationships"><Relationship Id="rId2" Type="http://schemas.openxmlformats.org/officeDocument/2006/relationships/notesSlide" Target="../notesSlides/notesSlide57.xml"/><Relationship Id="rId1" Type="http://schemas.openxmlformats.org/officeDocument/2006/relationships/slideLayout" Target="../slideLayouts/slideLayout3.xml"/></Relationships>
</file>

<file path=ppt/slides/_rels/slide58.xml.rels><?xml version="1.0" encoding="UTF-8" standalone="yes"?>
<Relationships xmlns="http://schemas.openxmlformats.org/package/2006/relationships"><Relationship Id="rId3" Type="http://schemas.openxmlformats.org/officeDocument/2006/relationships/hyperlink" Target="http://grepcode.com/file/repository.grepcode.com/java/root/jdk/openjdk/6-b14/java/util/Arrays.java#Arrays.mergeSort%28java.lang.Object%5B%5D%2Cjava.lang.Object%5B%5D%2Cint%2Cint%2Cint%29" TargetMode="External"/><Relationship Id="rId2" Type="http://schemas.openxmlformats.org/officeDocument/2006/relationships/notesSlide" Target="../notesSlides/notesSlide58.xml"/><Relationship Id="rId1" Type="http://schemas.openxmlformats.org/officeDocument/2006/relationships/slideLayout" Target="../slideLayouts/slideLayout3.xml"/></Relationships>
</file>

<file path=ppt/slides/_rels/slide59.xml.rels><?xml version="1.0" encoding="UTF-8" standalone="yes"?>
<Relationships xmlns="http://schemas.openxmlformats.org/package/2006/relationships"><Relationship Id="rId8" Type="http://schemas.openxmlformats.org/officeDocument/2006/relationships/hyperlink" Target="https://docs.google.com/presentation/d/14RfFPU3RX9iDpE4OCXlXKmtaoxZbdNdcXTGhC9dr9xQ/edit#slide=id.g12a12f5ae1_0_98" TargetMode="External"/><Relationship Id="rId3" Type="http://schemas.openxmlformats.org/officeDocument/2006/relationships/hyperlink" Target="http://algs4.cs.princeton.edu/21elementary/Selection.java.html" TargetMode="External"/><Relationship Id="rId7" Type="http://schemas.openxmlformats.org/officeDocument/2006/relationships/slide" Target="slide16.xml"/><Relationship Id="rId2" Type="http://schemas.openxmlformats.org/officeDocument/2006/relationships/notesSlide" Target="../notesSlides/notesSlide59.xml"/><Relationship Id="rId1" Type="http://schemas.openxmlformats.org/officeDocument/2006/relationships/slideLayout" Target="../slideLayouts/slideLayout3.xml"/><Relationship Id="rId6" Type="http://schemas.openxmlformats.org/officeDocument/2006/relationships/hyperlink" Target="http://algs4.cs.princeton.edu/21elementary/Insertion.java.html" TargetMode="External"/><Relationship Id="rId5" Type="http://schemas.openxmlformats.org/officeDocument/2006/relationships/hyperlink" Target="http://algs4.cs.princeton.edu/14analysis/Mergesort.java.html" TargetMode="External"/><Relationship Id="rId4" Type="http://schemas.openxmlformats.org/officeDocument/2006/relationships/hyperlink" Target="http://algs4.cs.princeton.edu/24pq/Heap.java.html" TargetMode="External"/></Relationships>
</file>

<file path=ppt/slides/_rels/slide60.xml.rels><?xml version="1.0" encoding="UTF-8" standalone="yes"?>
<Relationships xmlns="http://schemas.openxmlformats.org/package/2006/relationships"><Relationship Id="rId2" Type="http://schemas.openxmlformats.org/officeDocument/2006/relationships/notesSlide" Target="../notesSlides/notesSlide60.xml"/><Relationship Id="rId1" Type="http://schemas.openxmlformats.org/officeDocument/2006/relationships/slideLayout" Target="../slideLayouts/slideLayout4.xml"/></Relationships>
</file>

<file path=ppt/slides/_rels/slide61.xml.rels><?xml version="1.0" encoding="UTF-8" standalone="yes"?>
<Relationships xmlns="http://schemas.openxmlformats.org/package/2006/relationships"><Relationship Id="rId3" Type="http://schemas.openxmlformats.org/officeDocument/2006/relationships/hyperlink" Target="http://algs4.cs.princeton.edu/21elementary/Selection.java.html" TargetMode="External"/><Relationship Id="rId7" Type="http://schemas.openxmlformats.org/officeDocument/2006/relationships/hyperlink" Target="https://docs.google.com/presentation/d/14RfFPU3RX9iDpE4OCXlXKmtaoxZbdNdcXTGhC9dr9xQ/edit#slide=id.g12a12f5ae1_0_98" TargetMode="External"/><Relationship Id="rId2" Type="http://schemas.openxmlformats.org/officeDocument/2006/relationships/notesSlide" Target="../notesSlides/notesSlide61.xml"/><Relationship Id="rId1" Type="http://schemas.openxmlformats.org/officeDocument/2006/relationships/slideLayout" Target="../slideLayouts/slideLayout3.xml"/><Relationship Id="rId6" Type="http://schemas.openxmlformats.org/officeDocument/2006/relationships/hyperlink" Target="http://algs4.cs.princeton.edu/21elementary/Insertion.java.html" TargetMode="External"/><Relationship Id="rId5" Type="http://schemas.openxmlformats.org/officeDocument/2006/relationships/hyperlink" Target="http://algs4.cs.princeton.edu/14analysis/Mergesort.java.html" TargetMode="External"/><Relationship Id="rId4" Type="http://schemas.openxmlformats.org/officeDocument/2006/relationships/hyperlink" Target="http://algs4.cs.princeton.edu/24pq/Heap.java.html" TargetMode="External"/></Relationships>
</file>

<file path=ppt/slides/_rels/slide62.xml.rels><?xml version="1.0" encoding="UTF-8" standalone="yes"?>
<Relationships xmlns="http://schemas.openxmlformats.org/package/2006/relationships"><Relationship Id="rId2" Type="http://schemas.openxmlformats.org/officeDocument/2006/relationships/notesSlide" Target="../notesSlides/notesSlide62.xml"/><Relationship Id="rId1" Type="http://schemas.openxmlformats.org/officeDocument/2006/relationships/slideLayout" Target="../slideLayouts/slideLayout3.xml"/></Relationships>
</file>

<file path=ppt/slides/_rels/slide63.xml.rels><?xml version="1.0" encoding="UTF-8" standalone="yes"?>
<Relationships xmlns="http://schemas.openxmlformats.org/package/2006/relationships"><Relationship Id="rId3" Type="http://schemas.openxmlformats.org/officeDocument/2006/relationships/hyperlink" Target="https://www.bl.uk/voices-of-science/interviewees/tony-hoare/audio/tony-hoare-inventing-quicksort" TargetMode="External"/><Relationship Id="rId2" Type="http://schemas.openxmlformats.org/officeDocument/2006/relationships/notesSlide" Target="../notesSlides/notesSlide63.xml"/><Relationship Id="rId1" Type="http://schemas.openxmlformats.org/officeDocument/2006/relationships/slideLayout" Target="../slideLayouts/slideLayout3.xml"/><Relationship Id="rId4" Type="http://schemas.openxmlformats.org/officeDocument/2006/relationships/image" Target="../media/image7.png"/></Relationships>
</file>

<file path=ppt/slides/_rels/slide64.xml.rels><?xml version="1.0" encoding="UTF-8" standalone="yes"?>
<Relationships xmlns="http://schemas.openxmlformats.org/package/2006/relationships"><Relationship Id="rId3" Type="http://schemas.openxmlformats.org/officeDocument/2006/relationships/hyperlink" Target="https://www.bl.uk/voices-of-science/interviewees/tony-hoare/audio/tony-hoare-inventing-quicksort" TargetMode="External"/><Relationship Id="rId2" Type="http://schemas.openxmlformats.org/officeDocument/2006/relationships/notesSlide" Target="../notesSlides/notesSlide64.xml"/><Relationship Id="rId1" Type="http://schemas.openxmlformats.org/officeDocument/2006/relationships/slideLayout" Target="../slideLayouts/slideLayout3.xml"/></Relationships>
</file>

<file path=ppt/slides/_rels/slide65.xml.rels><?xml version="1.0" encoding="UTF-8" standalone="yes"?>
<Relationships xmlns="http://schemas.openxmlformats.org/package/2006/relationships"><Relationship Id="rId2" Type="http://schemas.openxmlformats.org/officeDocument/2006/relationships/notesSlide" Target="../notesSlides/notesSlide65.xml"/><Relationship Id="rId1" Type="http://schemas.openxmlformats.org/officeDocument/2006/relationships/slideLayout" Target="../slideLayouts/slideLayout3.xml"/></Relationships>
</file>

<file path=ppt/slides/_rels/slide66.xml.rels><?xml version="1.0" encoding="UTF-8" standalone="yes"?>
<Relationships xmlns="http://schemas.openxmlformats.org/package/2006/relationships"><Relationship Id="rId2" Type="http://schemas.openxmlformats.org/officeDocument/2006/relationships/notesSlide" Target="../notesSlides/notesSlide66.xml"/><Relationship Id="rId1" Type="http://schemas.openxmlformats.org/officeDocument/2006/relationships/slideLayout" Target="../slideLayouts/slideLayout3.xml"/></Relationships>
</file>

<file path=ppt/slides/_rels/slide67.xml.rels><?xml version="1.0" encoding="UTF-8" standalone="yes"?>
<Relationships xmlns="http://schemas.openxmlformats.org/package/2006/relationships"><Relationship Id="rId2" Type="http://schemas.openxmlformats.org/officeDocument/2006/relationships/notesSlide" Target="../notesSlides/notesSlide67.xml"/><Relationship Id="rId1" Type="http://schemas.openxmlformats.org/officeDocument/2006/relationships/slideLayout" Target="../slideLayouts/slideLayout3.xml"/></Relationships>
</file>

<file path=ppt/slides/_rels/slide68.xml.rels><?xml version="1.0" encoding="UTF-8" standalone="yes"?>
<Relationships xmlns="http://schemas.openxmlformats.org/package/2006/relationships"><Relationship Id="rId2" Type="http://schemas.openxmlformats.org/officeDocument/2006/relationships/notesSlide" Target="../notesSlides/notesSlide68.xml"/><Relationship Id="rId1" Type="http://schemas.openxmlformats.org/officeDocument/2006/relationships/slideLayout" Target="../slideLayouts/slideLayout4.xml"/></Relationships>
</file>

<file path=ppt/slides/_rels/slide69.xml.rels><?xml version="1.0" encoding="UTF-8" standalone="yes"?>
<Relationships xmlns="http://schemas.openxmlformats.org/package/2006/relationships"><Relationship Id="rId2" Type="http://schemas.openxmlformats.org/officeDocument/2006/relationships/notesSlide" Target="../notesSlides/notesSlide69.xml"/><Relationship Id="rId1" Type="http://schemas.openxmlformats.org/officeDocument/2006/relationships/slideLayout" Target="../slideLayouts/slideLayout3.xml"/></Relationships>
</file>

<file path=ppt/slides/_rels/slide70.xml.rels><?xml version="1.0" encoding="UTF-8" standalone="yes"?>
<Relationships xmlns="http://schemas.openxmlformats.org/package/2006/relationships"><Relationship Id="rId2" Type="http://schemas.openxmlformats.org/officeDocument/2006/relationships/notesSlide" Target="../notesSlides/notesSlide70.xml"/><Relationship Id="rId1" Type="http://schemas.openxmlformats.org/officeDocument/2006/relationships/slideLayout" Target="../slideLayouts/slideLayout3.xml"/></Relationships>
</file>

<file path=ppt/slides/_rels/slide71.xml.rels><?xml version="1.0" encoding="UTF-8" standalone="yes"?>
<Relationships xmlns="http://schemas.openxmlformats.org/package/2006/relationships"><Relationship Id="rId2" Type="http://schemas.openxmlformats.org/officeDocument/2006/relationships/notesSlide" Target="../notesSlides/notesSlide71.xml"/><Relationship Id="rId1" Type="http://schemas.openxmlformats.org/officeDocument/2006/relationships/slideLayout" Target="../slideLayouts/slideLayout3.xml"/></Relationships>
</file>

<file path=ppt/slides/_rels/slide72.xml.rels><?xml version="1.0" encoding="UTF-8" standalone="yes"?>
<Relationships xmlns="http://schemas.openxmlformats.org/package/2006/relationships"><Relationship Id="rId2" Type="http://schemas.openxmlformats.org/officeDocument/2006/relationships/notesSlide" Target="../notesSlides/notesSlide72.xml"/><Relationship Id="rId1" Type="http://schemas.openxmlformats.org/officeDocument/2006/relationships/slideLayout" Target="../slideLayouts/slideLayout3.xml"/></Relationships>
</file>

<file path=ppt/slides/_rels/slide73.xml.rels><?xml version="1.0" encoding="UTF-8" standalone="yes"?>
<Relationships xmlns="http://schemas.openxmlformats.org/package/2006/relationships"><Relationship Id="rId2" Type="http://schemas.openxmlformats.org/officeDocument/2006/relationships/notesSlide" Target="../notesSlides/notesSlide73.xml"/><Relationship Id="rId1" Type="http://schemas.openxmlformats.org/officeDocument/2006/relationships/slideLayout" Target="../slideLayouts/slideLayout3.xml"/></Relationships>
</file>

<file path=ppt/slides/_rels/slide74.xml.rels><?xml version="1.0" encoding="UTF-8" standalone="yes"?>
<Relationships xmlns="http://schemas.openxmlformats.org/package/2006/relationships"><Relationship Id="rId2" Type="http://schemas.openxmlformats.org/officeDocument/2006/relationships/notesSlide" Target="../notesSlides/notesSlide74.xml"/><Relationship Id="rId1" Type="http://schemas.openxmlformats.org/officeDocument/2006/relationships/slideLayout" Target="../slideLayouts/slideLayout3.xml"/></Relationships>
</file>

<file path=ppt/slides/_rels/slide75.xml.rels><?xml version="1.0" encoding="UTF-8" standalone="yes"?>
<Relationships xmlns="http://schemas.openxmlformats.org/package/2006/relationships"><Relationship Id="rId3" Type="http://schemas.openxmlformats.org/officeDocument/2006/relationships/hyperlink" Target="https://docs.google.com/presentation/d/1QjAs-zx1i0_XWlLqsKtexb-iueao9jNLkN-gW9QxAD0/edit#slide=id.g12aaf29688_0_307" TargetMode="External"/><Relationship Id="rId2" Type="http://schemas.openxmlformats.org/officeDocument/2006/relationships/notesSlide" Target="../notesSlides/notesSlide75.xml"/><Relationship Id="rId1" Type="http://schemas.openxmlformats.org/officeDocument/2006/relationships/slideLayout" Target="../slideLayouts/slideLayout3.xml"/></Relationships>
</file>

<file path=ppt/slides/_rels/slide76.xml.rels><?xml version="1.0" encoding="UTF-8" standalone="yes"?>
<Relationships xmlns="http://schemas.openxmlformats.org/package/2006/relationships"><Relationship Id="rId2" Type="http://schemas.openxmlformats.org/officeDocument/2006/relationships/notesSlide" Target="../notesSlides/notesSlide76.xml"/><Relationship Id="rId1" Type="http://schemas.openxmlformats.org/officeDocument/2006/relationships/slideLayout" Target="../slideLayouts/slideLayout3.xml"/></Relationships>
</file>

<file path=ppt/slides/_rels/slide77.xml.rels><?xml version="1.0" encoding="UTF-8" standalone="yes"?>
<Relationships xmlns="http://schemas.openxmlformats.org/package/2006/relationships"><Relationship Id="rId2" Type="http://schemas.openxmlformats.org/officeDocument/2006/relationships/notesSlide" Target="../notesSlides/notesSlide77.xml"/><Relationship Id="rId1" Type="http://schemas.openxmlformats.org/officeDocument/2006/relationships/slideLayout" Target="../slideLayouts/slideLayout3.xml"/></Relationships>
</file>

<file path=ppt/slides/_rels/slide78.xml.rels><?xml version="1.0" encoding="UTF-8" standalone="yes"?>
<Relationships xmlns="http://schemas.openxmlformats.org/package/2006/relationships"><Relationship Id="rId2" Type="http://schemas.openxmlformats.org/officeDocument/2006/relationships/notesSlide" Target="../notesSlides/notesSlide78.xml"/><Relationship Id="rId1" Type="http://schemas.openxmlformats.org/officeDocument/2006/relationships/slideLayout" Target="../slideLayouts/slideLayout4.xml"/></Relationships>
</file>

<file path=ppt/slides/_rels/slide79.xml.rels><?xml version="1.0" encoding="UTF-8" standalone="yes"?>
<Relationships xmlns="http://schemas.openxmlformats.org/package/2006/relationships"><Relationship Id="rId2" Type="http://schemas.openxmlformats.org/officeDocument/2006/relationships/notesSlide" Target="../notesSlides/notesSlide79.xml"/><Relationship Id="rId1" Type="http://schemas.openxmlformats.org/officeDocument/2006/relationships/slideLayout" Target="../slideLayouts/slideLayout3.xml"/></Relationships>
</file>

<file path=ppt/slides/_rels/slide80.xml.rels><?xml version="1.0" encoding="UTF-8" standalone="yes"?>
<Relationships xmlns="http://schemas.openxmlformats.org/package/2006/relationships"><Relationship Id="rId2" Type="http://schemas.openxmlformats.org/officeDocument/2006/relationships/notesSlide" Target="../notesSlides/notesSlide80.xml"/><Relationship Id="rId1" Type="http://schemas.openxmlformats.org/officeDocument/2006/relationships/slideLayout" Target="../slideLayouts/slideLayout3.xml"/></Relationships>
</file>

<file path=ppt/slides/_rels/slide81.xml.rels><?xml version="1.0" encoding="UTF-8" standalone="yes"?>
<Relationships xmlns="http://schemas.openxmlformats.org/package/2006/relationships"><Relationship Id="rId2" Type="http://schemas.openxmlformats.org/officeDocument/2006/relationships/notesSlide" Target="../notesSlides/notesSlide81.xml"/><Relationship Id="rId1" Type="http://schemas.openxmlformats.org/officeDocument/2006/relationships/slideLayout" Target="../slideLayouts/slideLayout3.xml"/></Relationships>
</file>

<file path=ppt/slides/_rels/slide82.xml.rels><?xml version="1.0" encoding="UTF-8" standalone="yes"?>
<Relationships xmlns="http://schemas.openxmlformats.org/package/2006/relationships"><Relationship Id="rId2" Type="http://schemas.openxmlformats.org/officeDocument/2006/relationships/notesSlide" Target="../notesSlides/notesSlide82.xml"/><Relationship Id="rId1" Type="http://schemas.openxmlformats.org/officeDocument/2006/relationships/slideLayout" Target="../slideLayouts/slideLayout3.xml"/></Relationships>
</file>

<file path=ppt/slides/_rels/slide83.xml.rels><?xml version="1.0" encoding="UTF-8" standalone="yes"?>
<Relationships xmlns="http://schemas.openxmlformats.org/package/2006/relationships"><Relationship Id="rId2" Type="http://schemas.openxmlformats.org/officeDocument/2006/relationships/notesSlide" Target="../notesSlides/notesSlide83.xml"/><Relationship Id="rId1" Type="http://schemas.openxmlformats.org/officeDocument/2006/relationships/slideLayout" Target="../slideLayouts/slideLayout3.xml"/></Relationships>
</file>

<file path=ppt/slides/_rels/slide84.xml.rels><?xml version="1.0" encoding="UTF-8" standalone="yes"?>
<Relationships xmlns="http://schemas.openxmlformats.org/package/2006/relationships"><Relationship Id="rId2" Type="http://schemas.openxmlformats.org/officeDocument/2006/relationships/notesSlide" Target="../notesSlides/notesSlide84.xml"/><Relationship Id="rId1" Type="http://schemas.openxmlformats.org/officeDocument/2006/relationships/slideLayout" Target="../slideLayouts/slideLayout3.xml"/></Relationships>
</file>

<file path=ppt/slides/_rels/slide85.xml.rels><?xml version="1.0" encoding="UTF-8" standalone="yes"?>
<Relationships xmlns="http://schemas.openxmlformats.org/package/2006/relationships"><Relationship Id="rId2" Type="http://schemas.openxmlformats.org/officeDocument/2006/relationships/notesSlide" Target="../notesSlides/notesSlide85.xml"/><Relationship Id="rId1" Type="http://schemas.openxmlformats.org/officeDocument/2006/relationships/slideLayout" Target="../slideLayouts/slideLayout3.xml"/></Relationships>
</file>

<file path=ppt/slides/_rels/slide86.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86.xml"/><Relationship Id="rId1" Type="http://schemas.openxmlformats.org/officeDocument/2006/relationships/slideLayout" Target="../slideLayouts/slideLayout3.xml"/></Relationships>
</file>

<file path=ppt/slides/_rels/slide87.xml.rels><?xml version="1.0" encoding="UTF-8" standalone="yes"?>
<Relationships xmlns="http://schemas.openxmlformats.org/package/2006/relationships"><Relationship Id="rId3" Type="http://schemas.openxmlformats.org/officeDocument/2006/relationships/hyperlink" Target="http://www.informit.com/articles/article.aspx?p=2017754&amp;seqNum=7" TargetMode="External"/><Relationship Id="rId2" Type="http://schemas.openxmlformats.org/officeDocument/2006/relationships/notesSlide" Target="../notesSlides/notesSlide87.xml"/><Relationship Id="rId1" Type="http://schemas.openxmlformats.org/officeDocument/2006/relationships/slideLayout" Target="../slideLayouts/slideLayout3.xml"/><Relationship Id="rId5" Type="http://schemas.openxmlformats.org/officeDocument/2006/relationships/image" Target="../media/image10.png"/><Relationship Id="rId4" Type="http://schemas.openxmlformats.org/officeDocument/2006/relationships/image" Target="../media/image9.png"/></Relationships>
</file>

<file path=ppt/slides/_rels/slide88.xml.rels><?xml version="1.0" encoding="UTF-8" standalone="yes"?>
<Relationships xmlns="http://schemas.openxmlformats.org/package/2006/relationships"><Relationship Id="rId2" Type="http://schemas.openxmlformats.org/officeDocument/2006/relationships/notesSlide" Target="../notesSlides/notesSlide88.xml"/><Relationship Id="rId1" Type="http://schemas.openxmlformats.org/officeDocument/2006/relationships/slideLayout" Target="../slideLayouts/slideLayout3.xml"/></Relationships>
</file>

<file path=ppt/slides/_rels/slide89.xml.rels><?xml version="1.0" encoding="UTF-8" standalone="yes"?>
<Relationships xmlns="http://schemas.openxmlformats.org/package/2006/relationships"><Relationship Id="rId2" Type="http://schemas.openxmlformats.org/officeDocument/2006/relationships/notesSlide" Target="../notesSlides/notesSlide89.xml"/><Relationship Id="rId1" Type="http://schemas.openxmlformats.org/officeDocument/2006/relationships/slideLayout" Target="../slideLayouts/slideLayout3.xml"/></Relationships>
</file>

<file path=ppt/slides/_rels/slide90.xml.rels><?xml version="1.0" encoding="UTF-8" standalone="yes"?>
<Relationships xmlns="http://schemas.openxmlformats.org/package/2006/relationships"><Relationship Id="rId2" Type="http://schemas.openxmlformats.org/officeDocument/2006/relationships/notesSlide" Target="../notesSlides/notesSlide90.xml"/><Relationship Id="rId1" Type="http://schemas.openxmlformats.org/officeDocument/2006/relationships/slideLayout" Target="../slideLayouts/slideLayout4.xml"/></Relationships>
</file>

<file path=ppt/slides/_rels/slide91.xml.rels><?xml version="1.0" encoding="UTF-8" standalone="yes"?>
<Relationships xmlns="http://schemas.openxmlformats.org/package/2006/relationships"><Relationship Id="rId2" Type="http://schemas.openxmlformats.org/officeDocument/2006/relationships/notesSlide" Target="../notesSlides/notesSlide91.xml"/><Relationship Id="rId1" Type="http://schemas.openxmlformats.org/officeDocument/2006/relationships/slideLayout" Target="../slideLayouts/slideLayout3.xml"/></Relationships>
</file>

<file path=ppt/slides/_rels/slide92.xml.rels><?xml version="1.0" encoding="UTF-8" standalone="yes"?>
<Relationships xmlns="http://schemas.openxmlformats.org/package/2006/relationships"><Relationship Id="rId2" Type="http://schemas.openxmlformats.org/officeDocument/2006/relationships/notesSlide" Target="../notesSlides/notesSlide92.xml"/><Relationship Id="rId1" Type="http://schemas.openxmlformats.org/officeDocument/2006/relationships/slideLayout" Target="../slideLayouts/slideLayout3.xml"/></Relationships>
</file>

<file path=ppt/slides/_rels/slide93.xml.rels><?xml version="1.0" encoding="UTF-8" standalone="yes"?>
<Relationships xmlns="http://schemas.openxmlformats.org/package/2006/relationships"><Relationship Id="rId2" Type="http://schemas.openxmlformats.org/officeDocument/2006/relationships/notesSlide" Target="../notesSlides/notesSlide93.xml"/><Relationship Id="rId1" Type="http://schemas.openxmlformats.org/officeDocument/2006/relationships/slideLayout" Target="../slideLayouts/slideLayout3.xml"/></Relationships>
</file>

<file path=ppt/slides/_rels/slide94.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94.xml"/><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143"/>
        <p:cNvGrpSpPr/>
        <p:nvPr/>
      </p:nvGrpSpPr>
      <p:grpSpPr>
        <a:xfrm>
          <a:off x="0" y="0"/>
          <a:ext cx="0" cy="0"/>
          <a:chOff x="0" y="0"/>
          <a:chExt cx="0" cy="0"/>
        </a:xfrm>
      </p:grpSpPr>
      <p:sp>
        <p:nvSpPr>
          <p:cNvPr id="144" name="Google Shape;144;p24"/>
          <p:cNvSpPr txBox="1">
            <a:spLocks noGrp="1"/>
          </p:cNvSpPr>
          <p:nvPr>
            <p:ph type="ctrTitle"/>
          </p:nvPr>
        </p:nvSpPr>
        <p:spPr>
          <a:xfrm>
            <a:off x="311700" y="1658975"/>
            <a:ext cx="8709600" cy="20526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sz="3600">
                <a:solidFill>
                  <a:schemeClr val="accent3"/>
                </a:solidFill>
              </a:rPr>
              <a:t>Insertion Sort and Quicksort</a:t>
            </a:r>
            <a:endParaRPr sz="3600">
              <a:solidFill>
                <a:schemeClr val="accent3"/>
              </a:solidFill>
            </a:endParaRPr>
          </a:p>
        </p:txBody>
      </p:sp>
      <p:sp>
        <p:nvSpPr>
          <p:cNvPr id="145" name="Google Shape;145;p24"/>
          <p:cNvSpPr txBox="1"/>
          <p:nvPr/>
        </p:nvSpPr>
        <p:spPr>
          <a:xfrm>
            <a:off x="345775" y="2740300"/>
            <a:ext cx="2762700" cy="2823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200">
                <a:solidFill>
                  <a:srgbClr val="BF9000"/>
                </a:solidFill>
                <a:latin typeface="Roboto Medium"/>
                <a:ea typeface="Roboto Medium"/>
                <a:cs typeface="Roboto Medium"/>
                <a:sym typeface="Roboto Medium"/>
              </a:rPr>
              <a:t>Lecture 30 (Sorting 2)</a:t>
            </a:r>
            <a:endParaRPr sz="1200">
              <a:solidFill>
                <a:srgbClr val="BF9000"/>
              </a:solidFill>
              <a:latin typeface="Roboto Medium"/>
              <a:ea typeface="Roboto Medium"/>
              <a:cs typeface="Roboto Medium"/>
              <a:sym typeface="Roboto Medium"/>
            </a:endParaRPr>
          </a:p>
        </p:txBody>
      </p:sp>
      <p:sp>
        <p:nvSpPr>
          <p:cNvPr id="146" name="Google Shape;146;p24"/>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t>1</a:t>
            </a:fld>
            <a:endParaRPr/>
          </a:p>
        </p:txBody>
      </p:sp>
      <p:sp>
        <p:nvSpPr>
          <p:cNvPr id="147" name="Google Shape;147;p24"/>
          <p:cNvSpPr txBox="1"/>
          <p:nvPr/>
        </p:nvSpPr>
        <p:spPr>
          <a:xfrm>
            <a:off x="311700" y="3854350"/>
            <a:ext cx="8520600" cy="658500"/>
          </a:xfrm>
          <a:prstGeom prst="rect">
            <a:avLst/>
          </a:prstGeom>
          <a:noFill/>
          <a:ln>
            <a:noFill/>
          </a:ln>
        </p:spPr>
        <p:txBody>
          <a:bodyPr spcFirstLastPara="1" wrap="square" lIns="91425" tIns="91425" rIns="91425" bIns="91425" anchor="t" anchorCtr="0">
            <a:noAutofit/>
          </a:bodyPr>
          <a:lstStyle/>
          <a:p>
            <a:pPr marL="0" lvl="0" indent="0" algn="l" rtl="0">
              <a:spcBef>
                <a:spcPts val="600"/>
              </a:spcBef>
              <a:spcAft>
                <a:spcPts val="0"/>
              </a:spcAft>
              <a:buNone/>
            </a:pPr>
            <a:r>
              <a:rPr lang="en" sz="1600">
                <a:latin typeface="Roboto Medium"/>
                <a:ea typeface="Roboto Medium"/>
                <a:cs typeface="Roboto Medium"/>
                <a:sym typeface="Roboto Medium"/>
              </a:rPr>
              <a:t>CS61B, Fall</a:t>
            </a:r>
            <a:r>
              <a:rPr lang="en" sz="1600">
                <a:solidFill>
                  <a:srgbClr val="000000"/>
                </a:solidFill>
                <a:latin typeface="Roboto Medium"/>
                <a:ea typeface="Roboto Medium"/>
                <a:cs typeface="Roboto Medium"/>
                <a:sym typeface="Roboto Medium"/>
              </a:rPr>
              <a:t> 202</a:t>
            </a:r>
            <a:r>
              <a:rPr lang="en" sz="1600">
                <a:latin typeface="Roboto Medium"/>
                <a:ea typeface="Roboto Medium"/>
                <a:cs typeface="Roboto Medium"/>
                <a:sym typeface="Roboto Medium"/>
              </a:rPr>
              <a:t>3</a:t>
            </a:r>
            <a:r>
              <a:rPr lang="en" sz="1600">
                <a:solidFill>
                  <a:srgbClr val="000000"/>
                </a:solidFill>
                <a:latin typeface="Roboto Medium"/>
                <a:ea typeface="Roboto Medium"/>
                <a:cs typeface="Roboto Medium"/>
                <a:sym typeface="Roboto Medium"/>
              </a:rPr>
              <a:t> @ UC Berkeley</a:t>
            </a:r>
            <a:endParaRPr sz="1600">
              <a:solidFill>
                <a:srgbClr val="000000"/>
              </a:solidFill>
              <a:latin typeface="Roboto Medium"/>
              <a:ea typeface="Roboto Medium"/>
              <a:cs typeface="Roboto Medium"/>
              <a:sym typeface="Roboto Medium"/>
            </a:endParaRPr>
          </a:p>
          <a:p>
            <a:pPr marL="0" lvl="0" indent="0" algn="l" rtl="0">
              <a:spcBef>
                <a:spcPts val="600"/>
              </a:spcBef>
              <a:spcAft>
                <a:spcPts val="0"/>
              </a:spcAft>
              <a:buNone/>
            </a:pPr>
            <a:r>
              <a:rPr lang="en" sz="1600">
                <a:latin typeface="Roboto Light"/>
                <a:ea typeface="Roboto Light"/>
                <a:cs typeface="Roboto Light"/>
                <a:sym typeface="Roboto Light"/>
              </a:rPr>
              <a:t>Slides credit: </a:t>
            </a:r>
            <a:r>
              <a:rPr lang="en" sz="1600">
                <a:solidFill>
                  <a:srgbClr val="000000"/>
                </a:solidFill>
                <a:latin typeface="Roboto Light"/>
                <a:ea typeface="Roboto Light"/>
                <a:cs typeface="Roboto Light"/>
                <a:sym typeface="Roboto Light"/>
              </a:rPr>
              <a:t>Josh Hug</a:t>
            </a:r>
            <a:endParaRPr sz="1600">
              <a:solidFill>
                <a:srgbClr val="000000"/>
              </a:solidFill>
              <a:latin typeface="Roboto Light"/>
              <a:ea typeface="Roboto Light"/>
              <a:cs typeface="Roboto Light"/>
              <a:sym typeface="Roboto Light"/>
            </a:endParaRPr>
          </a:p>
        </p:txBody>
      </p:sp>
      <p:pic>
        <p:nvPicPr>
          <p:cNvPr id="148" name="Google Shape;148;p24"/>
          <p:cNvPicPr preferRelativeResize="0"/>
          <p:nvPr/>
        </p:nvPicPr>
        <p:blipFill>
          <a:blip r:embed="rId3">
            <a:alphaModFix/>
          </a:blip>
          <a:stretch>
            <a:fillRect/>
          </a:stretch>
        </p:blipFill>
        <p:spPr>
          <a:xfrm>
            <a:off x="6696800" y="424775"/>
            <a:ext cx="1786225" cy="2089525"/>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52"/>
        <p:cNvGrpSpPr/>
        <p:nvPr/>
      </p:nvGrpSpPr>
      <p:grpSpPr>
        <a:xfrm>
          <a:off x="0" y="0"/>
          <a:ext cx="0" cy="0"/>
          <a:chOff x="0" y="0"/>
          <a:chExt cx="0" cy="0"/>
        </a:xfrm>
      </p:grpSpPr>
      <p:sp>
        <p:nvSpPr>
          <p:cNvPr id="153" name="Google Shape;153;p25"/>
          <p:cNvSpPr txBox="1">
            <a:spLocks noGrp="1"/>
          </p:cNvSpPr>
          <p:nvPr>
            <p:ph type="body" idx="1"/>
          </p:nvPr>
        </p:nvSpPr>
        <p:spPr>
          <a:xfrm>
            <a:off x="4812375" y="402198"/>
            <a:ext cx="3999900" cy="4260900"/>
          </a:xfrm>
          <a:prstGeom prst="rect">
            <a:avLst/>
          </a:prstGeom>
        </p:spPr>
        <p:txBody>
          <a:bodyPr spcFirstLastPara="1" wrap="square" lIns="91425" tIns="91425" rIns="91425" bIns="91425" anchor="ctr" anchorCtr="0">
            <a:noAutofit/>
          </a:bodyPr>
          <a:lstStyle/>
          <a:p>
            <a:pPr marL="0" lvl="0" indent="0" algn="l" rtl="0">
              <a:spcBef>
                <a:spcPts val="600"/>
              </a:spcBef>
              <a:spcAft>
                <a:spcPts val="0"/>
              </a:spcAft>
              <a:buNone/>
            </a:pPr>
            <a:r>
              <a:rPr lang="en" b="1">
                <a:solidFill>
                  <a:schemeClr val="accent3"/>
                </a:solidFill>
                <a:latin typeface="Roboto"/>
                <a:ea typeface="Roboto"/>
                <a:cs typeface="Roboto"/>
                <a:sym typeface="Roboto"/>
              </a:rPr>
              <a:t>Insertion Sort</a:t>
            </a:r>
            <a:endParaRPr b="1">
              <a:solidFill>
                <a:schemeClr val="accent3"/>
              </a:solidFill>
              <a:latin typeface="Roboto"/>
              <a:ea typeface="Roboto"/>
              <a:cs typeface="Roboto"/>
              <a:sym typeface="Roboto"/>
            </a:endParaRPr>
          </a:p>
          <a:p>
            <a:pPr marL="457200" lvl="0" indent="-342900" algn="l" rtl="0">
              <a:spcBef>
                <a:spcPts val="600"/>
              </a:spcBef>
              <a:spcAft>
                <a:spcPts val="0"/>
              </a:spcAft>
              <a:buClr>
                <a:schemeClr val="accent3"/>
              </a:buClr>
              <a:buSzPts val="1800"/>
              <a:buFont typeface="Roboto"/>
              <a:buChar char="•"/>
            </a:pPr>
            <a:r>
              <a:rPr lang="en" b="1">
                <a:solidFill>
                  <a:schemeClr val="accent3"/>
                </a:solidFill>
                <a:latin typeface="Roboto"/>
                <a:ea typeface="Roboto"/>
                <a:cs typeface="Roboto"/>
                <a:sym typeface="Roboto"/>
              </a:rPr>
              <a:t>Naive Insertion Sort</a:t>
            </a:r>
            <a:endParaRPr b="1">
              <a:solidFill>
                <a:schemeClr val="accent3"/>
              </a:solidFill>
              <a:latin typeface="Roboto"/>
              <a:ea typeface="Roboto"/>
              <a:cs typeface="Roboto"/>
              <a:sym typeface="Roboto"/>
            </a:endParaRPr>
          </a:p>
          <a:p>
            <a:pPr marL="457200" lvl="0" indent="-342900" algn="l" rtl="0">
              <a:spcBef>
                <a:spcPts val="0"/>
              </a:spcBef>
              <a:spcAft>
                <a:spcPts val="0"/>
              </a:spcAft>
              <a:buSzPts val="1800"/>
              <a:buChar char="•"/>
            </a:pPr>
            <a:r>
              <a:rPr lang="en"/>
              <a:t>In-Place Insertion Sort</a:t>
            </a:r>
            <a:endParaRPr/>
          </a:p>
          <a:p>
            <a:pPr marL="457200" lvl="0" indent="-342900" algn="l" rtl="0">
              <a:spcBef>
                <a:spcPts val="0"/>
              </a:spcBef>
              <a:spcAft>
                <a:spcPts val="0"/>
              </a:spcAft>
              <a:buSzPts val="1800"/>
              <a:buChar char="•"/>
            </a:pPr>
            <a:r>
              <a:rPr lang="en"/>
              <a:t>Insertion Sort Runtime</a:t>
            </a:r>
            <a:endParaRPr/>
          </a:p>
          <a:p>
            <a:pPr marL="0" lvl="0" indent="0" algn="l" rtl="0">
              <a:spcBef>
                <a:spcPts val="600"/>
              </a:spcBef>
              <a:spcAft>
                <a:spcPts val="0"/>
              </a:spcAft>
              <a:buNone/>
            </a:pPr>
            <a:r>
              <a:rPr lang="en"/>
              <a:t>Quicksort</a:t>
            </a:r>
            <a:endParaRPr b="1">
              <a:solidFill>
                <a:schemeClr val="accent3"/>
              </a:solidFill>
              <a:latin typeface="Roboto"/>
              <a:ea typeface="Roboto"/>
              <a:cs typeface="Roboto"/>
              <a:sym typeface="Roboto"/>
            </a:endParaRPr>
          </a:p>
          <a:p>
            <a:pPr marL="457200" lvl="0" indent="-342900" algn="l" rtl="0">
              <a:spcBef>
                <a:spcPts val="600"/>
              </a:spcBef>
              <a:spcAft>
                <a:spcPts val="0"/>
              </a:spcAft>
              <a:buSzPts val="1800"/>
              <a:buChar char="•"/>
            </a:pPr>
            <a:r>
              <a:rPr lang="en"/>
              <a:t>Quicksort Backstory,</a:t>
            </a:r>
            <a:br>
              <a:rPr lang="en"/>
            </a:br>
            <a:r>
              <a:rPr lang="en"/>
              <a:t>Partitioning</a:t>
            </a:r>
            <a:endParaRPr/>
          </a:p>
          <a:p>
            <a:pPr marL="457200" lvl="0" indent="-342900" algn="l" rtl="0">
              <a:spcBef>
                <a:spcPts val="0"/>
              </a:spcBef>
              <a:spcAft>
                <a:spcPts val="0"/>
              </a:spcAft>
              <a:buSzPts val="1800"/>
              <a:buChar char="•"/>
            </a:pPr>
            <a:r>
              <a:rPr lang="en"/>
              <a:t>Quicksort</a:t>
            </a:r>
            <a:endParaRPr/>
          </a:p>
          <a:p>
            <a:pPr marL="0" lvl="0" indent="0" algn="l" rtl="0">
              <a:spcBef>
                <a:spcPts val="600"/>
              </a:spcBef>
              <a:spcAft>
                <a:spcPts val="0"/>
              </a:spcAft>
              <a:buNone/>
            </a:pPr>
            <a:r>
              <a:rPr lang="en"/>
              <a:t>Quicksort Performance</a:t>
            </a:r>
            <a:endParaRPr/>
          </a:p>
          <a:p>
            <a:pPr marL="457200" lvl="0" indent="-342900" algn="l" rtl="0">
              <a:spcBef>
                <a:spcPts val="600"/>
              </a:spcBef>
              <a:spcAft>
                <a:spcPts val="0"/>
              </a:spcAft>
              <a:buSzPts val="1800"/>
              <a:buChar char="•"/>
            </a:pPr>
            <a:r>
              <a:rPr lang="en"/>
              <a:t>Quicksort Runtime Analysis</a:t>
            </a:r>
            <a:endParaRPr/>
          </a:p>
          <a:p>
            <a:pPr marL="457200" lvl="0" indent="-342900" algn="l" rtl="0">
              <a:spcBef>
                <a:spcPts val="0"/>
              </a:spcBef>
              <a:spcAft>
                <a:spcPts val="0"/>
              </a:spcAft>
              <a:buSzPts val="1800"/>
              <a:buChar char="•"/>
            </a:pPr>
            <a:r>
              <a:rPr lang="en"/>
              <a:t>Avoiding Quicksort Worst Case</a:t>
            </a:r>
            <a:endParaRPr/>
          </a:p>
        </p:txBody>
      </p:sp>
      <p:sp>
        <p:nvSpPr>
          <p:cNvPr id="154" name="Google Shape;154;p25"/>
          <p:cNvSpPr txBox="1">
            <a:spLocks noGrp="1"/>
          </p:cNvSpPr>
          <p:nvPr>
            <p:ph type="subTitle" idx="2"/>
          </p:nvPr>
        </p:nvSpPr>
        <p:spPr>
          <a:xfrm>
            <a:off x="177925" y="4068000"/>
            <a:ext cx="4158000" cy="393600"/>
          </a:xfrm>
          <a:prstGeom prst="rect">
            <a:avLst/>
          </a:prstGeom>
        </p:spPr>
        <p:txBody>
          <a:bodyPr spcFirstLastPara="1" wrap="square" lIns="91425" tIns="91425" rIns="91425" bIns="91425" anchor="ctr" anchorCtr="0">
            <a:noAutofit/>
          </a:bodyPr>
          <a:lstStyle/>
          <a:p>
            <a:pPr marL="0" lvl="0" indent="0" algn="l" rtl="0">
              <a:spcBef>
                <a:spcPts val="600"/>
              </a:spcBef>
              <a:spcAft>
                <a:spcPts val="0"/>
              </a:spcAft>
              <a:buNone/>
            </a:pPr>
            <a:r>
              <a:rPr lang="en"/>
              <a:t>Lecture 30, CS61B, Fall 2023</a:t>
            </a:r>
            <a:endParaRPr/>
          </a:p>
        </p:txBody>
      </p:sp>
      <p:sp>
        <p:nvSpPr>
          <p:cNvPr id="155" name="Google Shape;155;p25"/>
          <p:cNvSpPr txBox="1">
            <a:spLocks noGrp="1"/>
          </p:cNvSpPr>
          <p:nvPr>
            <p:ph type="title"/>
          </p:nvPr>
        </p:nvSpPr>
        <p:spPr>
          <a:xfrm>
            <a:off x="177925" y="2003300"/>
            <a:ext cx="4038000" cy="20379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a:t>Naive Insertion Sort</a:t>
            </a:r>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59"/>
        <p:cNvGrpSpPr/>
        <p:nvPr/>
      </p:nvGrpSpPr>
      <p:grpSpPr>
        <a:xfrm>
          <a:off x="0" y="0"/>
          <a:ext cx="0" cy="0"/>
          <a:chOff x="0" y="0"/>
          <a:chExt cx="0" cy="0"/>
        </a:xfrm>
      </p:grpSpPr>
      <p:sp>
        <p:nvSpPr>
          <p:cNvPr id="160" name="Google Shape;160;p26"/>
          <p:cNvSpPr txBox="1">
            <a:spLocks noGrp="1"/>
          </p:cNvSpPr>
          <p:nvPr>
            <p:ph type="title"/>
          </p:nvPr>
        </p:nvSpPr>
        <p:spPr>
          <a:xfrm>
            <a:off x="0" y="0"/>
            <a:ext cx="8520600" cy="3936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Insertion Sort</a:t>
            </a:r>
            <a:endParaRPr/>
          </a:p>
        </p:txBody>
      </p:sp>
      <p:sp>
        <p:nvSpPr>
          <p:cNvPr id="161" name="Google Shape;161;p26"/>
          <p:cNvSpPr txBox="1">
            <a:spLocks noGrp="1"/>
          </p:cNvSpPr>
          <p:nvPr>
            <p:ph type="body" idx="1"/>
          </p:nvPr>
        </p:nvSpPr>
        <p:spPr>
          <a:xfrm>
            <a:off x="107044" y="402200"/>
            <a:ext cx="8520600" cy="3416400"/>
          </a:xfrm>
          <a:prstGeom prst="rect">
            <a:avLst/>
          </a:prstGeom>
        </p:spPr>
        <p:txBody>
          <a:bodyPr spcFirstLastPara="1" wrap="square" lIns="91425" tIns="91425" rIns="91425" bIns="91425" anchor="t" anchorCtr="0">
            <a:noAutofit/>
          </a:bodyPr>
          <a:lstStyle/>
          <a:p>
            <a:pPr marL="0" lvl="0" indent="0" algn="l" rtl="0">
              <a:spcBef>
                <a:spcPts val="600"/>
              </a:spcBef>
              <a:spcAft>
                <a:spcPts val="0"/>
              </a:spcAft>
              <a:buNone/>
            </a:pPr>
            <a:r>
              <a:rPr lang="en"/>
              <a:t>General strategy: </a:t>
            </a:r>
            <a:endParaRPr/>
          </a:p>
          <a:p>
            <a:pPr marL="457200" lvl="0" indent="-342900" algn="l" rtl="0">
              <a:spcBef>
                <a:spcPts val="600"/>
              </a:spcBef>
              <a:spcAft>
                <a:spcPts val="0"/>
              </a:spcAft>
              <a:buSzPts val="1800"/>
              <a:buChar char="●"/>
            </a:pPr>
            <a:r>
              <a:rPr lang="en"/>
              <a:t>Starting with an empty output sequence.</a:t>
            </a:r>
            <a:endParaRPr/>
          </a:p>
          <a:p>
            <a:pPr marL="457200" lvl="0" indent="-342900" algn="l" rtl="0">
              <a:spcBef>
                <a:spcPts val="0"/>
              </a:spcBef>
              <a:spcAft>
                <a:spcPts val="0"/>
              </a:spcAft>
              <a:buSzPts val="1800"/>
              <a:buChar char="●"/>
            </a:pPr>
            <a:r>
              <a:rPr lang="en"/>
              <a:t>Add each item from input, inserting into output at right point.</a:t>
            </a:r>
            <a:endParaRPr/>
          </a:p>
          <a:p>
            <a:pPr marL="0" lvl="0" indent="0" algn="l" rtl="0">
              <a:spcBef>
                <a:spcPts val="600"/>
              </a:spcBef>
              <a:spcAft>
                <a:spcPts val="0"/>
              </a:spcAft>
              <a:buNone/>
            </a:pPr>
            <a:endParaRPr/>
          </a:p>
          <a:p>
            <a:pPr marL="0" lvl="0" indent="0" algn="l" rtl="0">
              <a:spcBef>
                <a:spcPts val="600"/>
              </a:spcBef>
              <a:spcAft>
                <a:spcPts val="0"/>
              </a:spcAft>
              <a:buClr>
                <a:schemeClr val="dk1"/>
              </a:buClr>
              <a:buSzPts val="1100"/>
              <a:buFont typeface="Arial"/>
              <a:buNone/>
            </a:pPr>
            <a:r>
              <a:rPr lang="en"/>
              <a:t>Naive approach, build entirely new output: </a:t>
            </a:r>
            <a:r>
              <a:rPr lang="en" u="sng">
                <a:solidFill>
                  <a:schemeClr val="hlink"/>
                </a:solidFill>
                <a:hlinkClick r:id="rId3"/>
              </a:rPr>
              <a:t>Demo (Link)</a:t>
            </a:r>
            <a:endParaRPr/>
          </a:p>
          <a:p>
            <a:pPr marL="0" lvl="0" indent="0" algn="l" rtl="0">
              <a:spcBef>
                <a:spcPts val="600"/>
              </a:spcBef>
              <a:spcAft>
                <a:spcPts val="0"/>
              </a:spcAft>
              <a:buNone/>
            </a:pPr>
            <a:endParaRPr/>
          </a:p>
        </p:txBody>
      </p:sp>
      <p:sp>
        <p:nvSpPr>
          <p:cNvPr id="162" name="Google Shape;162;p26"/>
          <p:cNvSpPr/>
          <p:nvPr/>
        </p:nvSpPr>
        <p:spPr>
          <a:xfrm>
            <a:off x="2834175" y="2892875"/>
            <a:ext cx="495300" cy="495300"/>
          </a:xfrm>
          <a:prstGeom prst="rect">
            <a:avLst/>
          </a:prstGeom>
          <a:solidFill>
            <a:srgbClr val="B1DD8B"/>
          </a:solid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800">
                <a:latin typeface="Calibri"/>
                <a:ea typeface="Calibri"/>
                <a:cs typeface="Calibri"/>
                <a:sym typeface="Calibri"/>
              </a:rPr>
              <a:t>32</a:t>
            </a:r>
            <a:endParaRPr sz="1800">
              <a:latin typeface="Calibri"/>
              <a:ea typeface="Calibri"/>
              <a:cs typeface="Calibri"/>
              <a:sym typeface="Calibri"/>
            </a:endParaRPr>
          </a:p>
        </p:txBody>
      </p:sp>
      <p:sp>
        <p:nvSpPr>
          <p:cNvPr id="163" name="Google Shape;163;p26"/>
          <p:cNvSpPr/>
          <p:nvPr/>
        </p:nvSpPr>
        <p:spPr>
          <a:xfrm>
            <a:off x="3319364" y="2892875"/>
            <a:ext cx="495300" cy="495300"/>
          </a:xfrm>
          <a:prstGeom prst="rect">
            <a:avLst/>
          </a:prstGeom>
          <a:solidFill>
            <a:srgbClr val="B1DD8B"/>
          </a:solid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800">
                <a:latin typeface="Calibri"/>
                <a:ea typeface="Calibri"/>
                <a:cs typeface="Calibri"/>
                <a:sym typeface="Calibri"/>
              </a:rPr>
              <a:t>15</a:t>
            </a:r>
            <a:endParaRPr sz="1800">
              <a:latin typeface="Calibri"/>
              <a:ea typeface="Calibri"/>
              <a:cs typeface="Calibri"/>
              <a:sym typeface="Calibri"/>
            </a:endParaRPr>
          </a:p>
        </p:txBody>
      </p:sp>
      <p:sp>
        <p:nvSpPr>
          <p:cNvPr id="164" name="Google Shape;164;p26"/>
          <p:cNvSpPr/>
          <p:nvPr/>
        </p:nvSpPr>
        <p:spPr>
          <a:xfrm>
            <a:off x="3808705" y="2892875"/>
            <a:ext cx="495300" cy="495300"/>
          </a:xfrm>
          <a:prstGeom prst="rect">
            <a:avLst/>
          </a:prstGeom>
          <a:solidFill>
            <a:srgbClr val="B1DD8B"/>
          </a:solid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800">
                <a:latin typeface="Calibri"/>
                <a:ea typeface="Calibri"/>
                <a:cs typeface="Calibri"/>
                <a:sym typeface="Calibri"/>
              </a:rPr>
              <a:t>2</a:t>
            </a:r>
            <a:endParaRPr sz="1800">
              <a:latin typeface="Calibri"/>
              <a:ea typeface="Calibri"/>
              <a:cs typeface="Calibri"/>
              <a:sym typeface="Calibri"/>
            </a:endParaRPr>
          </a:p>
        </p:txBody>
      </p:sp>
      <p:sp>
        <p:nvSpPr>
          <p:cNvPr id="165" name="Google Shape;165;p26"/>
          <p:cNvSpPr/>
          <p:nvPr/>
        </p:nvSpPr>
        <p:spPr>
          <a:xfrm>
            <a:off x="4293894" y="2892875"/>
            <a:ext cx="495300" cy="495300"/>
          </a:xfrm>
          <a:prstGeom prst="rect">
            <a:avLst/>
          </a:prstGeom>
          <a:solidFill>
            <a:srgbClr val="B1DD8B"/>
          </a:solid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800">
                <a:latin typeface="Calibri"/>
                <a:ea typeface="Calibri"/>
                <a:cs typeface="Calibri"/>
                <a:sym typeface="Calibri"/>
              </a:rPr>
              <a:t>17</a:t>
            </a:r>
            <a:endParaRPr sz="1800">
              <a:latin typeface="Calibri"/>
              <a:ea typeface="Calibri"/>
              <a:cs typeface="Calibri"/>
              <a:sym typeface="Calibri"/>
            </a:endParaRPr>
          </a:p>
        </p:txBody>
      </p:sp>
      <p:sp>
        <p:nvSpPr>
          <p:cNvPr id="166" name="Google Shape;166;p26"/>
          <p:cNvSpPr/>
          <p:nvPr/>
        </p:nvSpPr>
        <p:spPr>
          <a:xfrm>
            <a:off x="4778636" y="2892875"/>
            <a:ext cx="495300" cy="495300"/>
          </a:xfrm>
          <a:prstGeom prst="rect">
            <a:avLst/>
          </a:prstGeom>
          <a:solidFill>
            <a:srgbClr val="B1DD8B"/>
          </a:solid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800">
                <a:latin typeface="Calibri"/>
                <a:ea typeface="Calibri"/>
                <a:cs typeface="Calibri"/>
                <a:sym typeface="Calibri"/>
              </a:rPr>
              <a:t>19</a:t>
            </a:r>
            <a:endParaRPr sz="1800">
              <a:latin typeface="Calibri"/>
              <a:ea typeface="Calibri"/>
              <a:cs typeface="Calibri"/>
              <a:sym typeface="Calibri"/>
            </a:endParaRPr>
          </a:p>
        </p:txBody>
      </p:sp>
      <p:sp>
        <p:nvSpPr>
          <p:cNvPr id="167" name="Google Shape;167;p26"/>
          <p:cNvSpPr/>
          <p:nvPr/>
        </p:nvSpPr>
        <p:spPr>
          <a:xfrm>
            <a:off x="5263825" y="2892875"/>
            <a:ext cx="495300" cy="495300"/>
          </a:xfrm>
          <a:prstGeom prst="rect">
            <a:avLst/>
          </a:prstGeom>
          <a:solidFill>
            <a:srgbClr val="B1DD8B"/>
          </a:solid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800">
                <a:latin typeface="Calibri"/>
                <a:ea typeface="Calibri"/>
                <a:cs typeface="Calibri"/>
                <a:sym typeface="Calibri"/>
              </a:rPr>
              <a:t>26</a:t>
            </a:r>
            <a:endParaRPr sz="1800">
              <a:latin typeface="Calibri"/>
              <a:ea typeface="Calibri"/>
              <a:cs typeface="Calibri"/>
              <a:sym typeface="Calibri"/>
            </a:endParaRPr>
          </a:p>
        </p:txBody>
      </p:sp>
      <p:sp>
        <p:nvSpPr>
          <p:cNvPr id="168" name="Google Shape;168;p26"/>
          <p:cNvSpPr/>
          <p:nvPr/>
        </p:nvSpPr>
        <p:spPr>
          <a:xfrm>
            <a:off x="5753166" y="2892875"/>
            <a:ext cx="495300" cy="495300"/>
          </a:xfrm>
          <a:prstGeom prst="rect">
            <a:avLst/>
          </a:prstGeom>
          <a:solidFill>
            <a:srgbClr val="B1DD8B"/>
          </a:solid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800">
                <a:latin typeface="Calibri"/>
                <a:ea typeface="Calibri"/>
                <a:cs typeface="Calibri"/>
                <a:sym typeface="Calibri"/>
              </a:rPr>
              <a:t>41</a:t>
            </a:r>
            <a:endParaRPr sz="1800">
              <a:latin typeface="Calibri"/>
              <a:ea typeface="Calibri"/>
              <a:cs typeface="Calibri"/>
              <a:sym typeface="Calibri"/>
            </a:endParaRPr>
          </a:p>
        </p:txBody>
      </p:sp>
      <p:sp>
        <p:nvSpPr>
          <p:cNvPr id="169" name="Google Shape;169;p26"/>
          <p:cNvSpPr/>
          <p:nvPr/>
        </p:nvSpPr>
        <p:spPr>
          <a:xfrm>
            <a:off x="6238355" y="2892875"/>
            <a:ext cx="495300" cy="495300"/>
          </a:xfrm>
          <a:prstGeom prst="rect">
            <a:avLst/>
          </a:prstGeom>
          <a:solidFill>
            <a:srgbClr val="B1DD8B"/>
          </a:solid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800">
                <a:latin typeface="Calibri"/>
                <a:ea typeface="Calibri"/>
                <a:cs typeface="Calibri"/>
                <a:sym typeface="Calibri"/>
              </a:rPr>
              <a:t>17</a:t>
            </a:r>
            <a:endParaRPr sz="1800">
              <a:latin typeface="Calibri"/>
              <a:ea typeface="Calibri"/>
              <a:cs typeface="Calibri"/>
              <a:sym typeface="Calibri"/>
            </a:endParaRPr>
          </a:p>
        </p:txBody>
      </p:sp>
      <p:sp>
        <p:nvSpPr>
          <p:cNvPr id="170" name="Google Shape;170;p26"/>
          <p:cNvSpPr/>
          <p:nvPr/>
        </p:nvSpPr>
        <p:spPr>
          <a:xfrm>
            <a:off x="6727730" y="2892875"/>
            <a:ext cx="495300" cy="495300"/>
          </a:xfrm>
          <a:prstGeom prst="rect">
            <a:avLst/>
          </a:prstGeom>
          <a:solidFill>
            <a:srgbClr val="B1DD8B"/>
          </a:solid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800">
                <a:latin typeface="Calibri"/>
                <a:ea typeface="Calibri"/>
                <a:cs typeface="Calibri"/>
                <a:sym typeface="Calibri"/>
              </a:rPr>
              <a:t>17</a:t>
            </a:r>
            <a:endParaRPr sz="1800">
              <a:latin typeface="Calibri"/>
              <a:ea typeface="Calibri"/>
              <a:cs typeface="Calibri"/>
              <a:sym typeface="Calibri"/>
            </a:endParaRPr>
          </a:p>
        </p:txBody>
      </p:sp>
      <p:sp>
        <p:nvSpPr>
          <p:cNvPr id="171" name="Google Shape;171;p26"/>
          <p:cNvSpPr txBox="1"/>
          <p:nvPr/>
        </p:nvSpPr>
        <p:spPr>
          <a:xfrm>
            <a:off x="1300800" y="2872650"/>
            <a:ext cx="948300" cy="4953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2400">
                <a:latin typeface="Calibri"/>
                <a:ea typeface="Calibri"/>
                <a:cs typeface="Calibri"/>
                <a:sym typeface="Calibri"/>
              </a:rPr>
              <a:t>Input:</a:t>
            </a:r>
            <a:endParaRPr sz="2400">
              <a:latin typeface="Calibri"/>
              <a:ea typeface="Calibri"/>
              <a:cs typeface="Calibri"/>
              <a:sym typeface="Calibri"/>
            </a:endParaRPr>
          </a:p>
        </p:txBody>
      </p:sp>
      <p:sp>
        <p:nvSpPr>
          <p:cNvPr id="172" name="Google Shape;172;p26"/>
          <p:cNvSpPr txBox="1"/>
          <p:nvPr/>
        </p:nvSpPr>
        <p:spPr>
          <a:xfrm>
            <a:off x="1221525" y="3748200"/>
            <a:ext cx="1172100" cy="4953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2400">
                <a:latin typeface="Calibri"/>
                <a:ea typeface="Calibri"/>
                <a:cs typeface="Calibri"/>
                <a:sym typeface="Calibri"/>
              </a:rPr>
              <a:t>Output:</a:t>
            </a:r>
            <a:endParaRPr sz="2400">
              <a:latin typeface="Calibri"/>
              <a:ea typeface="Calibri"/>
              <a:cs typeface="Calibri"/>
              <a:sym typeface="Calibri"/>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76"/>
        <p:cNvGrpSpPr/>
        <p:nvPr/>
      </p:nvGrpSpPr>
      <p:grpSpPr>
        <a:xfrm>
          <a:off x="0" y="0"/>
          <a:ext cx="0" cy="0"/>
          <a:chOff x="0" y="0"/>
          <a:chExt cx="0" cy="0"/>
        </a:xfrm>
      </p:grpSpPr>
      <p:sp>
        <p:nvSpPr>
          <p:cNvPr id="177" name="Google Shape;177;p27"/>
          <p:cNvSpPr txBox="1">
            <a:spLocks noGrp="1"/>
          </p:cNvSpPr>
          <p:nvPr>
            <p:ph type="title"/>
          </p:nvPr>
        </p:nvSpPr>
        <p:spPr>
          <a:xfrm>
            <a:off x="0" y="0"/>
            <a:ext cx="8520600" cy="3936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Insertion Sort</a:t>
            </a:r>
            <a:endParaRPr/>
          </a:p>
        </p:txBody>
      </p:sp>
      <p:sp>
        <p:nvSpPr>
          <p:cNvPr id="178" name="Google Shape;178;p27"/>
          <p:cNvSpPr txBox="1">
            <a:spLocks noGrp="1"/>
          </p:cNvSpPr>
          <p:nvPr>
            <p:ph type="body" idx="1"/>
          </p:nvPr>
        </p:nvSpPr>
        <p:spPr>
          <a:xfrm>
            <a:off x="107044" y="402200"/>
            <a:ext cx="8520600" cy="3416400"/>
          </a:xfrm>
          <a:prstGeom prst="rect">
            <a:avLst/>
          </a:prstGeom>
        </p:spPr>
        <p:txBody>
          <a:bodyPr spcFirstLastPara="1" wrap="square" lIns="91425" tIns="91425" rIns="91425" bIns="91425" anchor="t" anchorCtr="0">
            <a:noAutofit/>
          </a:bodyPr>
          <a:lstStyle/>
          <a:p>
            <a:pPr marL="0" lvl="0" indent="0" algn="l" rtl="0">
              <a:spcBef>
                <a:spcPts val="600"/>
              </a:spcBef>
              <a:spcAft>
                <a:spcPts val="0"/>
              </a:spcAft>
              <a:buNone/>
            </a:pPr>
            <a:r>
              <a:rPr lang="en"/>
              <a:t>General strategy: </a:t>
            </a:r>
            <a:endParaRPr/>
          </a:p>
          <a:p>
            <a:pPr marL="457200" lvl="0" indent="-342900" algn="l" rtl="0">
              <a:spcBef>
                <a:spcPts val="600"/>
              </a:spcBef>
              <a:spcAft>
                <a:spcPts val="0"/>
              </a:spcAft>
              <a:buSzPts val="1800"/>
              <a:buChar char="●"/>
            </a:pPr>
            <a:r>
              <a:rPr lang="en"/>
              <a:t>Starting with an empty output sequence.</a:t>
            </a:r>
            <a:endParaRPr/>
          </a:p>
          <a:p>
            <a:pPr marL="457200" lvl="0" indent="-342900" algn="l" rtl="0">
              <a:spcBef>
                <a:spcPts val="0"/>
              </a:spcBef>
              <a:spcAft>
                <a:spcPts val="0"/>
              </a:spcAft>
              <a:buSzPts val="1800"/>
              <a:buChar char="●"/>
            </a:pPr>
            <a:r>
              <a:rPr lang="en"/>
              <a:t>Add each item from input, inserting into output at right point.</a:t>
            </a:r>
            <a:endParaRPr/>
          </a:p>
          <a:p>
            <a:pPr marL="0" lvl="0" indent="0" algn="l" rtl="0">
              <a:spcBef>
                <a:spcPts val="600"/>
              </a:spcBef>
              <a:spcAft>
                <a:spcPts val="0"/>
              </a:spcAft>
              <a:buNone/>
            </a:pPr>
            <a:endParaRPr/>
          </a:p>
          <a:p>
            <a:pPr marL="0" lvl="0" indent="0" algn="l" rtl="0">
              <a:spcBef>
                <a:spcPts val="600"/>
              </a:spcBef>
              <a:spcAft>
                <a:spcPts val="0"/>
              </a:spcAft>
              <a:buNone/>
            </a:pPr>
            <a:r>
              <a:rPr lang="en"/>
              <a:t>Naive approach, build entirely new output:</a:t>
            </a:r>
            <a:endParaRPr/>
          </a:p>
        </p:txBody>
      </p:sp>
      <p:sp>
        <p:nvSpPr>
          <p:cNvPr id="179" name="Google Shape;179;p27"/>
          <p:cNvSpPr/>
          <p:nvPr/>
        </p:nvSpPr>
        <p:spPr>
          <a:xfrm>
            <a:off x="2834175" y="2892875"/>
            <a:ext cx="495300" cy="495300"/>
          </a:xfrm>
          <a:prstGeom prst="rect">
            <a:avLst/>
          </a:prstGeom>
          <a:solidFill>
            <a:schemeClr val="accent3"/>
          </a:solid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800">
                <a:latin typeface="Calibri"/>
                <a:ea typeface="Calibri"/>
                <a:cs typeface="Calibri"/>
                <a:sym typeface="Calibri"/>
              </a:rPr>
              <a:t>32</a:t>
            </a:r>
            <a:endParaRPr sz="1800">
              <a:latin typeface="Calibri"/>
              <a:ea typeface="Calibri"/>
              <a:cs typeface="Calibri"/>
              <a:sym typeface="Calibri"/>
            </a:endParaRPr>
          </a:p>
        </p:txBody>
      </p:sp>
      <p:sp>
        <p:nvSpPr>
          <p:cNvPr id="180" name="Google Shape;180;p27"/>
          <p:cNvSpPr/>
          <p:nvPr/>
        </p:nvSpPr>
        <p:spPr>
          <a:xfrm>
            <a:off x="3319364" y="2892875"/>
            <a:ext cx="495300" cy="495300"/>
          </a:xfrm>
          <a:prstGeom prst="rect">
            <a:avLst/>
          </a:prstGeom>
          <a:solidFill>
            <a:srgbClr val="B1DD8B"/>
          </a:solid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800">
                <a:latin typeface="Calibri"/>
                <a:ea typeface="Calibri"/>
                <a:cs typeface="Calibri"/>
                <a:sym typeface="Calibri"/>
              </a:rPr>
              <a:t>15</a:t>
            </a:r>
            <a:endParaRPr sz="1800">
              <a:latin typeface="Calibri"/>
              <a:ea typeface="Calibri"/>
              <a:cs typeface="Calibri"/>
              <a:sym typeface="Calibri"/>
            </a:endParaRPr>
          </a:p>
        </p:txBody>
      </p:sp>
      <p:sp>
        <p:nvSpPr>
          <p:cNvPr id="181" name="Google Shape;181;p27"/>
          <p:cNvSpPr/>
          <p:nvPr/>
        </p:nvSpPr>
        <p:spPr>
          <a:xfrm>
            <a:off x="3808705" y="2892875"/>
            <a:ext cx="495300" cy="495300"/>
          </a:xfrm>
          <a:prstGeom prst="rect">
            <a:avLst/>
          </a:prstGeom>
          <a:solidFill>
            <a:srgbClr val="B1DD8B"/>
          </a:solid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800">
                <a:latin typeface="Calibri"/>
                <a:ea typeface="Calibri"/>
                <a:cs typeface="Calibri"/>
                <a:sym typeface="Calibri"/>
              </a:rPr>
              <a:t>2</a:t>
            </a:r>
            <a:endParaRPr sz="1800">
              <a:latin typeface="Calibri"/>
              <a:ea typeface="Calibri"/>
              <a:cs typeface="Calibri"/>
              <a:sym typeface="Calibri"/>
            </a:endParaRPr>
          </a:p>
        </p:txBody>
      </p:sp>
      <p:sp>
        <p:nvSpPr>
          <p:cNvPr id="182" name="Google Shape;182;p27"/>
          <p:cNvSpPr/>
          <p:nvPr/>
        </p:nvSpPr>
        <p:spPr>
          <a:xfrm>
            <a:off x="4293894" y="2892875"/>
            <a:ext cx="495300" cy="495300"/>
          </a:xfrm>
          <a:prstGeom prst="rect">
            <a:avLst/>
          </a:prstGeom>
          <a:solidFill>
            <a:srgbClr val="B1DD8B"/>
          </a:solid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800">
                <a:latin typeface="Calibri"/>
                <a:ea typeface="Calibri"/>
                <a:cs typeface="Calibri"/>
                <a:sym typeface="Calibri"/>
              </a:rPr>
              <a:t>17</a:t>
            </a:r>
            <a:endParaRPr sz="1800">
              <a:latin typeface="Calibri"/>
              <a:ea typeface="Calibri"/>
              <a:cs typeface="Calibri"/>
              <a:sym typeface="Calibri"/>
            </a:endParaRPr>
          </a:p>
        </p:txBody>
      </p:sp>
      <p:sp>
        <p:nvSpPr>
          <p:cNvPr id="183" name="Google Shape;183;p27"/>
          <p:cNvSpPr/>
          <p:nvPr/>
        </p:nvSpPr>
        <p:spPr>
          <a:xfrm>
            <a:off x="4778636" y="2892875"/>
            <a:ext cx="495300" cy="495300"/>
          </a:xfrm>
          <a:prstGeom prst="rect">
            <a:avLst/>
          </a:prstGeom>
          <a:solidFill>
            <a:srgbClr val="B1DD8B"/>
          </a:solid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800">
                <a:latin typeface="Calibri"/>
                <a:ea typeface="Calibri"/>
                <a:cs typeface="Calibri"/>
                <a:sym typeface="Calibri"/>
              </a:rPr>
              <a:t>19</a:t>
            </a:r>
            <a:endParaRPr sz="1800">
              <a:latin typeface="Calibri"/>
              <a:ea typeface="Calibri"/>
              <a:cs typeface="Calibri"/>
              <a:sym typeface="Calibri"/>
            </a:endParaRPr>
          </a:p>
        </p:txBody>
      </p:sp>
      <p:sp>
        <p:nvSpPr>
          <p:cNvPr id="184" name="Google Shape;184;p27"/>
          <p:cNvSpPr/>
          <p:nvPr/>
        </p:nvSpPr>
        <p:spPr>
          <a:xfrm>
            <a:off x="5263825" y="2892875"/>
            <a:ext cx="495300" cy="495300"/>
          </a:xfrm>
          <a:prstGeom prst="rect">
            <a:avLst/>
          </a:prstGeom>
          <a:solidFill>
            <a:srgbClr val="B1DD8B"/>
          </a:solid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800">
                <a:latin typeface="Calibri"/>
                <a:ea typeface="Calibri"/>
                <a:cs typeface="Calibri"/>
                <a:sym typeface="Calibri"/>
              </a:rPr>
              <a:t>26</a:t>
            </a:r>
            <a:endParaRPr sz="1800">
              <a:latin typeface="Calibri"/>
              <a:ea typeface="Calibri"/>
              <a:cs typeface="Calibri"/>
              <a:sym typeface="Calibri"/>
            </a:endParaRPr>
          </a:p>
        </p:txBody>
      </p:sp>
      <p:sp>
        <p:nvSpPr>
          <p:cNvPr id="185" name="Google Shape;185;p27"/>
          <p:cNvSpPr/>
          <p:nvPr/>
        </p:nvSpPr>
        <p:spPr>
          <a:xfrm>
            <a:off x="5753166" y="2892875"/>
            <a:ext cx="495300" cy="495300"/>
          </a:xfrm>
          <a:prstGeom prst="rect">
            <a:avLst/>
          </a:prstGeom>
          <a:solidFill>
            <a:srgbClr val="B1DD8B"/>
          </a:solid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800">
                <a:latin typeface="Calibri"/>
                <a:ea typeface="Calibri"/>
                <a:cs typeface="Calibri"/>
                <a:sym typeface="Calibri"/>
              </a:rPr>
              <a:t>41</a:t>
            </a:r>
            <a:endParaRPr sz="1800">
              <a:latin typeface="Calibri"/>
              <a:ea typeface="Calibri"/>
              <a:cs typeface="Calibri"/>
              <a:sym typeface="Calibri"/>
            </a:endParaRPr>
          </a:p>
        </p:txBody>
      </p:sp>
      <p:sp>
        <p:nvSpPr>
          <p:cNvPr id="186" name="Google Shape;186;p27"/>
          <p:cNvSpPr/>
          <p:nvPr/>
        </p:nvSpPr>
        <p:spPr>
          <a:xfrm>
            <a:off x="6238355" y="2892875"/>
            <a:ext cx="495300" cy="495300"/>
          </a:xfrm>
          <a:prstGeom prst="rect">
            <a:avLst/>
          </a:prstGeom>
          <a:solidFill>
            <a:srgbClr val="B1DD8B"/>
          </a:solid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800">
                <a:latin typeface="Calibri"/>
                <a:ea typeface="Calibri"/>
                <a:cs typeface="Calibri"/>
                <a:sym typeface="Calibri"/>
              </a:rPr>
              <a:t>17</a:t>
            </a:r>
            <a:endParaRPr sz="1800">
              <a:latin typeface="Calibri"/>
              <a:ea typeface="Calibri"/>
              <a:cs typeface="Calibri"/>
              <a:sym typeface="Calibri"/>
            </a:endParaRPr>
          </a:p>
        </p:txBody>
      </p:sp>
      <p:sp>
        <p:nvSpPr>
          <p:cNvPr id="187" name="Google Shape;187;p27"/>
          <p:cNvSpPr/>
          <p:nvPr/>
        </p:nvSpPr>
        <p:spPr>
          <a:xfrm>
            <a:off x="6727730" y="2892875"/>
            <a:ext cx="495300" cy="495300"/>
          </a:xfrm>
          <a:prstGeom prst="rect">
            <a:avLst/>
          </a:prstGeom>
          <a:solidFill>
            <a:srgbClr val="B1DD8B"/>
          </a:solid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800">
                <a:latin typeface="Calibri"/>
                <a:ea typeface="Calibri"/>
                <a:cs typeface="Calibri"/>
                <a:sym typeface="Calibri"/>
              </a:rPr>
              <a:t>17</a:t>
            </a:r>
            <a:endParaRPr sz="1800">
              <a:latin typeface="Calibri"/>
              <a:ea typeface="Calibri"/>
              <a:cs typeface="Calibri"/>
              <a:sym typeface="Calibri"/>
            </a:endParaRPr>
          </a:p>
        </p:txBody>
      </p:sp>
      <p:sp>
        <p:nvSpPr>
          <p:cNvPr id="188" name="Google Shape;188;p27"/>
          <p:cNvSpPr txBox="1"/>
          <p:nvPr/>
        </p:nvSpPr>
        <p:spPr>
          <a:xfrm>
            <a:off x="1300800" y="2872650"/>
            <a:ext cx="948300" cy="4953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2000">
                <a:latin typeface="Calibri"/>
                <a:ea typeface="Calibri"/>
                <a:cs typeface="Calibri"/>
                <a:sym typeface="Calibri"/>
              </a:rPr>
              <a:t>Input:</a:t>
            </a:r>
            <a:endParaRPr sz="2000">
              <a:latin typeface="Calibri"/>
              <a:ea typeface="Calibri"/>
              <a:cs typeface="Calibri"/>
              <a:sym typeface="Calibri"/>
            </a:endParaRPr>
          </a:p>
        </p:txBody>
      </p:sp>
      <p:sp>
        <p:nvSpPr>
          <p:cNvPr id="189" name="Google Shape;189;p27"/>
          <p:cNvSpPr txBox="1"/>
          <p:nvPr/>
        </p:nvSpPr>
        <p:spPr>
          <a:xfrm>
            <a:off x="1221525" y="3866612"/>
            <a:ext cx="1172100" cy="4953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2000">
                <a:latin typeface="Calibri"/>
                <a:ea typeface="Calibri"/>
                <a:cs typeface="Calibri"/>
                <a:sym typeface="Calibri"/>
              </a:rPr>
              <a:t>Output:</a:t>
            </a:r>
            <a:endParaRPr sz="2000">
              <a:latin typeface="Calibri"/>
              <a:ea typeface="Calibri"/>
              <a:cs typeface="Calibri"/>
              <a:sym typeface="Calibri"/>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93"/>
        <p:cNvGrpSpPr/>
        <p:nvPr/>
      </p:nvGrpSpPr>
      <p:grpSpPr>
        <a:xfrm>
          <a:off x="0" y="0"/>
          <a:ext cx="0" cy="0"/>
          <a:chOff x="0" y="0"/>
          <a:chExt cx="0" cy="0"/>
        </a:xfrm>
      </p:grpSpPr>
      <p:sp>
        <p:nvSpPr>
          <p:cNvPr id="194" name="Google Shape;194;p28"/>
          <p:cNvSpPr txBox="1">
            <a:spLocks noGrp="1"/>
          </p:cNvSpPr>
          <p:nvPr>
            <p:ph type="title"/>
          </p:nvPr>
        </p:nvSpPr>
        <p:spPr>
          <a:xfrm>
            <a:off x="0" y="0"/>
            <a:ext cx="8520600" cy="3936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Insertion Sort</a:t>
            </a:r>
            <a:endParaRPr/>
          </a:p>
        </p:txBody>
      </p:sp>
      <p:sp>
        <p:nvSpPr>
          <p:cNvPr id="195" name="Google Shape;195;p28"/>
          <p:cNvSpPr/>
          <p:nvPr/>
        </p:nvSpPr>
        <p:spPr>
          <a:xfrm>
            <a:off x="2834175" y="2892875"/>
            <a:ext cx="495300" cy="495300"/>
          </a:xfrm>
          <a:prstGeom prst="rect">
            <a:avLst/>
          </a:prstGeom>
          <a:solidFill>
            <a:srgbClr val="D9D9D9"/>
          </a:solid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800">
                <a:latin typeface="Calibri"/>
                <a:ea typeface="Calibri"/>
                <a:cs typeface="Calibri"/>
                <a:sym typeface="Calibri"/>
              </a:rPr>
              <a:t>32</a:t>
            </a:r>
            <a:endParaRPr sz="1800">
              <a:latin typeface="Calibri"/>
              <a:ea typeface="Calibri"/>
              <a:cs typeface="Calibri"/>
              <a:sym typeface="Calibri"/>
            </a:endParaRPr>
          </a:p>
        </p:txBody>
      </p:sp>
      <p:sp>
        <p:nvSpPr>
          <p:cNvPr id="196" name="Google Shape;196;p28"/>
          <p:cNvSpPr/>
          <p:nvPr/>
        </p:nvSpPr>
        <p:spPr>
          <a:xfrm>
            <a:off x="3319364" y="2892875"/>
            <a:ext cx="495300" cy="495300"/>
          </a:xfrm>
          <a:prstGeom prst="rect">
            <a:avLst/>
          </a:prstGeom>
          <a:solidFill>
            <a:schemeClr val="accent3"/>
          </a:solid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800">
                <a:latin typeface="Calibri"/>
                <a:ea typeface="Calibri"/>
                <a:cs typeface="Calibri"/>
                <a:sym typeface="Calibri"/>
              </a:rPr>
              <a:t>15</a:t>
            </a:r>
            <a:endParaRPr sz="1800">
              <a:latin typeface="Calibri"/>
              <a:ea typeface="Calibri"/>
              <a:cs typeface="Calibri"/>
              <a:sym typeface="Calibri"/>
            </a:endParaRPr>
          </a:p>
        </p:txBody>
      </p:sp>
      <p:sp>
        <p:nvSpPr>
          <p:cNvPr id="197" name="Google Shape;197;p28"/>
          <p:cNvSpPr/>
          <p:nvPr/>
        </p:nvSpPr>
        <p:spPr>
          <a:xfrm>
            <a:off x="3808705" y="2892875"/>
            <a:ext cx="495300" cy="495300"/>
          </a:xfrm>
          <a:prstGeom prst="rect">
            <a:avLst/>
          </a:prstGeom>
          <a:solidFill>
            <a:srgbClr val="B1DD8B"/>
          </a:solid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800">
                <a:latin typeface="Calibri"/>
                <a:ea typeface="Calibri"/>
                <a:cs typeface="Calibri"/>
                <a:sym typeface="Calibri"/>
              </a:rPr>
              <a:t>2</a:t>
            </a:r>
            <a:endParaRPr sz="1800">
              <a:latin typeface="Calibri"/>
              <a:ea typeface="Calibri"/>
              <a:cs typeface="Calibri"/>
              <a:sym typeface="Calibri"/>
            </a:endParaRPr>
          </a:p>
        </p:txBody>
      </p:sp>
      <p:sp>
        <p:nvSpPr>
          <p:cNvPr id="198" name="Google Shape;198;p28"/>
          <p:cNvSpPr/>
          <p:nvPr/>
        </p:nvSpPr>
        <p:spPr>
          <a:xfrm>
            <a:off x="4293894" y="2892875"/>
            <a:ext cx="495300" cy="495300"/>
          </a:xfrm>
          <a:prstGeom prst="rect">
            <a:avLst/>
          </a:prstGeom>
          <a:solidFill>
            <a:srgbClr val="B1DD8B"/>
          </a:solid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800">
                <a:latin typeface="Calibri"/>
                <a:ea typeface="Calibri"/>
                <a:cs typeface="Calibri"/>
                <a:sym typeface="Calibri"/>
              </a:rPr>
              <a:t>17</a:t>
            </a:r>
            <a:endParaRPr sz="1800">
              <a:latin typeface="Calibri"/>
              <a:ea typeface="Calibri"/>
              <a:cs typeface="Calibri"/>
              <a:sym typeface="Calibri"/>
            </a:endParaRPr>
          </a:p>
        </p:txBody>
      </p:sp>
      <p:sp>
        <p:nvSpPr>
          <p:cNvPr id="199" name="Google Shape;199;p28"/>
          <p:cNvSpPr/>
          <p:nvPr/>
        </p:nvSpPr>
        <p:spPr>
          <a:xfrm>
            <a:off x="4778636" y="2892875"/>
            <a:ext cx="495300" cy="495300"/>
          </a:xfrm>
          <a:prstGeom prst="rect">
            <a:avLst/>
          </a:prstGeom>
          <a:solidFill>
            <a:srgbClr val="B1DD8B"/>
          </a:solid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800">
                <a:latin typeface="Calibri"/>
                <a:ea typeface="Calibri"/>
                <a:cs typeface="Calibri"/>
                <a:sym typeface="Calibri"/>
              </a:rPr>
              <a:t>19</a:t>
            </a:r>
            <a:endParaRPr sz="1800">
              <a:latin typeface="Calibri"/>
              <a:ea typeface="Calibri"/>
              <a:cs typeface="Calibri"/>
              <a:sym typeface="Calibri"/>
            </a:endParaRPr>
          </a:p>
        </p:txBody>
      </p:sp>
      <p:sp>
        <p:nvSpPr>
          <p:cNvPr id="200" name="Google Shape;200;p28"/>
          <p:cNvSpPr/>
          <p:nvPr/>
        </p:nvSpPr>
        <p:spPr>
          <a:xfrm>
            <a:off x="5263825" y="2892875"/>
            <a:ext cx="495300" cy="495300"/>
          </a:xfrm>
          <a:prstGeom prst="rect">
            <a:avLst/>
          </a:prstGeom>
          <a:solidFill>
            <a:srgbClr val="B1DD8B"/>
          </a:solid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800">
                <a:latin typeface="Calibri"/>
                <a:ea typeface="Calibri"/>
                <a:cs typeface="Calibri"/>
                <a:sym typeface="Calibri"/>
              </a:rPr>
              <a:t>26</a:t>
            </a:r>
            <a:endParaRPr sz="1800">
              <a:latin typeface="Calibri"/>
              <a:ea typeface="Calibri"/>
              <a:cs typeface="Calibri"/>
              <a:sym typeface="Calibri"/>
            </a:endParaRPr>
          </a:p>
        </p:txBody>
      </p:sp>
      <p:sp>
        <p:nvSpPr>
          <p:cNvPr id="201" name="Google Shape;201;p28"/>
          <p:cNvSpPr/>
          <p:nvPr/>
        </p:nvSpPr>
        <p:spPr>
          <a:xfrm>
            <a:off x="5753166" y="2892875"/>
            <a:ext cx="495300" cy="495300"/>
          </a:xfrm>
          <a:prstGeom prst="rect">
            <a:avLst/>
          </a:prstGeom>
          <a:solidFill>
            <a:srgbClr val="B1DD8B"/>
          </a:solid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800">
                <a:latin typeface="Calibri"/>
                <a:ea typeface="Calibri"/>
                <a:cs typeface="Calibri"/>
                <a:sym typeface="Calibri"/>
              </a:rPr>
              <a:t>41</a:t>
            </a:r>
            <a:endParaRPr sz="1800">
              <a:latin typeface="Calibri"/>
              <a:ea typeface="Calibri"/>
              <a:cs typeface="Calibri"/>
              <a:sym typeface="Calibri"/>
            </a:endParaRPr>
          </a:p>
        </p:txBody>
      </p:sp>
      <p:sp>
        <p:nvSpPr>
          <p:cNvPr id="202" name="Google Shape;202;p28"/>
          <p:cNvSpPr/>
          <p:nvPr/>
        </p:nvSpPr>
        <p:spPr>
          <a:xfrm>
            <a:off x="6238355" y="2892875"/>
            <a:ext cx="495300" cy="495300"/>
          </a:xfrm>
          <a:prstGeom prst="rect">
            <a:avLst/>
          </a:prstGeom>
          <a:solidFill>
            <a:srgbClr val="B1DD8B"/>
          </a:solid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800">
                <a:latin typeface="Calibri"/>
                <a:ea typeface="Calibri"/>
                <a:cs typeface="Calibri"/>
                <a:sym typeface="Calibri"/>
              </a:rPr>
              <a:t>17</a:t>
            </a:r>
            <a:endParaRPr sz="1800">
              <a:latin typeface="Calibri"/>
              <a:ea typeface="Calibri"/>
              <a:cs typeface="Calibri"/>
              <a:sym typeface="Calibri"/>
            </a:endParaRPr>
          </a:p>
        </p:txBody>
      </p:sp>
      <p:sp>
        <p:nvSpPr>
          <p:cNvPr id="203" name="Google Shape;203;p28"/>
          <p:cNvSpPr/>
          <p:nvPr/>
        </p:nvSpPr>
        <p:spPr>
          <a:xfrm>
            <a:off x="6727730" y="2892875"/>
            <a:ext cx="495300" cy="495300"/>
          </a:xfrm>
          <a:prstGeom prst="rect">
            <a:avLst/>
          </a:prstGeom>
          <a:solidFill>
            <a:srgbClr val="B1DD8B"/>
          </a:solid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800">
                <a:latin typeface="Calibri"/>
                <a:ea typeface="Calibri"/>
                <a:cs typeface="Calibri"/>
                <a:sym typeface="Calibri"/>
              </a:rPr>
              <a:t>17</a:t>
            </a:r>
            <a:endParaRPr sz="1800">
              <a:latin typeface="Calibri"/>
              <a:ea typeface="Calibri"/>
              <a:cs typeface="Calibri"/>
              <a:sym typeface="Calibri"/>
            </a:endParaRPr>
          </a:p>
        </p:txBody>
      </p:sp>
      <p:sp>
        <p:nvSpPr>
          <p:cNvPr id="204" name="Google Shape;204;p28"/>
          <p:cNvSpPr/>
          <p:nvPr/>
        </p:nvSpPr>
        <p:spPr>
          <a:xfrm>
            <a:off x="2834175" y="3880930"/>
            <a:ext cx="495300" cy="495300"/>
          </a:xfrm>
          <a:prstGeom prst="rect">
            <a:avLst/>
          </a:prstGeom>
          <a:solidFill>
            <a:srgbClr val="B1DD8B"/>
          </a:solid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800">
                <a:latin typeface="Calibri"/>
                <a:ea typeface="Calibri"/>
                <a:cs typeface="Calibri"/>
                <a:sym typeface="Calibri"/>
              </a:rPr>
              <a:t>32</a:t>
            </a:r>
            <a:endParaRPr sz="1800">
              <a:latin typeface="Calibri"/>
              <a:ea typeface="Calibri"/>
              <a:cs typeface="Calibri"/>
              <a:sym typeface="Calibri"/>
            </a:endParaRPr>
          </a:p>
        </p:txBody>
      </p:sp>
      <p:sp>
        <p:nvSpPr>
          <p:cNvPr id="205" name="Google Shape;205;p28"/>
          <p:cNvSpPr txBox="1">
            <a:spLocks noGrp="1"/>
          </p:cNvSpPr>
          <p:nvPr>
            <p:ph type="body" idx="1"/>
          </p:nvPr>
        </p:nvSpPr>
        <p:spPr>
          <a:xfrm>
            <a:off x="107044" y="402200"/>
            <a:ext cx="8520600" cy="3416400"/>
          </a:xfrm>
          <a:prstGeom prst="rect">
            <a:avLst/>
          </a:prstGeom>
        </p:spPr>
        <p:txBody>
          <a:bodyPr spcFirstLastPara="1" wrap="square" lIns="91425" tIns="91425" rIns="91425" bIns="91425" anchor="t" anchorCtr="0">
            <a:noAutofit/>
          </a:bodyPr>
          <a:lstStyle/>
          <a:p>
            <a:pPr marL="0" lvl="0" indent="0" algn="l" rtl="0">
              <a:spcBef>
                <a:spcPts val="600"/>
              </a:spcBef>
              <a:spcAft>
                <a:spcPts val="0"/>
              </a:spcAft>
              <a:buNone/>
            </a:pPr>
            <a:r>
              <a:rPr lang="en"/>
              <a:t>General strategy: </a:t>
            </a:r>
            <a:endParaRPr/>
          </a:p>
          <a:p>
            <a:pPr marL="457200" lvl="0" indent="-342900" algn="l" rtl="0">
              <a:spcBef>
                <a:spcPts val="600"/>
              </a:spcBef>
              <a:spcAft>
                <a:spcPts val="0"/>
              </a:spcAft>
              <a:buSzPts val="1800"/>
              <a:buChar char="●"/>
            </a:pPr>
            <a:r>
              <a:rPr lang="en"/>
              <a:t>Starting with an empty output sequence.</a:t>
            </a:r>
            <a:endParaRPr/>
          </a:p>
          <a:p>
            <a:pPr marL="457200" lvl="0" indent="-342900" algn="l" rtl="0">
              <a:spcBef>
                <a:spcPts val="0"/>
              </a:spcBef>
              <a:spcAft>
                <a:spcPts val="0"/>
              </a:spcAft>
              <a:buSzPts val="1800"/>
              <a:buChar char="●"/>
            </a:pPr>
            <a:r>
              <a:rPr lang="en"/>
              <a:t>Add each item from input, inserting into output at right point.</a:t>
            </a:r>
            <a:endParaRPr/>
          </a:p>
          <a:p>
            <a:pPr marL="0" lvl="0" indent="0" algn="l" rtl="0">
              <a:spcBef>
                <a:spcPts val="600"/>
              </a:spcBef>
              <a:spcAft>
                <a:spcPts val="0"/>
              </a:spcAft>
              <a:buNone/>
            </a:pPr>
            <a:endParaRPr/>
          </a:p>
          <a:p>
            <a:pPr marL="0" lvl="0" indent="0" algn="l" rtl="0">
              <a:spcBef>
                <a:spcPts val="600"/>
              </a:spcBef>
              <a:spcAft>
                <a:spcPts val="0"/>
              </a:spcAft>
              <a:buNone/>
            </a:pPr>
            <a:r>
              <a:rPr lang="en"/>
              <a:t>Naive approach, build entirely new output:</a:t>
            </a:r>
            <a:endParaRPr/>
          </a:p>
        </p:txBody>
      </p:sp>
      <p:sp>
        <p:nvSpPr>
          <p:cNvPr id="206" name="Google Shape;206;p28"/>
          <p:cNvSpPr txBox="1"/>
          <p:nvPr/>
        </p:nvSpPr>
        <p:spPr>
          <a:xfrm>
            <a:off x="1300800" y="2872650"/>
            <a:ext cx="948300" cy="4953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2000">
                <a:latin typeface="Calibri"/>
                <a:ea typeface="Calibri"/>
                <a:cs typeface="Calibri"/>
                <a:sym typeface="Calibri"/>
              </a:rPr>
              <a:t>Input:</a:t>
            </a:r>
            <a:endParaRPr sz="2000">
              <a:latin typeface="Calibri"/>
              <a:ea typeface="Calibri"/>
              <a:cs typeface="Calibri"/>
              <a:sym typeface="Calibri"/>
            </a:endParaRPr>
          </a:p>
        </p:txBody>
      </p:sp>
      <p:sp>
        <p:nvSpPr>
          <p:cNvPr id="207" name="Google Shape;207;p28"/>
          <p:cNvSpPr txBox="1"/>
          <p:nvPr/>
        </p:nvSpPr>
        <p:spPr>
          <a:xfrm>
            <a:off x="1221525" y="3866612"/>
            <a:ext cx="1172100" cy="4953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2000">
                <a:latin typeface="Calibri"/>
                <a:ea typeface="Calibri"/>
                <a:cs typeface="Calibri"/>
                <a:sym typeface="Calibri"/>
              </a:rPr>
              <a:t>Output:</a:t>
            </a:r>
            <a:endParaRPr sz="2000">
              <a:latin typeface="Calibri"/>
              <a:ea typeface="Calibri"/>
              <a:cs typeface="Calibri"/>
              <a:sym typeface="Calibri"/>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211"/>
        <p:cNvGrpSpPr/>
        <p:nvPr/>
      </p:nvGrpSpPr>
      <p:grpSpPr>
        <a:xfrm>
          <a:off x="0" y="0"/>
          <a:ext cx="0" cy="0"/>
          <a:chOff x="0" y="0"/>
          <a:chExt cx="0" cy="0"/>
        </a:xfrm>
      </p:grpSpPr>
      <p:sp>
        <p:nvSpPr>
          <p:cNvPr id="212" name="Google Shape;212;p29"/>
          <p:cNvSpPr txBox="1">
            <a:spLocks noGrp="1"/>
          </p:cNvSpPr>
          <p:nvPr>
            <p:ph type="title"/>
          </p:nvPr>
        </p:nvSpPr>
        <p:spPr>
          <a:xfrm>
            <a:off x="0" y="0"/>
            <a:ext cx="8520600" cy="3936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Insertion Sort</a:t>
            </a:r>
            <a:endParaRPr/>
          </a:p>
        </p:txBody>
      </p:sp>
      <p:sp>
        <p:nvSpPr>
          <p:cNvPr id="213" name="Google Shape;213;p29"/>
          <p:cNvSpPr/>
          <p:nvPr/>
        </p:nvSpPr>
        <p:spPr>
          <a:xfrm>
            <a:off x="2834175" y="2892875"/>
            <a:ext cx="495300" cy="495300"/>
          </a:xfrm>
          <a:prstGeom prst="rect">
            <a:avLst/>
          </a:prstGeom>
          <a:solidFill>
            <a:srgbClr val="D9D9D9"/>
          </a:solid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800">
                <a:latin typeface="Calibri"/>
                <a:ea typeface="Calibri"/>
                <a:cs typeface="Calibri"/>
                <a:sym typeface="Calibri"/>
              </a:rPr>
              <a:t>32</a:t>
            </a:r>
            <a:endParaRPr sz="1800">
              <a:latin typeface="Calibri"/>
              <a:ea typeface="Calibri"/>
              <a:cs typeface="Calibri"/>
              <a:sym typeface="Calibri"/>
            </a:endParaRPr>
          </a:p>
        </p:txBody>
      </p:sp>
      <p:sp>
        <p:nvSpPr>
          <p:cNvPr id="214" name="Google Shape;214;p29"/>
          <p:cNvSpPr/>
          <p:nvPr/>
        </p:nvSpPr>
        <p:spPr>
          <a:xfrm>
            <a:off x="3319364" y="2892875"/>
            <a:ext cx="495300" cy="495300"/>
          </a:xfrm>
          <a:prstGeom prst="rect">
            <a:avLst/>
          </a:prstGeom>
          <a:solidFill>
            <a:srgbClr val="D9D9D9"/>
          </a:solid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800">
                <a:latin typeface="Calibri"/>
                <a:ea typeface="Calibri"/>
                <a:cs typeface="Calibri"/>
                <a:sym typeface="Calibri"/>
              </a:rPr>
              <a:t>15</a:t>
            </a:r>
            <a:endParaRPr sz="1800">
              <a:latin typeface="Calibri"/>
              <a:ea typeface="Calibri"/>
              <a:cs typeface="Calibri"/>
              <a:sym typeface="Calibri"/>
            </a:endParaRPr>
          </a:p>
        </p:txBody>
      </p:sp>
      <p:sp>
        <p:nvSpPr>
          <p:cNvPr id="215" name="Google Shape;215;p29"/>
          <p:cNvSpPr/>
          <p:nvPr/>
        </p:nvSpPr>
        <p:spPr>
          <a:xfrm>
            <a:off x="3808705" y="2892875"/>
            <a:ext cx="495300" cy="495300"/>
          </a:xfrm>
          <a:prstGeom prst="rect">
            <a:avLst/>
          </a:prstGeom>
          <a:solidFill>
            <a:schemeClr val="accent3"/>
          </a:solid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800">
                <a:latin typeface="Calibri"/>
                <a:ea typeface="Calibri"/>
                <a:cs typeface="Calibri"/>
                <a:sym typeface="Calibri"/>
              </a:rPr>
              <a:t>2</a:t>
            </a:r>
            <a:endParaRPr sz="1800">
              <a:latin typeface="Calibri"/>
              <a:ea typeface="Calibri"/>
              <a:cs typeface="Calibri"/>
              <a:sym typeface="Calibri"/>
            </a:endParaRPr>
          </a:p>
        </p:txBody>
      </p:sp>
      <p:sp>
        <p:nvSpPr>
          <p:cNvPr id="216" name="Google Shape;216;p29"/>
          <p:cNvSpPr/>
          <p:nvPr/>
        </p:nvSpPr>
        <p:spPr>
          <a:xfrm>
            <a:off x="4293894" y="2892875"/>
            <a:ext cx="495300" cy="495300"/>
          </a:xfrm>
          <a:prstGeom prst="rect">
            <a:avLst/>
          </a:prstGeom>
          <a:solidFill>
            <a:srgbClr val="B1DD8B"/>
          </a:solid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800">
                <a:latin typeface="Calibri"/>
                <a:ea typeface="Calibri"/>
                <a:cs typeface="Calibri"/>
                <a:sym typeface="Calibri"/>
              </a:rPr>
              <a:t>17</a:t>
            </a:r>
            <a:endParaRPr sz="1800">
              <a:latin typeface="Calibri"/>
              <a:ea typeface="Calibri"/>
              <a:cs typeface="Calibri"/>
              <a:sym typeface="Calibri"/>
            </a:endParaRPr>
          </a:p>
        </p:txBody>
      </p:sp>
      <p:sp>
        <p:nvSpPr>
          <p:cNvPr id="217" name="Google Shape;217;p29"/>
          <p:cNvSpPr/>
          <p:nvPr/>
        </p:nvSpPr>
        <p:spPr>
          <a:xfrm>
            <a:off x="4778636" y="2892875"/>
            <a:ext cx="495300" cy="495300"/>
          </a:xfrm>
          <a:prstGeom prst="rect">
            <a:avLst/>
          </a:prstGeom>
          <a:solidFill>
            <a:srgbClr val="B1DD8B"/>
          </a:solid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800">
                <a:latin typeface="Calibri"/>
                <a:ea typeface="Calibri"/>
                <a:cs typeface="Calibri"/>
                <a:sym typeface="Calibri"/>
              </a:rPr>
              <a:t>19</a:t>
            </a:r>
            <a:endParaRPr sz="1800">
              <a:latin typeface="Calibri"/>
              <a:ea typeface="Calibri"/>
              <a:cs typeface="Calibri"/>
              <a:sym typeface="Calibri"/>
            </a:endParaRPr>
          </a:p>
        </p:txBody>
      </p:sp>
      <p:sp>
        <p:nvSpPr>
          <p:cNvPr id="218" name="Google Shape;218;p29"/>
          <p:cNvSpPr/>
          <p:nvPr/>
        </p:nvSpPr>
        <p:spPr>
          <a:xfrm>
            <a:off x="5263825" y="2892875"/>
            <a:ext cx="495300" cy="495300"/>
          </a:xfrm>
          <a:prstGeom prst="rect">
            <a:avLst/>
          </a:prstGeom>
          <a:solidFill>
            <a:srgbClr val="B1DD8B"/>
          </a:solid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800">
                <a:latin typeface="Calibri"/>
                <a:ea typeface="Calibri"/>
                <a:cs typeface="Calibri"/>
                <a:sym typeface="Calibri"/>
              </a:rPr>
              <a:t>26</a:t>
            </a:r>
            <a:endParaRPr sz="1800">
              <a:latin typeface="Calibri"/>
              <a:ea typeface="Calibri"/>
              <a:cs typeface="Calibri"/>
              <a:sym typeface="Calibri"/>
            </a:endParaRPr>
          </a:p>
        </p:txBody>
      </p:sp>
      <p:sp>
        <p:nvSpPr>
          <p:cNvPr id="219" name="Google Shape;219;p29"/>
          <p:cNvSpPr/>
          <p:nvPr/>
        </p:nvSpPr>
        <p:spPr>
          <a:xfrm>
            <a:off x="5753166" y="2892875"/>
            <a:ext cx="495300" cy="495300"/>
          </a:xfrm>
          <a:prstGeom prst="rect">
            <a:avLst/>
          </a:prstGeom>
          <a:solidFill>
            <a:srgbClr val="B1DD8B"/>
          </a:solid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800">
                <a:latin typeface="Calibri"/>
                <a:ea typeface="Calibri"/>
                <a:cs typeface="Calibri"/>
                <a:sym typeface="Calibri"/>
              </a:rPr>
              <a:t>41</a:t>
            </a:r>
            <a:endParaRPr sz="1800">
              <a:latin typeface="Calibri"/>
              <a:ea typeface="Calibri"/>
              <a:cs typeface="Calibri"/>
              <a:sym typeface="Calibri"/>
            </a:endParaRPr>
          </a:p>
        </p:txBody>
      </p:sp>
      <p:sp>
        <p:nvSpPr>
          <p:cNvPr id="220" name="Google Shape;220;p29"/>
          <p:cNvSpPr/>
          <p:nvPr/>
        </p:nvSpPr>
        <p:spPr>
          <a:xfrm>
            <a:off x="6238355" y="2892875"/>
            <a:ext cx="495300" cy="495300"/>
          </a:xfrm>
          <a:prstGeom prst="rect">
            <a:avLst/>
          </a:prstGeom>
          <a:solidFill>
            <a:srgbClr val="B1DD8B"/>
          </a:solid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800">
                <a:latin typeface="Calibri"/>
                <a:ea typeface="Calibri"/>
                <a:cs typeface="Calibri"/>
                <a:sym typeface="Calibri"/>
              </a:rPr>
              <a:t>17</a:t>
            </a:r>
            <a:endParaRPr sz="1800">
              <a:latin typeface="Calibri"/>
              <a:ea typeface="Calibri"/>
              <a:cs typeface="Calibri"/>
              <a:sym typeface="Calibri"/>
            </a:endParaRPr>
          </a:p>
        </p:txBody>
      </p:sp>
      <p:sp>
        <p:nvSpPr>
          <p:cNvPr id="221" name="Google Shape;221;p29"/>
          <p:cNvSpPr/>
          <p:nvPr/>
        </p:nvSpPr>
        <p:spPr>
          <a:xfrm>
            <a:off x="6727730" y="2892875"/>
            <a:ext cx="495300" cy="495300"/>
          </a:xfrm>
          <a:prstGeom prst="rect">
            <a:avLst/>
          </a:prstGeom>
          <a:solidFill>
            <a:srgbClr val="B1DD8B"/>
          </a:solid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800">
                <a:latin typeface="Calibri"/>
                <a:ea typeface="Calibri"/>
                <a:cs typeface="Calibri"/>
                <a:sym typeface="Calibri"/>
              </a:rPr>
              <a:t>17</a:t>
            </a:r>
            <a:endParaRPr sz="1800">
              <a:latin typeface="Calibri"/>
              <a:ea typeface="Calibri"/>
              <a:cs typeface="Calibri"/>
              <a:sym typeface="Calibri"/>
            </a:endParaRPr>
          </a:p>
        </p:txBody>
      </p:sp>
      <p:sp>
        <p:nvSpPr>
          <p:cNvPr id="222" name="Google Shape;222;p29"/>
          <p:cNvSpPr/>
          <p:nvPr/>
        </p:nvSpPr>
        <p:spPr>
          <a:xfrm>
            <a:off x="3313400" y="3880930"/>
            <a:ext cx="495300" cy="495300"/>
          </a:xfrm>
          <a:prstGeom prst="rect">
            <a:avLst/>
          </a:prstGeom>
          <a:solidFill>
            <a:srgbClr val="B1DD8B"/>
          </a:solid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800">
                <a:latin typeface="Calibri"/>
                <a:ea typeface="Calibri"/>
                <a:cs typeface="Calibri"/>
                <a:sym typeface="Calibri"/>
              </a:rPr>
              <a:t>32</a:t>
            </a:r>
            <a:endParaRPr sz="1800">
              <a:latin typeface="Calibri"/>
              <a:ea typeface="Calibri"/>
              <a:cs typeface="Calibri"/>
              <a:sym typeface="Calibri"/>
            </a:endParaRPr>
          </a:p>
        </p:txBody>
      </p:sp>
      <p:sp>
        <p:nvSpPr>
          <p:cNvPr id="223" name="Google Shape;223;p29"/>
          <p:cNvSpPr/>
          <p:nvPr/>
        </p:nvSpPr>
        <p:spPr>
          <a:xfrm>
            <a:off x="2818089" y="3880925"/>
            <a:ext cx="495300" cy="495300"/>
          </a:xfrm>
          <a:prstGeom prst="rect">
            <a:avLst/>
          </a:prstGeom>
          <a:solidFill>
            <a:srgbClr val="B1DD8B"/>
          </a:solid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800">
                <a:latin typeface="Calibri"/>
                <a:ea typeface="Calibri"/>
                <a:cs typeface="Calibri"/>
                <a:sym typeface="Calibri"/>
              </a:rPr>
              <a:t>15</a:t>
            </a:r>
            <a:endParaRPr sz="1800">
              <a:latin typeface="Calibri"/>
              <a:ea typeface="Calibri"/>
              <a:cs typeface="Calibri"/>
              <a:sym typeface="Calibri"/>
            </a:endParaRPr>
          </a:p>
        </p:txBody>
      </p:sp>
      <p:sp>
        <p:nvSpPr>
          <p:cNvPr id="224" name="Google Shape;224;p29"/>
          <p:cNvSpPr txBox="1">
            <a:spLocks noGrp="1"/>
          </p:cNvSpPr>
          <p:nvPr>
            <p:ph type="body" idx="1"/>
          </p:nvPr>
        </p:nvSpPr>
        <p:spPr>
          <a:xfrm>
            <a:off x="107044" y="402200"/>
            <a:ext cx="8520600" cy="3416400"/>
          </a:xfrm>
          <a:prstGeom prst="rect">
            <a:avLst/>
          </a:prstGeom>
        </p:spPr>
        <p:txBody>
          <a:bodyPr spcFirstLastPara="1" wrap="square" lIns="91425" tIns="91425" rIns="91425" bIns="91425" anchor="t" anchorCtr="0">
            <a:noAutofit/>
          </a:bodyPr>
          <a:lstStyle/>
          <a:p>
            <a:pPr marL="0" lvl="0" indent="0" algn="l" rtl="0">
              <a:spcBef>
                <a:spcPts val="600"/>
              </a:spcBef>
              <a:spcAft>
                <a:spcPts val="0"/>
              </a:spcAft>
              <a:buNone/>
            </a:pPr>
            <a:r>
              <a:rPr lang="en"/>
              <a:t>General strategy: </a:t>
            </a:r>
            <a:endParaRPr/>
          </a:p>
          <a:p>
            <a:pPr marL="457200" lvl="0" indent="-342900" algn="l" rtl="0">
              <a:spcBef>
                <a:spcPts val="600"/>
              </a:spcBef>
              <a:spcAft>
                <a:spcPts val="0"/>
              </a:spcAft>
              <a:buSzPts val="1800"/>
              <a:buChar char="●"/>
            </a:pPr>
            <a:r>
              <a:rPr lang="en"/>
              <a:t>Starting with an empty output sequence.</a:t>
            </a:r>
            <a:endParaRPr/>
          </a:p>
          <a:p>
            <a:pPr marL="457200" lvl="0" indent="-342900" algn="l" rtl="0">
              <a:spcBef>
                <a:spcPts val="0"/>
              </a:spcBef>
              <a:spcAft>
                <a:spcPts val="0"/>
              </a:spcAft>
              <a:buSzPts val="1800"/>
              <a:buChar char="●"/>
            </a:pPr>
            <a:r>
              <a:rPr lang="en"/>
              <a:t>Add each item from input, inserting into output at right point.</a:t>
            </a:r>
            <a:endParaRPr/>
          </a:p>
          <a:p>
            <a:pPr marL="0" lvl="0" indent="0" algn="l" rtl="0">
              <a:spcBef>
                <a:spcPts val="600"/>
              </a:spcBef>
              <a:spcAft>
                <a:spcPts val="0"/>
              </a:spcAft>
              <a:buNone/>
            </a:pPr>
            <a:endParaRPr/>
          </a:p>
          <a:p>
            <a:pPr marL="0" lvl="0" indent="0" algn="l" rtl="0">
              <a:spcBef>
                <a:spcPts val="600"/>
              </a:spcBef>
              <a:spcAft>
                <a:spcPts val="0"/>
              </a:spcAft>
              <a:buNone/>
            </a:pPr>
            <a:r>
              <a:rPr lang="en"/>
              <a:t>Naive approach, build entirely new output:</a:t>
            </a:r>
            <a:endParaRPr/>
          </a:p>
        </p:txBody>
      </p:sp>
      <p:sp>
        <p:nvSpPr>
          <p:cNvPr id="225" name="Google Shape;225;p29"/>
          <p:cNvSpPr txBox="1"/>
          <p:nvPr/>
        </p:nvSpPr>
        <p:spPr>
          <a:xfrm>
            <a:off x="1300800" y="2872650"/>
            <a:ext cx="948300" cy="4953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2000">
                <a:latin typeface="Calibri"/>
                <a:ea typeface="Calibri"/>
                <a:cs typeface="Calibri"/>
                <a:sym typeface="Calibri"/>
              </a:rPr>
              <a:t>Input:</a:t>
            </a:r>
            <a:endParaRPr sz="2000">
              <a:latin typeface="Calibri"/>
              <a:ea typeface="Calibri"/>
              <a:cs typeface="Calibri"/>
              <a:sym typeface="Calibri"/>
            </a:endParaRPr>
          </a:p>
        </p:txBody>
      </p:sp>
      <p:sp>
        <p:nvSpPr>
          <p:cNvPr id="226" name="Google Shape;226;p29"/>
          <p:cNvSpPr txBox="1"/>
          <p:nvPr/>
        </p:nvSpPr>
        <p:spPr>
          <a:xfrm>
            <a:off x="1221525" y="3866612"/>
            <a:ext cx="1172100" cy="4953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2000">
                <a:latin typeface="Calibri"/>
                <a:ea typeface="Calibri"/>
                <a:cs typeface="Calibri"/>
                <a:sym typeface="Calibri"/>
              </a:rPr>
              <a:t>Output:</a:t>
            </a:r>
            <a:endParaRPr sz="2000">
              <a:latin typeface="Calibri"/>
              <a:ea typeface="Calibri"/>
              <a:cs typeface="Calibri"/>
              <a:sym typeface="Calibri"/>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230"/>
        <p:cNvGrpSpPr/>
        <p:nvPr/>
      </p:nvGrpSpPr>
      <p:grpSpPr>
        <a:xfrm>
          <a:off x="0" y="0"/>
          <a:ext cx="0" cy="0"/>
          <a:chOff x="0" y="0"/>
          <a:chExt cx="0" cy="0"/>
        </a:xfrm>
      </p:grpSpPr>
      <p:sp>
        <p:nvSpPr>
          <p:cNvPr id="231" name="Google Shape;231;p30"/>
          <p:cNvSpPr txBox="1">
            <a:spLocks noGrp="1"/>
          </p:cNvSpPr>
          <p:nvPr>
            <p:ph type="title"/>
          </p:nvPr>
        </p:nvSpPr>
        <p:spPr>
          <a:xfrm>
            <a:off x="0" y="0"/>
            <a:ext cx="8520600" cy="3936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Insertion Sort</a:t>
            </a:r>
            <a:endParaRPr/>
          </a:p>
        </p:txBody>
      </p:sp>
      <p:sp>
        <p:nvSpPr>
          <p:cNvPr id="232" name="Google Shape;232;p30"/>
          <p:cNvSpPr/>
          <p:nvPr/>
        </p:nvSpPr>
        <p:spPr>
          <a:xfrm>
            <a:off x="2834175" y="2892875"/>
            <a:ext cx="495300" cy="495300"/>
          </a:xfrm>
          <a:prstGeom prst="rect">
            <a:avLst/>
          </a:prstGeom>
          <a:solidFill>
            <a:srgbClr val="D9D9D9"/>
          </a:solid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800">
                <a:latin typeface="Calibri"/>
                <a:ea typeface="Calibri"/>
                <a:cs typeface="Calibri"/>
                <a:sym typeface="Calibri"/>
              </a:rPr>
              <a:t>32</a:t>
            </a:r>
            <a:endParaRPr sz="1800">
              <a:latin typeface="Calibri"/>
              <a:ea typeface="Calibri"/>
              <a:cs typeface="Calibri"/>
              <a:sym typeface="Calibri"/>
            </a:endParaRPr>
          </a:p>
        </p:txBody>
      </p:sp>
      <p:sp>
        <p:nvSpPr>
          <p:cNvPr id="233" name="Google Shape;233;p30"/>
          <p:cNvSpPr/>
          <p:nvPr/>
        </p:nvSpPr>
        <p:spPr>
          <a:xfrm>
            <a:off x="3319364" y="2892875"/>
            <a:ext cx="495300" cy="495300"/>
          </a:xfrm>
          <a:prstGeom prst="rect">
            <a:avLst/>
          </a:prstGeom>
          <a:solidFill>
            <a:srgbClr val="D9D9D9"/>
          </a:solid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800">
                <a:latin typeface="Calibri"/>
                <a:ea typeface="Calibri"/>
                <a:cs typeface="Calibri"/>
                <a:sym typeface="Calibri"/>
              </a:rPr>
              <a:t>15</a:t>
            </a:r>
            <a:endParaRPr sz="1800">
              <a:latin typeface="Calibri"/>
              <a:ea typeface="Calibri"/>
              <a:cs typeface="Calibri"/>
              <a:sym typeface="Calibri"/>
            </a:endParaRPr>
          </a:p>
        </p:txBody>
      </p:sp>
      <p:sp>
        <p:nvSpPr>
          <p:cNvPr id="234" name="Google Shape;234;p30"/>
          <p:cNvSpPr/>
          <p:nvPr/>
        </p:nvSpPr>
        <p:spPr>
          <a:xfrm>
            <a:off x="3808705" y="2892875"/>
            <a:ext cx="495300" cy="495300"/>
          </a:xfrm>
          <a:prstGeom prst="rect">
            <a:avLst/>
          </a:prstGeom>
          <a:solidFill>
            <a:srgbClr val="D9D9D9"/>
          </a:solid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800">
                <a:latin typeface="Calibri"/>
                <a:ea typeface="Calibri"/>
                <a:cs typeface="Calibri"/>
                <a:sym typeface="Calibri"/>
              </a:rPr>
              <a:t>2</a:t>
            </a:r>
            <a:endParaRPr sz="1800">
              <a:latin typeface="Calibri"/>
              <a:ea typeface="Calibri"/>
              <a:cs typeface="Calibri"/>
              <a:sym typeface="Calibri"/>
            </a:endParaRPr>
          </a:p>
        </p:txBody>
      </p:sp>
      <p:sp>
        <p:nvSpPr>
          <p:cNvPr id="235" name="Google Shape;235;p30"/>
          <p:cNvSpPr/>
          <p:nvPr/>
        </p:nvSpPr>
        <p:spPr>
          <a:xfrm>
            <a:off x="4293894" y="2892875"/>
            <a:ext cx="495300" cy="495300"/>
          </a:xfrm>
          <a:prstGeom prst="rect">
            <a:avLst/>
          </a:prstGeom>
          <a:solidFill>
            <a:schemeClr val="accent3"/>
          </a:solid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800">
                <a:latin typeface="Calibri"/>
                <a:ea typeface="Calibri"/>
                <a:cs typeface="Calibri"/>
                <a:sym typeface="Calibri"/>
              </a:rPr>
              <a:t>17</a:t>
            </a:r>
            <a:endParaRPr sz="1800">
              <a:latin typeface="Calibri"/>
              <a:ea typeface="Calibri"/>
              <a:cs typeface="Calibri"/>
              <a:sym typeface="Calibri"/>
            </a:endParaRPr>
          </a:p>
        </p:txBody>
      </p:sp>
      <p:sp>
        <p:nvSpPr>
          <p:cNvPr id="236" name="Google Shape;236;p30"/>
          <p:cNvSpPr/>
          <p:nvPr/>
        </p:nvSpPr>
        <p:spPr>
          <a:xfrm>
            <a:off x="4778636" y="2892875"/>
            <a:ext cx="495300" cy="495300"/>
          </a:xfrm>
          <a:prstGeom prst="rect">
            <a:avLst/>
          </a:prstGeom>
          <a:solidFill>
            <a:srgbClr val="B1DD8B"/>
          </a:solid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800">
                <a:latin typeface="Calibri"/>
                <a:ea typeface="Calibri"/>
                <a:cs typeface="Calibri"/>
                <a:sym typeface="Calibri"/>
              </a:rPr>
              <a:t>19</a:t>
            </a:r>
            <a:endParaRPr sz="1800">
              <a:latin typeface="Calibri"/>
              <a:ea typeface="Calibri"/>
              <a:cs typeface="Calibri"/>
              <a:sym typeface="Calibri"/>
            </a:endParaRPr>
          </a:p>
        </p:txBody>
      </p:sp>
      <p:sp>
        <p:nvSpPr>
          <p:cNvPr id="237" name="Google Shape;237;p30"/>
          <p:cNvSpPr/>
          <p:nvPr/>
        </p:nvSpPr>
        <p:spPr>
          <a:xfrm>
            <a:off x="5263825" y="2892875"/>
            <a:ext cx="495300" cy="495300"/>
          </a:xfrm>
          <a:prstGeom prst="rect">
            <a:avLst/>
          </a:prstGeom>
          <a:solidFill>
            <a:srgbClr val="B1DD8B"/>
          </a:solid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800">
                <a:latin typeface="Calibri"/>
                <a:ea typeface="Calibri"/>
                <a:cs typeface="Calibri"/>
                <a:sym typeface="Calibri"/>
              </a:rPr>
              <a:t>26</a:t>
            </a:r>
            <a:endParaRPr sz="1800">
              <a:latin typeface="Calibri"/>
              <a:ea typeface="Calibri"/>
              <a:cs typeface="Calibri"/>
              <a:sym typeface="Calibri"/>
            </a:endParaRPr>
          </a:p>
        </p:txBody>
      </p:sp>
      <p:sp>
        <p:nvSpPr>
          <p:cNvPr id="238" name="Google Shape;238;p30"/>
          <p:cNvSpPr/>
          <p:nvPr/>
        </p:nvSpPr>
        <p:spPr>
          <a:xfrm>
            <a:off x="5753166" y="2892875"/>
            <a:ext cx="495300" cy="495300"/>
          </a:xfrm>
          <a:prstGeom prst="rect">
            <a:avLst/>
          </a:prstGeom>
          <a:solidFill>
            <a:srgbClr val="B1DD8B"/>
          </a:solid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800">
                <a:latin typeface="Calibri"/>
                <a:ea typeface="Calibri"/>
                <a:cs typeface="Calibri"/>
                <a:sym typeface="Calibri"/>
              </a:rPr>
              <a:t>41</a:t>
            </a:r>
            <a:endParaRPr sz="1800">
              <a:latin typeface="Calibri"/>
              <a:ea typeface="Calibri"/>
              <a:cs typeface="Calibri"/>
              <a:sym typeface="Calibri"/>
            </a:endParaRPr>
          </a:p>
        </p:txBody>
      </p:sp>
      <p:sp>
        <p:nvSpPr>
          <p:cNvPr id="239" name="Google Shape;239;p30"/>
          <p:cNvSpPr/>
          <p:nvPr/>
        </p:nvSpPr>
        <p:spPr>
          <a:xfrm>
            <a:off x="6238355" y="2892875"/>
            <a:ext cx="495300" cy="495300"/>
          </a:xfrm>
          <a:prstGeom prst="rect">
            <a:avLst/>
          </a:prstGeom>
          <a:solidFill>
            <a:srgbClr val="B1DD8B"/>
          </a:solid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800">
                <a:latin typeface="Calibri"/>
                <a:ea typeface="Calibri"/>
                <a:cs typeface="Calibri"/>
                <a:sym typeface="Calibri"/>
              </a:rPr>
              <a:t>17</a:t>
            </a:r>
            <a:endParaRPr sz="1800">
              <a:latin typeface="Calibri"/>
              <a:ea typeface="Calibri"/>
              <a:cs typeface="Calibri"/>
              <a:sym typeface="Calibri"/>
            </a:endParaRPr>
          </a:p>
        </p:txBody>
      </p:sp>
      <p:sp>
        <p:nvSpPr>
          <p:cNvPr id="240" name="Google Shape;240;p30"/>
          <p:cNvSpPr/>
          <p:nvPr/>
        </p:nvSpPr>
        <p:spPr>
          <a:xfrm>
            <a:off x="6727730" y="2892875"/>
            <a:ext cx="495300" cy="495300"/>
          </a:xfrm>
          <a:prstGeom prst="rect">
            <a:avLst/>
          </a:prstGeom>
          <a:solidFill>
            <a:srgbClr val="B1DD8B"/>
          </a:solid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800">
                <a:latin typeface="Calibri"/>
                <a:ea typeface="Calibri"/>
                <a:cs typeface="Calibri"/>
                <a:sym typeface="Calibri"/>
              </a:rPr>
              <a:t>17</a:t>
            </a:r>
            <a:endParaRPr sz="1800">
              <a:latin typeface="Calibri"/>
              <a:ea typeface="Calibri"/>
              <a:cs typeface="Calibri"/>
              <a:sym typeface="Calibri"/>
            </a:endParaRPr>
          </a:p>
        </p:txBody>
      </p:sp>
      <p:sp>
        <p:nvSpPr>
          <p:cNvPr id="241" name="Google Shape;241;p30"/>
          <p:cNvSpPr/>
          <p:nvPr/>
        </p:nvSpPr>
        <p:spPr>
          <a:xfrm>
            <a:off x="3814675" y="3880930"/>
            <a:ext cx="495300" cy="495300"/>
          </a:xfrm>
          <a:prstGeom prst="rect">
            <a:avLst/>
          </a:prstGeom>
          <a:solidFill>
            <a:srgbClr val="B1DD8B"/>
          </a:solid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800">
                <a:latin typeface="Calibri"/>
                <a:ea typeface="Calibri"/>
                <a:cs typeface="Calibri"/>
                <a:sym typeface="Calibri"/>
              </a:rPr>
              <a:t>32</a:t>
            </a:r>
            <a:endParaRPr sz="1800">
              <a:latin typeface="Calibri"/>
              <a:ea typeface="Calibri"/>
              <a:cs typeface="Calibri"/>
              <a:sym typeface="Calibri"/>
            </a:endParaRPr>
          </a:p>
        </p:txBody>
      </p:sp>
      <p:sp>
        <p:nvSpPr>
          <p:cNvPr id="242" name="Google Shape;242;p30"/>
          <p:cNvSpPr/>
          <p:nvPr/>
        </p:nvSpPr>
        <p:spPr>
          <a:xfrm>
            <a:off x="3319364" y="3880925"/>
            <a:ext cx="495300" cy="495300"/>
          </a:xfrm>
          <a:prstGeom prst="rect">
            <a:avLst/>
          </a:prstGeom>
          <a:solidFill>
            <a:srgbClr val="B1DD8B"/>
          </a:solid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800">
                <a:latin typeface="Calibri"/>
                <a:ea typeface="Calibri"/>
                <a:cs typeface="Calibri"/>
                <a:sym typeface="Calibri"/>
              </a:rPr>
              <a:t>15</a:t>
            </a:r>
            <a:endParaRPr sz="1800">
              <a:latin typeface="Calibri"/>
              <a:ea typeface="Calibri"/>
              <a:cs typeface="Calibri"/>
              <a:sym typeface="Calibri"/>
            </a:endParaRPr>
          </a:p>
        </p:txBody>
      </p:sp>
      <p:sp>
        <p:nvSpPr>
          <p:cNvPr id="243" name="Google Shape;243;p30"/>
          <p:cNvSpPr/>
          <p:nvPr/>
        </p:nvSpPr>
        <p:spPr>
          <a:xfrm>
            <a:off x="2824080" y="3880925"/>
            <a:ext cx="495300" cy="495300"/>
          </a:xfrm>
          <a:prstGeom prst="rect">
            <a:avLst/>
          </a:prstGeom>
          <a:solidFill>
            <a:srgbClr val="B1DD8B"/>
          </a:solid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800">
                <a:latin typeface="Calibri"/>
                <a:ea typeface="Calibri"/>
                <a:cs typeface="Calibri"/>
                <a:sym typeface="Calibri"/>
              </a:rPr>
              <a:t>2</a:t>
            </a:r>
            <a:endParaRPr sz="1800">
              <a:latin typeface="Calibri"/>
              <a:ea typeface="Calibri"/>
              <a:cs typeface="Calibri"/>
              <a:sym typeface="Calibri"/>
            </a:endParaRPr>
          </a:p>
        </p:txBody>
      </p:sp>
      <p:sp>
        <p:nvSpPr>
          <p:cNvPr id="244" name="Google Shape;244;p30"/>
          <p:cNvSpPr txBox="1">
            <a:spLocks noGrp="1"/>
          </p:cNvSpPr>
          <p:nvPr>
            <p:ph type="body" idx="1"/>
          </p:nvPr>
        </p:nvSpPr>
        <p:spPr>
          <a:xfrm>
            <a:off x="107044" y="402200"/>
            <a:ext cx="8520600" cy="3416400"/>
          </a:xfrm>
          <a:prstGeom prst="rect">
            <a:avLst/>
          </a:prstGeom>
        </p:spPr>
        <p:txBody>
          <a:bodyPr spcFirstLastPara="1" wrap="square" lIns="91425" tIns="91425" rIns="91425" bIns="91425" anchor="t" anchorCtr="0">
            <a:noAutofit/>
          </a:bodyPr>
          <a:lstStyle/>
          <a:p>
            <a:pPr marL="0" lvl="0" indent="0" algn="l" rtl="0">
              <a:spcBef>
                <a:spcPts val="600"/>
              </a:spcBef>
              <a:spcAft>
                <a:spcPts val="0"/>
              </a:spcAft>
              <a:buNone/>
            </a:pPr>
            <a:r>
              <a:rPr lang="en"/>
              <a:t>General strategy: </a:t>
            </a:r>
            <a:endParaRPr/>
          </a:p>
          <a:p>
            <a:pPr marL="457200" lvl="0" indent="-342900" algn="l" rtl="0">
              <a:spcBef>
                <a:spcPts val="600"/>
              </a:spcBef>
              <a:spcAft>
                <a:spcPts val="0"/>
              </a:spcAft>
              <a:buSzPts val="1800"/>
              <a:buChar char="●"/>
            </a:pPr>
            <a:r>
              <a:rPr lang="en"/>
              <a:t>Starting with an empty output sequence.</a:t>
            </a:r>
            <a:endParaRPr/>
          </a:p>
          <a:p>
            <a:pPr marL="457200" lvl="0" indent="-342900" algn="l" rtl="0">
              <a:spcBef>
                <a:spcPts val="0"/>
              </a:spcBef>
              <a:spcAft>
                <a:spcPts val="0"/>
              </a:spcAft>
              <a:buSzPts val="1800"/>
              <a:buChar char="●"/>
            </a:pPr>
            <a:r>
              <a:rPr lang="en"/>
              <a:t>Add each item from input, inserting into output at right point.</a:t>
            </a:r>
            <a:endParaRPr/>
          </a:p>
          <a:p>
            <a:pPr marL="0" lvl="0" indent="0" algn="l" rtl="0">
              <a:spcBef>
                <a:spcPts val="600"/>
              </a:spcBef>
              <a:spcAft>
                <a:spcPts val="0"/>
              </a:spcAft>
              <a:buNone/>
            </a:pPr>
            <a:endParaRPr/>
          </a:p>
          <a:p>
            <a:pPr marL="0" lvl="0" indent="0" algn="l" rtl="0">
              <a:spcBef>
                <a:spcPts val="600"/>
              </a:spcBef>
              <a:spcAft>
                <a:spcPts val="0"/>
              </a:spcAft>
              <a:buNone/>
            </a:pPr>
            <a:r>
              <a:rPr lang="en"/>
              <a:t>Naive approach, build entirely new output:</a:t>
            </a:r>
            <a:endParaRPr/>
          </a:p>
        </p:txBody>
      </p:sp>
      <p:sp>
        <p:nvSpPr>
          <p:cNvPr id="245" name="Google Shape;245;p30"/>
          <p:cNvSpPr txBox="1"/>
          <p:nvPr/>
        </p:nvSpPr>
        <p:spPr>
          <a:xfrm>
            <a:off x="1300800" y="2872650"/>
            <a:ext cx="948300" cy="4953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2000">
                <a:latin typeface="Calibri"/>
                <a:ea typeface="Calibri"/>
                <a:cs typeface="Calibri"/>
                <a:sym typeface="Calibri"/>
              </a:rPr>
              <a:t>Input:</a:t>
            </a:r>
            <a:endParaRPr sz="2000">
              <a:latin typeface="Calibri"/>
              <a:ea typeface="Calibri"/>
              <a:cs typeface="Calibri"/>
              <a:sym typeface="Calibri"/>
            </a:endParaRPr>
          </a:p>
        </p:txBody>
      </p:sp>
      <p:sp>
        <p:nvSpPr>
          <p:cNvPr id="246" name="Google Shape;246;p30"/>
          <p:cNvSpPr txBox="1"/>
          <p:nvPr/>
        </p:nvSpPr>
        <p:spPr>
          <a:xfrm>
            <a:off x="1221525" y="3866612"/>
            <a:ext cx="1172100" cy="4953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2000">
                <a:latin typeface="Calibri"/>
                <a:ea typeface="Calibri"/>
                <a:cs typeface="Calibri"/>
                <a:sym typeface="Calibri"/>
              </a:rPr>
              <a:t>Output:</a:t>
            </a:r>
            <a:endParaRPr sz="2000">
              <a:latin typeface="Calibri"/>
              <a:ea typeface="Calibri"/>
              <a:cs typeface="Calibri"/>
              <a:sym typeface="Calibri"/>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250"/>
        <p:cNvGrpSpPr/>
        <p:nvPr/>
      </p:nvGrpSpPr>
      <p:grpSpPr>
        <a:xfrm>
          <a:off x="0" y="0"/>
          <a:ext cx="0" cy="0"/>
          <a:chOff x="0" y="0"/>
          <a:chExt cx="0" cy="0"/>
        </a:xfrm>
      </p:grpSpPr>
      <p:sp>
        <p:nvSpPr>
          <p:cNvPr id="251" name="Google Shape;251;p31"/>
          <p:cNvSpPr txBox="1">
            <a:spLocks noGrp="1"/>
          </p:cNvSpPr>
          <p:nvPr>
            <p:ph type="title"/>
          </p:nvPr>
        </p:nvSpPr>
        <p:spPr>
          <a:xfrm>
            <a:off x="0" y="0"/>
            <a:ext cx="8520600" cy="3936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Insertion Sort</a:t>
            </a:r>
            <a:endParaRPr/>
          </a:p>
        </p:txBody>
      </p:sp>
      <p:sp>
        <p:nvSpPr>
          <p:cNvPr id="252" name="Google Shape;252;p31"/>
          <p:cNvSpPr/>
          <p:nvPr/>
        </p:nvSpPr>
        <p:spPr>
          <a:xfrm>
            <a:off x="2834175" y="2892875"/>
            <a:ext cx="495300" cy="495300"/>
          </a:xfrm>
          <a:prstGeom prst="rect">
            <a:avLst/>
          </a:prstGeom>
          <a:solidFill>
            <a:srgbClr val="D9D9D9"/>
          </a:solid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800">
                <a:latin typeface="Calibri"/>
                <a:ea typeface="Calibri"/>
                <a:cs typeface="Calibri"/>
                <a:sym typeface="Calibri"/>
              </a:rPr>
              <a:t>32</a:t>
            </a:r>
            <a:endParaRPr sz="1800">
              <a:latin typeface="Calibri"/>
              <a:ea typeface="Calibri"/>
              <a:cs typeface="Calibri"/>
              <a:sym typeface="Calibri"/>
            </a:endParaRPr>
          </a:p>
        </p:txBody>
      </p:sp>
      <p:sp>
        <p:nvSpPr>
          <p:cNvPr id="253" name="Google Shape;253;p31"/>
          <p:cNvSpPr/>
          <p:nvPr/>
        </p:nvSpPr>
        <p:spPr>
          <a:xfrm>
            <a:off x="3319364" y="2892875"/>
            <a:ext cx="495300" cy="495300"/>
          </a:xfrm>
          <a:prstGeom prst="rect">
            <a:avLst/>
          </a:prstGeom>
          <a:solidFill>
            <a:srgbClr val="D9D9D9"/>
          </a:solid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800">
                <a:latin typeface="Calibri"/>
                <a:ea typeface="Calibri"/>
                <a:cs typeface="Calibri"/>
                <a:sym typeface="Calibri"/>
              </a:rPr>
              <a:t>15</a:t>
            </a:r>
            <a:endParaRPr sz="1800">
              <a:latin typeface="Calibri"/>
              <a:ea typeface="Calibri"/>
              <a:cs typeface="Calibri"/>
              <a:sym typeface="Calibri"/>
            </a:endParaRPr>
          </a:p>
        </p:txBody>
      </p:sp>
      <p:sp>
        <p:nvSpPr>
          <p:cNvPr id="254" name="Google Shape;254;p31"/>
          <p:cNvSpPr/>
          <p:nvPr/>
        </p:nvSpPr>
        <p:spPr>
          <a:xfrm>
            <a:off x="3808705" y="2892875"/>
            <a:ext cx="495300" cy="495300"/>
          </a:xfrm>
          <a:prstGeom prst="rect">
            <a:avLst/>
          </a:prstGeom>
          <a:solidFill>
            <a:srgbClr val="D9D9D9"/>
          </a:solid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800">
                <a:latin typeface="Calibri"/>
                <a:ea typeface="Calibri"/>
                <a:cs typeface="Calibri"/>
                <a:sym typeface="Calibri"/>
              </a:rPr>
              <a:t>2</a:t>
            </a:r>
            <a:endParaRPr sz="1800">
              <a:latin typeface="Calibri"/>
              <a:ea typeface="Calibri"/>
              <a:cs typeface="Calibri"/>
              <a:sym typeface="Calibri"/>
            </a:endParaRPr>
          </a:p>
        </p:txBody>
      </p:sp>
      <p:sp>
        <p:nvSpPr>
          <p:cNvPr id="255" name="Google Shape;255;p31"/>
          <p:cNvSpPr/>
          <p:nvPr/>
        </p:nvSpPr>
        <p:spPr>
          <a:xfrm>
            <a:off x="4293894" y="2892875"/>
            <a:ext cx="495300" cy="495300"/>
          </a:xfrm>
          <a:prstGeom prst="rect">
            <a:avLst/>
          </a:prstGeom>
          <a:solidFill>
            <a:srgbClr val="D9D9D9"/>
          </a:solid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800">
                <a:latin typeface="Calibri"/>
                <a:ea typeface="Calibri"/>
                <a:cs typeface="Calibri"/>
                <a:sym typeface="Calibri"/>
              </a:rPr>
              <a:t>17</a:t>
            </a:r>
            <a:endParaRPr sz="1800">
              <a:latin typeface="Calibri"/>
              <a:ea typeface="Calibri"/>
              <a:cs typeface="Calibri"/>
              <a:sym typeface="Calibri"/>
            </a:endParaRPr>
          </a:p>
        </p:txBody>
      </p:sp>
      <p:sp>
        <p:nvSpPr>
          <p:cNvPr id="256" name="Google Shape;256;p31"/>
          <p:cNvSpPr/>
          <p:nvPr/>
        </p:nvSpPr>
        <p:spPr>
          <a:xfrm>
            <a:off x="4778636" y="2892875"/>
            <a:ext cx="495300" cy="495300"/>
          </a:xfrm>
          <a:prstGeom prst="rect">
            <a:avLst/>
          </a:prstGeom>
          <a:solidFill>
            <a:schemeClr val="accent3"/>
          </a:solid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800">
                <a:latin typeface="Calibri"/>
                <a:ea typeface="Calibri"/>
                <a:cs typeface="Calibri"/>
                <a:sym typeface="Calibri"/>
              </a:rPr>
              <a:t>19</a:t>
            </a:r>
            <a:endParaRPr sz="1800">
              <a:latin typeface="Calibri"/>
              <a:ea typeface="Calibri"/>
              <a:cs typeface="Calibri"/>
              <a:sym typeface="Calibri"/>
            </a:endParaRPr>
          </a:p>
        </p:txBody>
      </p:sp>
      <p:sp>
        <p:nvSpPr>
          <p:cNvPr id="257" name="Google Shape;257;p31"/>
          <p:cNvSpPr/>
          <p:nvPr/>
        </p:nvSpPr>
        <p:spPr>
          <a:xfrm>
            <a:off x="5263825" y="2892875"/>
            <a:ext cx="495300" cy="495300"/>
          </a:xfrm>
          <a:prstGeom prst="rect">
            <a:avLst/>
          </a:prstGeom>
          <a:solidFill>
            <a:srgbClr val="B1DD8B"/>
          </a:solid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800">
                <a:latin typeface="Calibri"/>
                <a:ea typeface="Calibri"/>
                <a:cs typeface="Calibri"/>
                <a:sym typeface="Calibri"/>
              </a:rPr>
              <a:t>26</a:t>
            </a:r>
            <a:endParaRPr sz="1800">
              <a:latin typeface="Calibri"/>
              <a:ea typeface="Calibri"/>
              <a:cs typeface="Calibri"/>
              <a:sym typeface="Calibri"/>
            </a:endParaRPr>
          </a:p>
        </p:txBody>
      </p:sp>
      <p:sp>
        <p:nvSpPr>
          <p:cNvPr id="258" name="Google Shape;258;p31"/>
          <p:cNvSpPr/>
          <p:nvPr/>
        </p:nvSpPr>
        <p:spPr>
          <a:xfrm>
            <a:off x="5753166" y="2892875"/>
            <a:ext cx="495300" cy="495300"/>
          </a:xfrm>
          <a:prstGeom prst="rect">
            <a:avLst/>
          </a:prstGeom>
          <a:solidFill>
            <a:srgbClr val="B1DD8B"/>
          </a:solid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800">
                <a:latin typeface="Calibri"/>
                <a:ea typeface="Calibri"/>
                <a:cs typeface="Calibri"/>
                <a:sym typeface="Calibri"/>
              </a:rPr>
              <a:t>41</a:t>
            </a:r>
            <a:endParaRPr sz="1800">
              <a:latin typeface="Calibri"/>
              <a:ea typeface="Calibri"/>
              <a:cs typeface="Calibri"/>
              <a:sym typeface="Calibri"/>
            </a:endParaRPr>
          </a:p>
        </p:txBody>
      </p:sp>
      <p:sp>
        <p:nvSpPr>
          <p:cNvPr id="259" name="Google Shape;259;p31"/>
          <p:cNvSpPr/>
          <p:nvPr/>
        </p:nvSpPr>
        <p:spPr>
          <a:xfrm>
            <a:off x="6238355" y="2892875"/>
            <a:ext cx="495300" cy="495300"/>
          </a:xfrm>
          <a:prstGeom prst="rect">
            <a:avLst/>
          </a:prstGeom>
          <a:solidFill>
            <a:srgbClr val="B1DD8B"/>
          </a:solid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800">
                <a:latin typeface="Calibri"/>
                <a:ea typeface="Calibri"/>
                <a:cs typeface="Calibri"/>
                <a:sym typeface="Calibri"/>
              </a:rPr>
              <a:t>17</a:t>
            </a:r>
            <a:endParaRPr sz="1800">
              <a:latin typeface="Calibri"/>
              <a:ea typeface="Calibri"/>
              <a:cs typeface="Calibri"/>
              <a:sym typeface="Calibri"/>
            </a:endParaRPr>
          </a:p>
        </p:txBody>
      </p:sp>
      <p:sp>
        <p:nvSpPr>
          <p:cNvPr id="260" name="Google Shape;260;p31"/>
          <p:cNvSpPr/>
          <p:nvPr/>
        </p:nvSpPr>
        <p:spPr>
          <a:xfrm>
            <a:off x="6727730" y="2892875"/>
            <a:ext cx="495300" cy="495300"/>
          </a:xfrm>
          <a:prstGeom prst="rect">
            <a:avLst/>
          </a:prstGeom>
          <a:solidFill>
            <a:srgbClr val="B1DD8B"/>
          </a:solid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800">
                <a:latin typeface="Calibri"/>
                <a:ea typeface="Calibri"/>
                <a:cs typeface="Calibri"/>
                <a:sym typeface="Calibri"/>
              </a:rPr>
              <a:t>17</a:t>
            </a:r>
            <a:endParaRPr sz="1800">
              <a:latin typeface="Calibri"/>
              <a:ea typeface="Calibri"/>
              <a:cs typeface="Calibri"/>
              <a:sym typeface="Calibri"/>
            </a:endParaRPr>
          </a:p>
        </p:txBody>
      </p:sp>
      <p:sp>
        <p:nvSpPr>
          <p:cNvPr id="261" name="Google Shape;261;p31"/>
          <p:cNvSpPr/>
          <p:nvPr/>
        </p:nvSpPr>
        <p:spPr>
          <a:xfrm>
            <a:off x="4299562" y="3880930"/>
            <a:ext cx="495300" cy="495300"/>
          </a:xfrm>
          <a:prstGeom prst="rect">
            <a:avLst/>
          </a:prstGeom>
          <a:solidFill>
            <a:srgbClr val="B1DD8B"/>
          </a:solid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800">
                <a:latin typeface="Calibri"/>
                <a:ea typeface="Calibri"/>
                <a:cs typeface="Calibri"/>
                <a:sym typeface="Calibri"/>
              </a:rPr>
              <a:t>32</a:t>
            </a:r>
            <a:endParaRPr sz="1800">
              <a:latin typeface="Calibri"/>
              <a:ea typeface="Calibri"/>
              <a:cs typeface="Calibri"/>
              <a:sym typeface="Calibri"/>
            </a:endParaRPr>
          </a:p>
        </p:txBody>
      </p:sp>
      <p:sp>
        <p:nvSpPr>
          <p:cNvPr id="262" name="Google Shape;262;p31"/>
          <p:cNvSpPr/>
          <p:nvPr/>
        </p:nvSpPr>
        <p:spPr>
          <a:xfrm>
            <a:off x="3319364" y="3880925"/>
            <a:ext cx="495300" cy="495300"/>
          </a:xfrm>
          <a:prstGeom prst="rect">
            <a:avLst/>
          </a:prstGeom>
          <a:solidFill>
            <a:srgbClr val="B1DD8B"/>
          </a:solid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800">
                <a:latin typeface="Calibri"/>
                <a:ea typeface="Calibri"/>
                <a:cs typeface="Calibri"/>
                <a:sym typeface="Calibri"/>
              </a:rPr>
              <a:t>15</a:t>
            </a:r>
            <a:endParaRPr sz="1800">
              <a:latin typeface="Calibri"/>
              <a:ea typeface="Calibri"/>
              <a:cs typeface="Calibri"/>
              <a:sym typeface="Calibri"/>
            </a:endParaRPr>
          </a:p>
        </p:txBody>
      </p:sp>
      <p:sp>
        <p:nvSpPr>
          <p:cNvPr id="263" name="Google Shape;263;p31"/>
          <p:cNvSpPr/>
          <p:nvPr/>
        </p:nvSpPr>
        <p:spPr>
          <a:xfrm>
            <a:off x="2824080" y="3880925"/>
            <a:ext cx="495300" cy="495300"/>
          </a:xfrm>
          <a:prstGeom prst="rect">
            <a:avLst/>
          </a:prstGeom>
          <a:solidFill>
            <a:srgbClr val="B1DD8B"/>
          </a:solid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800">
                <a:latin typeface="Calibri"/>
                <a:ea typeface="Calibri"/>
                <a:cs typeface="Calibri"/>
                <a:sym typeface="Calibri"/>
              </a:rPr>
              <a:t>2</a:t>
            </a:r>
            <a:endParaRPr sz="1800">
              <a:latin typeface="Calibri"/>
              <a:ea typeface="Calibri"/>
              <a:cs typeface="Calibri"/>
              <a:sym typeface="Calibri"/>
            </a:endParaRPr>
          </a:p>
        </p:txBody>
      </p:sp>
      <p:sp>
        <p:nvSpPr>
          <p:cNvPr id="264" name="Google Shape;264;p31"/>
          <p:cNvSpPr/>
          <p:nvPr/>
        </p:nvSpPr>
        <p:spPr>
          <a:xfrm>
            <a:off x="3809462" y="3880925"/>
            <a:ext cx="495300" cy="495300"/>
          </a:xfrm>
          <a:prstGeom prst="rect">
            <a:avLst/>
          </a:prstGeom>
          <a:solidFill>
            <a:srgbClr val="B1DD8B"/>
          </a:solid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800">
                <a:latin typeface="Calibri"/>
                <a:ea typeface="Calibri"/>
                <a:cs typeface="Calibri"/>
                <a:sym typeface="Calibri"/>
              </a:rPr>
              <a:t>17</a:t>
            </a:r>
            <a:endParaRPr sz="1800">
              <a:latin typeface="Calibri"/>
              <a:ea typeface="Calibri"/>
              <a:cs typeface="Calibri"/>
              <a:sym typeface="Calibri"/>
            </a:endParaRPr>
          </a:p>
        </p:txBody>
      </p:sp>
      <p:sp>
        <p:nvSpPr>
          <p:cNvPr id="265" name="Google Shape;265;p31"/>
          <p:cNvSpPr txBox="1">
            <a:spLocks noGrp="1"/>
          </p:cNvSpPr>
          <p:nvPr>
            <p:ph type="body" idx="1"/>
          </p:nvPr>
        </p:nvSpPr>
        <p:spPr>
          <a:xfrm>
            <a:off x="107044" y="402200"/>
            <a:ext cx="8520600" cy="3416400"/>
          </a:xfrm>
          <a:prstGeom prst="rect">
            <a:avLst/>
          </a:prstGeom>
        </p:spPr>
        <p:txBody>
          <a:bodyPr spcFirstLastPara="1" wrap="square" lIns="91425" tIns="91425" rIns="91425" bIns="91425" anchor="t" anchorCtr="0">
            <a:noAutofit/>
          </a:bodyPr>
          <a:lstStyle/>
          <a:p>
            <a:pPr marL="0" lvl="0" indent="0" algn="l" rtl="0">
              <a:spcBef>
                <a:spcPts val="600"/>
              </a:spcBef>
              <a:spcAft>
                <a:spcPts val="0"/>
              </a:spcAft>
              <a:buNone/>
            </a:pPr>
            <a:r>
              <a:rPr lang="en"/>
              <a:t>General strategy: </a:t>
            </a:r>
            <a:endParaRPr/>
          </a:p>
          <a:p>
            <a:pPr marL="457200" lvl="0" indent="-342900" algn="l" rtl="0">
              <a:spcBef>
                <a:spcPts val="600"/>
              </a:spcBef>
              <a:spcAft>
                <a:spcPts val="0"/>
              </a:spcAft>
              <a:buSzPts val="1800"/>
              <a:buChar char="●"/>
            </a:pPr>
            <a:r>
              <a:rPr lang="en"/>
              <a:t>Starting with an empty output sequence.</a:t>
            </a:r>
            <a:endParaRPr/>
          </a:p>
          <a:p>
            <a:pPr marL="457200" lvl="0" indent="-342900" algn="l" rtl="0">
              <a:spcBef>
                <a:spcPts val="0"/>
              </a:spcBef>
              <a:spcAft>
                <a:spcPts val="0"/>
              </a:spcAft>
              <a:buSzPts val="1800"/>
              <a:buChar char="●"/>
            </a:pPr>
            <a:r>
              <a:rPr lang="en"/>
              <a:t>Add each item from input, inserting into output at right point.</a:t>
            </a:r>
            <a:endParaRPr/>
          </a:p>
          <a:p>
            <a:pPr marL="0" lvl="0" indent="0" algn="l" rtl="0">
              <a:spcBef>
                <a:spcPts val="600"/>
              </a:spcBef>
              <a:spcAft>
                <a:spcPts val="0"/>
              </a:spcAft>
              <a:buNone/>
            </a:pPr>
            <a:endParaRPr/>
          </a:p>
          <a:p>
            <a:pPr marL="0" lvl="0" indent="0" algn="l" rtl="0">
              <a:spcBef>
                <a:spcPts val="600"/>
              </a:spcBef>
              <a:spcAft>
                <a:spcPts val="0"/>
              </a:spcAft>
              <a:buNone/>
            </a:pPr>
            <a:r>
              <a:rPr lang="en"/>
              <a:t>Naive approach, build entirely new output:</a:t>
            </a:r>
            <a:endParaRPr/>
          </a:p>
        </p:txBody>
      </p:sp>
      <p:sp>
        <p:nvSpPr>
          <p:cNvPr id="266" name="Google Shape;266;p31"/>
          <p:cNvSpPr txBox="1"/>
          <p:nvPr/>
        </p:nvSpPr>
        <p:spPr>
          <a:xfrm>
            <a:off x="1300800" y="2872650"/>
            <a:ext cx="948300" cy="4953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2000">
                <a:latin typeface="Calibri"/>
                <a:ea typeface="Calibri"/>
                <a:cs typeface="Calibri"/>
                <a:sym typeface="Calibri"/>
              </a:rPr>
              <a:t>Input:</a:t>
            </a:r>
            <a:endParaRPr sz="2000">
              <a:latin typeface="Calibri"/>
              <a:ea typeface="Calibri"/>
              <a:cs typeface="Calibri"/>
              <a:sym typeface="Calibri"/>
            </a:endParaRPr>
          </a:p>
        </p:txBody>
      </p:sp>
      <p:sp>
        <p:nvSpPr>
          <p:cNvPr id="267" name="Google Shape;267;p31"/>
          <p:cNvSpPr txBox="1"/>
          <p:nvPr/>
        </p:nvSpPr>
        <p:spPr>
          <a:xfrm>
            <a:off x="1221525" y="3866612"/>
            <a:ext cx="1172100" cy="4953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2000">
                <a:latin typeface="Calibri"/>
                <a:ea typeface="Calibri"/>
                <a:cs typeface="Calibri"/>
                <a:sym typeface="Calibri"/>
              </a:rPr>
              <a:t>Output:</a:t>
            </a:r>
            <a:endParaRPr sz="2000">
              <a:latin typeface="Calibri"/>
              <a:ea typeface="Calibri"/>
              <a:cs typeface="Calibri"/>
              <a:sym typeface="Calibri"/>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271"/>
        <p:cNvGrpSpPr/>
        <p:nvPr/>
      </p:nvGrpSpPr>
      <p:grpSpPr>
        <a:xfrm>
          <a:off x="0" y="0"/>
          <a:ext cx="0" cy="0"/>
          <a:chOff x="0" y="0"/>
          <a:chExt cx="0" cy="0"/>
        </a:xfrm>
      </p:grpSpPr>
      <p:sp>
        <p:nvSpPr>
          <p:cNvPr id="272" name="Google Shape;272;p32"/>
          <p:cNvSpPr txBox="1">
            <a:spLocks noGrp="1"/>
          </p:cNvSpPr>
          <p:nvPr>
            <p:ph type="title"/>
          </p:nvPr>
        </p:nvSpPr>
        <p:spPr>
          <a:xfrm>
            <a:off x="0" y="0"/>
            <a:ext cx="8520600" cy="3936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Insertion Sort</a:t>
            </a:r>
            <a:endParaRPr/>
          </a:p>
        </p:txBody>
      </p:sp>
      <p:sp>
        <p:nvSpPr>
          <p:cNvPr id="273" name="Google Shape;273;p32"/>
          <p:cNvSpPr/>
          <p:nvPr/>
        </p:nvSpPr>
        <p:spPr>
          <a:xfrm>
            <a:off x="2834175" y="2892875"/>
            <a:ext cx="495300" cy="495300"/>
          </a:xfrm>
          <a:prstGeom prst="rect">
            <a:avLst/>
          </a:prstGeom>
          <a:solidFill>
            <a:srgbClr val="D9D9D9"/>
          </a:solid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800">
                <a:latin typeface="Calibri"/>
                <a:ea typeface="Calibri"/>
                <a:cs typeface="Calibri"/>
                <a:sym typeface="Calibri"/>
              </a:rPr>
              <a:t>32</a:t>
            </a:r>
            <a:endParaRPr sz="1800">
              <a:latin typeface="Calibri"/>
              <a:ea typeface="Calibri"/>
              <a:cs typeface="Calibri"/>
              <a:sym typeface="Calibri"/>
            </a:endParaRPr>
          </a:p>
        </p:txBody>
      </p:sp>
      <p:sp>
        <p:nvSpPr>
          <p:cNvPr id="274" name="Google Shape;274;p32"/>
          <p:cNvSpPr/>
          <p:nvPr/>
        </p:nvSpPr>
        <p:spPr>
          <a:xfrm>
            <a:off x="3319364" y="2892875"/>
            <a:ext cx="495300" cy="495300"/>
          </a:xfrm>
          <a:prstGeom prst="rect">
            <a:avLst/>
          </a:prstGeom>
          <a:solidFill>
            <a:srgbClr val="D9D9D9"/>
          </a:solid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800">
                <a:latin typeface="Calibri"/>
                <a:ea typeface="Calibri"/>
                <a:cs typeface="Calibri"/>
                <a:sym typeface="Calibri"/>
              </a:rPr>
              <a:t>15</a:t>
            </a:r>
            <a:endParaRPr sz="1800">
              <a:latin typeface="Calibri"/>
              <a:ea typeface="Calibri"/>
              <a:cs typeface="Calibri"/>
              <a:sym typeface="Calibri"/>
            </a:endParaRPr>
          </a:p>
        </p:txBody>
      </p:sp>
      <p:sp>
        <p:nvSpPr>
          <p:cNvPr id="275" name="Google Shape;275;p32"/>
          <p:cNvSpPr/>
          <p:nvPr/>
        </p:nvSpPr>
        <p:spPr>
          <a:xfrm>
            <a:off x="3808705" y="2892875"/>
            <a:ext cx="495300" cy="495300"/>
          </a:xfrm>
          <a:prstGeom prst="rect">
            <a:avLst/>
          </a:prstGeom>
          <a:solidFill>
            <a:srgbClr val="D9D9D9"/>
          </a:solid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800">
                <a:latin typeface="Calibri"/>
                <a:ea typeface="Calibri"/>
                <a:cs typeface="Calibri"/>
                <a:sym typeface="Calibri"/>
              </a:rPr>
              <a:t>2</a:t>
            </a:r>
            <a:endParaRPr sz="1800">
              <a:latin typeface="Calibri"/>
              <a:ea typeface="Calibri"/>
              <a:cs typeface="Calibri"/>
              <a:sym typeface="Calibri"/>
            </a:endParaRPr>
          </a:p>
        </p:txBody>
      </p:sp>
      <p:sp>
        <p:nvSpPr>
          <p:cNvPr id="276" name="Google Shape;276;p32"/>
          <p:cNvSpPr/>
          <p:nvPr/>
        </p:nvSpPr>
        <p:spPr>
          <a:xfrm>
            <a:off x="4293894" y="2892875"/>
            <a:ext cx="495300" cy="495300"/>
          </a:xfrm>
          <a:prstGeom prst="rect">
            <a:avLst/>
          </a:prstGeom>
          <a:solidFill>
            <a:srgbClr val="D9D9D9"/>
          </a:solid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800">
                <a:latin typeface="Calibri"/>
                <a:ea typeface="Calibri"/>
                <a:cs typeface="Calibri"/>
                <a:sym typeface="Calibri"/>
              </a:rPr>
              <a:t>17</a:t>
            </a:r>
            <a:endParaRPr sz="1800">
              <a:latin typeface="Calibri"/>
              <a:ea typeface="Calibri"/>
              <a:cs typeface="Calibri"/>
              <a:sym typeface="Calibri"/>
            </a:endParaRPr>
          </a:p>
        </p:txBody>
      </p:sp>
      <p:sp>
        <p:nvSpPr>
          <p:cNvPr id="277" name="Google Shape;277;p32"/>
          <p:cNvSpPr/>
          <p:nvPr/>
        </p:nvSpPr>
        <p:spPr>
          <a:xfrm>
            <a:off x="4778636" y="2892875"/>
            <a:ext cx="495300" cy="495300"/>
          </a:xfrm>
          <a:prstGeom prst="rect">
            <a:avLst/>
          </a:prstGeom>
          <a:solidFill>
            <a:srgbClr val="D9D9D9"/>
          </a:solid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800">
                <a:latin typeface="Calibri"/>
                <a:ea typeface="Calibri"/>
                <a:cs typeface="Calibri"/>
                <a:sym typeface="Calibri"/>
              </a:rPr>
              <a:t>19</a:t>
            </a:r>
            <a:endParaRPr sz="1800">
              <a:latin typeface="Calibri"/>
              <a:ea typeface="Calibri"/>
              <a:cs typeface="Calibri"/>
              <a:sym typeface="Calibri"/>
            </a:endParaRPr>
          </a:p>
        </p:txBody>
      </p:sp>
      <p:sp>
        <p:nvSpPr>
          <p:cNvPr id="278" name="Google Shape;278;p32"/>
          <p:cNvSpPr/>
          <p:nvPr/>
        </p:nvSpPr>
        <p:spPr>
          <a:xfrm>
            <a:off x="5263825" y="2892875"/>
            <a:ext cx="495300" cy="495300"/>
          </a:xfrm>
          <a:prstGeom prst="rect">
            <a:avLst/>
          </a:prstGeom>
          <a:solidFill>
            <a:schemeClr val="accent3"/>
          </a:solid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800">
                <a:latin typeface="Calibri"/>
                <a:ea typeface="Calibri"/>
                <a:cs typeface="Calibri"/>
                <a:sym typeface="Calibri"/>
              </a:rPr>
              <a:t>26</a:t>
            </a:r>
            <a:endParaRPr sz="1800">
              <a:latin typeface="Calibri"/>
              <a:ea typeface="Calibri"/>
              <a:cs typeface="Calibri"/>
              <a:sym typeface="Calibri"/>
            </a:endParaRPr>
          </a:p>
        </p:txBody>
      </p:sp>
      <p:sp>
        <p:nvSpPr>
          <p:cNvPr id="279" name="Google Shape;279;p32"/>
          <p:cNvSpPr/>
          <p:nvPr/>
        </p:nvSpPr>
        <p:spPr>
          <a:xfrm>
            <a:off x="5753166" y="2892875"/>
            <a:ext cx="495300" cy="495300"/>
          </a:xfrm>
          <a:prstGeom prst="rect">
            <a:avLst/>
          </a:prstGeom>
          <a:solidFill>
            <a:srgbClr val="B1DD8B"/>
          </a:solid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800">
                <a:latin typeface="Calibri"/>
                <a:ea typeface="Calibri"/>
                <a:cs typeface="Calibri"/>
                <a:sym typeface="Calibri"/>
              </a:rPr>
              <a:t>41</a:t>
            </a:r>
            <a:endParaRPr sz="1800">
              <a:latin typeface="Calibri"/>
              <a:ea typeface="Calibri"/>
              <a:cs typeface="Calibri"/>
              <a:sym typeface="Calibri"/>
            </a:endParaRPr>
          </a:p>
        </p:txBody>
      </p:sp>
      <p:sp>
        <p:nvSpPr>
          <p:cNvPr id="280" name="Google Shape;280;p32"/>
          <p:cNvSpPr/>
          <p:nvPr/>
        </p:nvSpPr>
        <p:spPr>
          <a:xfrm>
            <a:off x="6238355" y="2892875"/>
            <a:ext cx="495300" cy="495300"/>
          </a:xfrm>
          <a:prstGeom prst="rect">
            <a:avLst/>
          </a:prstGeom>
          <a:solidFill>
            <a:srgbClr val="B1DD8B"/>
          </a:solid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800">
                <a:latin typeface="Calibri"/>
                <a:ea typeface="Calibri"/>
                <a:cs typeface="Calibri"/>
                <a:sym typeface="Calibri"/>
              </a:rPr>
              <a:t>17</a:t>
            </a:r>
            <a:endParaRPr sz="1800">
              <a:latin typeface="Calibri"/>
              <a:ea typeface="Calibri"/>
              <a:cs typeface="Calibri"/>
              <a:sym typeface="Calibri"/>
            </a:endParaRPr>
          </a:p>
        </p:txBody>
      </p:sp>
      <p:sp>
        <p:nvSpPr>
          <p:cNvPr id="281" name="Google Shape;281;p32"/>
          <p:cNvSpPr/>
          <p:nvPr/>
        </p:nvSpPr>
        <p:spPr>
          <a:xfrm>
            <a:off x="6727730" y="2892875"/>
            <a:ext cx="495300" cy="495300"/>
          </a:xfrm>
          <a:prstGeom prst="rect">
            <a:avLst/>
          </a:prstGeom>
          <a:solidFill>
            <a:srgbClr val="B1DD8B"/>
          </a:solid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800">
                <a:latin typeface="Calibri"/>
                <a:ea typeface="Calibri"/>
                <a:cs typeface="Calibri"/>
                <a:sym typeface="Calibri"/>
              </a:rPr>
              <a:t>17</a:t>
            </a:r>
            <a:endParaRPr sz="1800">
              <a:latin typeface="Calibri"/>
              <a:ea typeface="Calibri"/>
              <a:cs typeface="Calibri"/>
              <a:sym typeface="Calibri"/>
            </a:endParaRPr>
          </a:p>
        </p:txBody>
      </p:sp>
      <p:sp>
        <p:nvSpPr>
          <p:cNvPr id="282" name="Google Shape;282;p32"/>
          <p:cNvSpPr/>
          <p:nvPr/>
        </p:nvSpPr>
        <p:spPr>
          <a:xfrm>
            <a:off x="4794818" y="3880925"/>
            <a:ext cx="495300" cy="495300"/>
          </a:xfrm>
          <a:prstGeom prst="rect">
            <a:avLst/>
          </a:prstGeom>
          <a:solidFill>
            <a:srgbClr val="B1DD8B"/>
          </a:solid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800">
                <a:latin typeface="Calibri"/>
                <a:ea typeface="Calibri"/>
                <a:cs typeface="Calibri"/>
                <a:sym typeface="Calibri"/>
              </a:rPr>
              <a:t>32</a:t>
            </a:r>
            <a:endParaRPr sz="1800">
              <a:latin typeface="Calibri"/>
              <a:ea typeface="Calibri"/>
              <a:cs typeface="Calibri"/>
              <a:sym typeface="Calibri"/>
            </a:endParaRPr>
          </a:p>
        </p:txBody>
      </p:sp>
      <p:sp>
        <p:nvSpPr>
          <p:cNvPr id="283" name="Google Shape;283;p32"/>
          <p:cNvSpPr/>
          <p:nvPr/>
        </p:nvSpPr>
        <p:spPr>
          <a:xfrm>
            <a:off x="3319364" y="3880925"/>
            <a:ext cx="495300" cy="495300"/>
          </a:xfrm>
          <a:prstGeom prst="rect">
            <a:avLst/>
          </a:prstGeom>
          <a:solidFill>
            <a:srgbClr val="B1DD8B"/>
          </a:solid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800">
                <a:latin typeface="Calibri"/>
                <a:ea typeface="Calibri"/>
                <a:cs typeface="Calibri"/>
                <a:sym typeface="Calibri"/>
              </a:rPr>
              <a:t>15</a:t>
            </a:r>
            <a:endParaRPr sz="1800">
              <a:latin typeface="Calibri"/>
              <a:ea typeface="Calibri"/>
              <a:cs typeface="Calibri"/>
              <a:sym typeface="Calibri"/>
            </a:endParaRPr>
          </a:p>
        </p:txBody>
      </p:sp>
      <p:sp>
        <p:nvSpPr>
          <p:cNvPr id="284" name="Google Shape;284;p32"/>
          <p:cNvSpPr/>
          <p:nvPr/>
        </p:nvSpPr>
        <p:spPr>
          <a:xfrm>
            <a:off x="2824080" y="3880925"/>
            <a:ext cx="495300" cy="495300"/>
          </a:xfrm>
          <a:prstGeom prst="rect">
            <a:avLst/>
          </a:prstGeom>
          <a:solidFill>
            <a:srgbClr val="B1DD8B"/>
          </a:solid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800">
                <a:latin typeface="Calibri"/>
                <a:ea typeface="Calibri"/>
                <a:cs typeface="Calibri"/>
                <a:sym typeface="Calibri"/>
              </a:rPr>
              <a:t>2</a:t>
            </a:r>
            <a:endParaRPr sz="1800">
              <a:latin typeface="Calibri"/>
              <a:ea typeface="Calibri"/>
              <a:cs typeface="Calibri"/>
              <a:sym typeface="Calibri"/>
            </a:endParaRPr>
          </a:p>
        </p:txBody>
      </p:sp>
      <p:sp>
        <p:nvSpPr>
          <p:cNvPr id="285" name="Google Shape;285;p32"/>
          <p:cNvSpPr/>
          <p:nvPr/>
        </p:nvSpPr>
        <p:spPr>
          <a:xfrm>
            <a:off x="3809462" y="3880925"/>
            <a:ext cx="495300" cy="495300"/>
          </a:xfrm>
          <a:prstGeom prst="rect">
            <a:avLst/>
          </a:prstGeom>
          <a:solidFill>
            <a:srgbClr val="B1DD8B"/>
          </a:solid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800">
                <a:latin typeface="Calibri"/>
                <a:ea typeface="Calibri"/>
                <a:cs typeface="Calibri"/>
                <a:sym typeface="Calibri"/>
              </a:rPr>
              <a:t>17</a:t>
            </a:r>
            <a:endParaRPr sz="1800">
              <a:latin typeface="Calibri"/>
              <a:ea typeface="Calibri"/>
              <a:cs typeface="Calibri"/>
              <a:sym typeface="Calibri"/>
            </a:endParaRPr>
          </a:p>
        </p:txBody>
      </p:sp>
      <p:sp>
        <p:nvSpPr>
          <p:cNvPr id="286" name="Google Shape;286;p32"/>
          <p:cNvSpPr/>
          <p:nvPr/>
        </p:nvSpPr>
        <p:spPr>
          <a:xfrm>
            <a:off x="4293911" y="3880925"/>
            <a:ext cx="495300" cy="495300"/>
          </a:xfrm>
          <a:prstGeom prst="rect">
            <a:avLst/>
          </a:prstGeom>
          <a:solidFill>
            <a:srgbClr val="B1DD8B"/>
          </a:solid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800">
                <a:latin typeface="Calibri"/>
                <a:ea typeface="Calibri"/>
                <a:cs typeface="Calibri"/>
                <a:sym typeface="Calibri"/>
              </a:rPr>
              <a:t>19</a:t>
            </a:r>
            <a:endParaRPr sz="1800">
              <a:latin typeface="Calibri"/>
              <a:ea typeface="Calibri"/>
              <a:cs typeface="Calibri"/>
              <a:sym typeface="Calibri"/>
            </a:endParaRPr>
          </a:p>
        </p:txBody>
      </p:sp>
      <p:sp>
        <p:nvSpPr>
          <p:cNvPr id="287" name="Google Shape;287;p32"/>
          <p:cNvSpPr txBox="1">
            <a:spLocks noGrp="1"/>
          </p:cNvSpPr>
          <p:nvPr>
            <p:ph type="body" idx="1"/>
          </p:nvPr>
        </p:nvSpPr>
        <p:spPr>
          <a:xfrm>
            <a:off x="107044" y="402200"/>
            <a:ext cx="8520600" cy="3416400"/>
          </a:xfrm>
          <a:prstGeom prst="rect">
            <a:avLst/>
          </a:prstGeom>
        </p:spPr>
        <p:txBody>
          <a:bodyPr spcFirstLastPara="1" wrap="square" lIns="91425" tIns="91425" rIns="91425" bIns="91425" anchor="t" anchorCtr="0">
            <a:noAutofit/>
          </a:bodyPr>
          <a:lstStyle/>
          <a:p>
            <a:pPr marL="0" lvl="0" indent="0" algn="l" rtl="0">
              <a:spcBef>
                <a:spcPts val="600"/>
              </a:spcBef>
              <a:spcAft>
                <a:spcPts val="0"/>
              </a:spcAft>
              <a:buNone/>
            </a:pPr>
            <a:r>
              <a:rPr lang="en"/>
              <a:t>General strategy: </a:t>
            </a:r>
            <a:endParaRPr/>
          </a:p>
          <a:p>
            <a:pPr marL="457200" lvl="0" indent="-342900" algn="l" rtl="0">
              <a:spcBef>
                <a:spcPts val="600"/>
              </a:spcBef>
              <a:spcAft>
                <a:spcPts val="0"/>
              </a:spcAft>
              <a:buSzPts val="1800"/>
              <a:buChar char="●"/>
            </a:pPr>
            <a:r>
              <a:rPr lang="en"/>
              <a:t>Starting with an empty output sequence.</a:t>
            </a:r>
            <a:endParaRPr/>
          </a:p>
          <a:p>
            <a:pPr marL="457200" lvl="0" indent="-342900" algn="l" rtl="0">
              <a:spcBef>
                <a:spcPts val="0"/>
              </a:spcBef>
              <a:spcAft>
                <a:spcPts val="0"/>
              </a:spcAft>
              <a:buSzPts val="1800"/>
              <a:buChar char="●"/>
            </a:pPr>
            <a:r>
              <a:rPr lang="en"/>
              <a:t>Add each item from input, inserting into output at right point.</a:t>
            </a:r>
            <a:endParaRPr/>
          </a:p>
          <a:p>
            <a:pPr marL="0" lvl="0" indent="0" algn="l" rtl="0">
              <a:spcBef>
                <a:spcPts val="600"/>
              </a:spcBef>
              <a:spcAft>
                <a:spcPts val="0"/>
              </a:spcAft>
              <a:buNone/>
            </a:pPr>
            <a:endParaRPr/>
          </a:p>
          <a:p>
            <a:pPr marL="0" lvl="0" indent="0" algn="l" rtl="0">
              <a:spcBef>
                <a:spcPts val="600"/>
              </a:spcBef>
              <a:spcAft>
                <a:spcPts val="0"/>
              </a:spcAft>
              <a:buNone/>
            </a:pPr>
            <a:r>
              <a:rPr lang="en"/>
              <a:t>Naive approach, build entirely new output:</a:t>
            </a:r>
            <a:endParaRPr/>
          </a:p>
        </p:txBody>
      </p:sp>
      <p:sp>
        <p:nvSpPr>
          <p:cNvPr id="288" name="Google Shape;288;p32"/>
          <p:cNvSpPr txBox="1"/>
          <p:nvPr/>
        </p:nvSpPr>
        <p:spPr>
          <a:xfrm>
            <a:off x="1300800" y="2872650"/>
            <a:ext cx="948300" cy="4953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2000">
                <a:latin typeface="Calibri"/>
                <a:ea typeface="Calibri"/>
                <a:cs typeface="Calibri"/>
                <a:sym typeface="Calibri"/>
              </a:rPr>
              <a:t>Input:</a:t>
            </a:r>
            <a:endParaRPr sz="2000">
              <a:latin typeface="Calibri"/>
              <a:ea typeface="Calibri"/>
              <a:cs typeface="Calibri"/>
              <a:sym typeface="Calibri"/>
            </a:endParaRPr>
          </a:p>
        </p:txBody>
      </p:sp>
      <p:sp>
        <p:nvSpPr>
          <p:cNvPr id="289" name="Google Shape;289;p32"/>
          <p:cNvSpPr txBox="1"/>
          <p:nvPr/>
        </p:nvSpPr>
        <p:spPr>
          <a:xfrm>
            <a:off x="1221525" y="3866612"/>
            <a:ext cx="1172100" cy="4953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2000">
                <a:latin typeface="Calibri"/>
                <a:ea typeface="Calibri"/>
                <a:cs typeface="Calibri"/>
                <a:sym typeface="Calibri"/>
              </a:rPr>
              <a:t>Output:</a:t>
            </a:r>
            <a:endParaRPr sz="2000">
              <a:latin typeface="Calibri"/>
              <a:ea typeface="Calibri"/>
              <a:cs typeface="Calibri"/>
              <a:sym typeface="Calibri"/>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293"/>
        <p:cNvGrpSpPr/>
        <p:nvPr/>
      </p:nvGrpSpPr>
      <p:grpSpPr>
        <a:xfrm>
          <a:off x="0" y="0"/>
          <a:ext cx="0" cy="0"/>
          <a:chOff x="0" y="0"/>
          <a:chExt cx="0" cy="0"/>
        </a:xfrm>
      </p:grpSpPr>
      <p:sp>
        <p:nvSpPr>
          <p:cNvPr id="294" name="Google Shape;294;p33"/>
          <p:cNvSpPr txBox="1">
            <a:spLocks noGrp="1"/>
          </p:cNvSpPr>
          <p:nvPr>
            <p:ph type="title"/>
          </p:nvPr>
        </p:nvSpPr>
        <p:spPr>
          <a:xfrm>
            <a:off x="0" y="0"/>
            <a:ext cx="8520600" cy="3936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Insertion Sort</a:t>
            </a:r>
            <a:endParaRPr/>
          </a:p>
        </p:txBody>
      </p:sp>
      <p:sp>
        <p:nvSpPr>
          <p:cNvPr id="295" name="Google Shape;295;p33"/>
          <p:cNvSpPr/>
          <p:nvPr/>
        </p:nvSpPr>
        <p:spPr>
          <a:xfrm>
            <a:off x="2834175" y="2892875"/>
            <a:ext cx="495300" cy="495300"/>
          </a:xfrm>
          <a:prstGeom prst="rect">
            <a:avLst/>
          </a:prstGeom>
          <a:solidFill>
            <a:srgbClr val="D9D9D9"/>
          </a:solid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800">
                <a:latin typeface="Calibri"/>
                <a:ea typeface="Calibri"/>
                <a:cs typeface="Calibri"/>
                <a:sym typeface="Calibri"/>
              </a:rPr>
              <a:t>32</a:t>
            </a:r>
            <a:endParaRPr sz="1800">
              <a:latin typeface="Calibri"/>
              <a:ea typeface="Calibri"/>
              <a:cs typeface="Calibri"/>
              <a:sym typeface="Calibri"/>
            </a:endParaRPr>
          </a:p>
        </p:txBody>
      </p:sp>
      <p:sp>
        <p:nvSpPr>
          <p:cNvPr id="296" name="Google Shape;296;p33"/>
          <p:cNvSpPr/>
          <p:nvPr/>
        </p:nvSpPr>
        <p:spPr>
          <a:xfrm>
            <a:off x="3319364" y="2892875"/>
            <a:ext cx="495300" cy="495300"/>
          </a:xfrm>
          <a:prstGeom prst="rect">
            <a:avLst/>
          </a:prstGeom>
          <a:solidFill>
            <a:srgbClr val="D9D9D9"/>
          </a:solid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800">
                <a:latin typeface="Calibri"/>
                <a:ea typeface="Calibri"/>
                <a:cs typeface="Calibri"/>
                <a:sym typeface="Calibri"/>
              </a:rPr>
              <a:t>15</a:t>
            </a:r>
            <a:endParaRPr sz="1800">
              <a:latin typeface="Calibri"/>
              <a:ea typeface="Calibri"/>
              <a:cs typeface="Calibri"/>
              <a:sym typeface="Calibri"/>
            </a:endParaRPr>
          </a:p>
        </p:txBody>
      </p:sp>
      <p:sp>
        <p:nvSpPr>
          <p:cNvPr id="297" name="Google Shape;297;p33"/>
          <p:cNvSpPr/>
          <p:nvPr/>
        </p:nvSpPr>
        <p:spPr>
          <a:xfrm>
            <a:off x="3808705" y="2892875"/>
            <a:ext cx="495300" cy="495300"/>
          </a:xfrm>
          <a:prstGeom prst="rect">
            <a:avLst/>
          </a:prstGeom>
          <a:solidFill>
            <a:srgbClr val="D9D9D9"/>
          </a:solid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800">
                <a:latin typeface="Calibri"/>
                <a:ea typeface="Calibri"/>
                <a:cs typeface="Calibri"/>
                <a:sym typeface="Calibri"/>
              </a:rPr>
              <a:t>2</a:t>
            </a:r>
            <a:endParaRPr sz="1800">
              <a:latin typeface="Calibri"/>
              <a:ea typeface="Calibri"/>
              <a:cs typeface="Calibri"/>
              <a:sym typeface="Calibri"/>
            </a:endParaRPr>
          </a:p>
        </p:txBody>
      </p:sp>
      <p:sp>
        <p:nvSpPr>
          <p:cNvPr id="298" name="Google Shape;298;p33"/>
          <p:cNvSpPr/>
          <p:nvPr/>
        </p:nvSpPr>
        <p:spPr>
          <a:xfrm>
            <a:off x="4293894" y="2892875"/>
            <a:ext cx="495300" cy="495300"/>
          </a:xfrm>
          <a:prstGeom prst="rect">
            <a:avLst/>
          </a:prstGeom>
          <a:solidFill>
            <a:srgbClr val="D9D9D9"/>
          </a:solid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800">
                <a:latin typeface="Calibri"/>
                <a:ea typeface="Calibri"/>
                <a:cs typeface="Calibri"/>
                <a:sym typeface="Calibri"/>
              </a:rPr>
              <a:t>17</a:t>
            </a:r>
            <a:endParaRPr sz="1800">
              <a:latin typeface="Calibri"/>
              <a:ea typeface="Calibri"/>
              <a:cs typeface="Calibri"/>
              <a:sym typeface="Calibri"/>
            </a:endParaRPr>
          </a:p>
        </p:txBody>
      </p:sp>
      <p:sp>
        <p:nvSpPr>
          <p:cNvPr id="299" name="Google Shape;299;p33"/>
          <p:cNvSpPr/>
          <p:nvPr/>
        </p:nvSpPr>
        <p:spPr>
          <a:xfrm>
            <a:off x="4778636" y="2892875"/>
            <a:ext cx="495300" cy="495300"/>
          </a:xfrm>
          <a:prstGeom prst="rect">
            <a:avLst/>
          </a:prstGeom>
          <a:solidFill>
            <a:srgbClr val="D9D9D9"/>
          </a:solid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800">
                <a:latin typeface="Calibri"/>
                <a:ea typeface="Calibri"/>
                <a:cs typeface="Calibri"/>
                <a:sym typeface="Calibri"/>
              </a:rPr>
              <a:t>19</a:t>
            </a:r>
            <a:endParaRPr sz="1800">
              <a:latin typeface="Calibri"/>
              <a:ea typeface="Calibri"/>
              <a:cs typeface="Calibri"/>
              <a:sym typeface="Calibri"/>
            </a:endParaRPr>
          </a:p>
        </p:txBody>
      </p:sp>
      <p:sp>
        <p:nvSpPr>
          <p:cNvPr id="300" name="Google Shape;300;p33"/>
          <p:cNvSpPr/>
          <p:nvPr/>
        </p:nvSpPr>
        <p:spPr>
          <a:xfrm>
            <a:off x="5263825" y="2892875"/>
            <a:ext cx="495300" cy="495300"/>
          </a:xfrm>
          <a:prstGeom prst="rect">
            <a:avLst/>
          </a:prstGeom>
          <a:solidFill>
            <a:srgbClr val="D9D9D9"/>
          </a:solid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800">
                <a:latin typeface="Calibri"/>
                <a:ea typeface="Calibri"/>
                <a:cs typeface="Calibri"/>
                <a:sym typeface="Calibri"/>
              </a:rPr>
              <a:t>26</a:t>
            </a:r>
            <a:endParaRPr sz="1800">
              <a:latin typeface="Calibri"/>
              <a:ea typeface="Calibri"/>
              <a:cs typeface="Calibri"/>
              <a:sym typeface="Calibri"/>
            </a:endParaRPr>
          </a:p>
        </p:txBody>
      </p:sp>
      <p:sp>
        <p:nvSpPr>
          <p:cNvPr id="301" name="Google Shape;301;p33"/>
          <p:cNvSpPr/>
          <p:nvPr/>
        </p:nvSpPr>
        <p:spPr>
          <a:xfrm>
            <a:off x="5753166" y="2892875"/>
            <a:ext cx="495300" cy="495300"/>
          </a:xfrm>
          <a:prstGeom prst="rect">
            <a:avLst/>
          </a:prstGeom>
          <a:solidFill>
            <a:schemeClr val="accent3"/>
          </a:solid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800">
                <a:latin typeface="Calibri"/>
                <a:ea typeface="Calibri"/>
                <a:cs typeface="Calibri"/>
                <a:sym typeface="Calibri"/>
              </a:rPr>
              <a:t>41</a:t>
            </a:r>
            <a:endParaRPr sz="1800">
              <a:latin typeface="Calibri"/>
              <a:ea typeface="Calibri"/>
              <a:cs typeface="Calibri"/>
              <a:sym typeface="Calibri"/>
            </a:endParaRPr>
          </a:p>
        </p:txBody>
      </p:sp>
      <p:sp>
        <p:nvSpPr>
          <p:cNvPr id="302" name="Google Shape;302;p33"/>
          <p:cNvSpPr/>
          <p:nvPr/>
        </p:nvSpPr>
        <p:spPr>
          <a:xfrm>
            <a:off x="6238355" y="2892875"/>
            <a:ext cx="495300" cy="495300"/>
          </a:xfrm>
          <a:prstGeom prst="rect">
            <a:avLst/>
          </a:prstGeom>
          <a:solidFill>
            <a:srgbClr val="B1DD8B"/>
          </a:solid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800">
                <a:latin typeface="Calibri"/>
                <a:ea typeface="Calibri"/>
                <a:cs typeface="Calibri"/>
                <a:sym typeface="Calibri"/>
              </a:rPr>
              <a:t>17</a:t>
            </a:r>
            <a:endParaRPr sz="1800">
              <a:latin typeface="Calibri"/>
              <a:ea typeface="Calibri"/>
              <a:cs typeface="Calibri"/>
              <a:sym typeface="Calibri"/>
            </a:endParaRPr>
          </a:p>
        </p:txBody>
      </p:sp>
      <p:sp>
        <p:nvSpPr>
          <p:cNvPr id="303" name="Google Shape;303;p33"/>
          <p:cNvSpPr/>
          <p:nvPr/>
        </p:nvSpPr>
        <p:spPr>
          <a:xfrm>
            <a:off x="6727730" y="2892875"/>
            <a:ext cx="495300" cy="495300"/>
          </a:xfrm>
          <a:prstGeom prst="rect">
            <a:avLst/>
          </a:prstGeom>
          <a:solidFill>
            <a:srgbClr val="B1DD8B"/>
          </a:solid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800">
                <a:latin typeface="Calibri"/>
                <a:ea typeface="Calibri"/>
                <a:cs typeface="Calibri"/>
                <a:sym typeface="Calibri"/>
              </a:rPr>
              <a:t>17</a:t>
            </a:r>
            <a:endParaRPr sz="1800">
              <a:latin typeface="Calibri"/>
              <a:ea typeface="Calibri"/>
              <a:cs typeface="Calibri"/>
              <a:sym typeface="Calibri"/>
            </a:endParaRPr>
          </a:p>
        </p:txBody>
      </p:sp>
      <p:sp>
        <p:nvSpPr>
          <p:cNvPr id="304" name="Google Shape;304;p33"/>
          <p:cNvSpPr/>
          <p:nvPr/>
        </p:nvSpPr>
        <p:spPr>
          <a:xfrm>
            <a:off x="5280812" y="3880925"/>
            <a:ext cx="495300" cy="495300"/>
          </a:xfrm>
          <a:prstGeom prst="rect">
            <a:avLst/>
          </a:prstGeom>
          <a:solidFill>
            <a:srgbClr val="B1DD8B"/>
          </a:solid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800">
                <a:latin typeface="Calibri"/>
                <a:ea typeface="Calibri"/>
                <a:cs typeface="Calibri"/>
                <a:sym typeface="Calibri"/>
              </a:rPr>
              <a:t>32</a:t>
            </a:r>
            <a:endParaRPr sz="1800">
              <a:latin typeface="Calibri"/>
              <a:ea typeface="Calibri"/>
              <a:cs typeface="Calibri"/>
              <a:sym typeface="Calibri"/>
            </a:endParaRPr>
          </a:p>
        </p:txBody>
      </p:sp>
      <p:sp>
        <p:nvSpPr>
          <p:cNvPr id="305" name="Google Shape;305;p33"/>
          <p:cNvSpPr/>
          <p:nvPr/>
        </p:nvSpPr>
        <p:spPr>
          <a:xfrm>
            <a:off x="3319364" y="3880925"/>
            <a:ext cx="495300" cy="495300"/>
          </a:xfrm>
          <a:prstGeom prst="rect">
            <a:avLst/>
          </a:prstGeom>
          <a:solidFill>
            <a:srgbClr val="B1DD8B"/>
          </a:solid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800">
                <a:latin typeface="Calibri"/>
                <a:ea typeface="Calibri"/>
                <a:cs typeface="Calibri"/>
                <a:sym typeface="Calibri"/>
              </a:rPr>
              <a:t>15</a:t>
            </a:r>
            <a:endParaRPr sz="1800">
              <a:latin typeface="Calibri"/>
              <a:ea typeface="Calibri"/>
              <a:cs typeface="Calibri"/>
              <a:sym typeface="Calibri"/>
            </a:endParaRPr>
          </a:p>
        </p:txBody>
      </p:sp>
      <p:sp>
        <p:nvSpPr>
          <p:cNvPr id="306" name="Google Shape;306;p33"/>
          <p:cNvSpPr/>
          <p:nvPr/>
        </p:nvSpPr>
        <p:spPr>
          <a:xfrm>
            <a:off x="2824080" y="3880925"/>
            <a:ext cx="495300" cy="495300"/>
          </a:xfrm>
          <a:prstGeom prst="rect">
            <a:avLst/>
          </a:prstGeom>
          <a:solidFill>
            <a:srgbClr val="B1DD8B"/>
          </a:solid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800">
                <a:latin typeface="Calibri"/>
                <a:ea typeface="Calibri"/>
                <a:cs typeface="Calibri"/>
                <a:sym typeface="Calibri"/>
              </a:rPr>
              <a:t>2</a:t>
            </a:r>
            <a:endParaRPr sz="1800">
              <a:latin typeface="Calibri"/>
              <a:ea typeface="Calibri"/>
              <a:cs typeface="Calibri"/>
              <a:sym typeface="Calibri"/>
            </a:endParaRPr>
          </a:p>
        </p:txBody>
      </p:sp>
      <p:sp>
        <p:nvSpPr>
          <p:cNvPr id="307" name="Google Shape;307;p33"/>
          <p:cNvSpPr/>
          <p:nvPr/>
        </p:nvSpPr>
        <p:spPr>
          <a:xfrm>
            <a:off x="3809462" y="3880925"/>
            <a:ext cx="495300" cy="495300"/>
          </a:xfrm>
          <a:prstGeom prst="rect">
            <a:avLst/>
          </a:prstGeom>
          <a:solidFill>
            <a:srgbClr val="B1DD8B"/>
          </a:solid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800">
                <a:latin typeface="Calibri"/>
                <a:ea typeface="Calibri"/>
                <a:cs typeface="Calibri"/>
                <a:sym typeface="Calibri"/>
              </a:rPr>
              <a:t>17</a:t>
            </a:r>
            <a:endParaRPr sz="1800">
              <a:latin typeface="Calibri"/>
              <a:ea typeface="Calibri"/>
              <a:cs typeface="Calibri"/>
              <a:sym typeface="Calibri"/>
            </a:endParaRPr>
          </a:p>
        </p:txBody>
      </p:sp>
      <p:sp>
        <p:nvSpPr>
          <p:cNvPr id="308" name="Google Shape;308;p33"/>
          <p:cNvSpPr/>
          <p:nvPr/>
        </p:nvSpPr>
        <p:spPr>
          <a:xfrm>
            <a:off x="4293911" y="3880925"/>
            <a:ext cx="495300" cy="495300"/>
          </a:xfrm>
          <a:prstGeom prst="rect">
            <a:avLst/>
          </a:prstGeom>
          <a:solidFill>
            <a:srgbClr val="B1DD8B"/>
          </a:solid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800">
                <a:latin typeface="Calibri"/>
                <a:ea typeface="Calibri"/>
                <a:cs typeface="Calibri"/>
                <a:sym typeface="Calibri"/>
              </a:rPr>
              <a:t>19</a:t>
            </a:r>
            <a:endParaRPr sz="1800">
              <a:latin typeface="Calibri"/>
              <a:ea typeface="Calibri"/>
              <a:cs typeface="Calibri"/>
              <a:sym typeface="Calibri"/>
            </a:endParaRPr>
          </a:p>
        </p:txBody>
      </p:sp>
      <p:sp>
        <p:nvSpPr>
          <p:cNvPr id="309" name="Google Shape;309;p33"/>
          <p:cNvSpPr/>
          <p:nvPr/>
        </p:nvSpPr>
        <p:spPr>
          <a:xfrm>
            <a:off x="4782431" y="3880925"/>
            <a:ext cx="495300" cy="495300"/>
          </a:xfrm>
          <a:prstGeom prst="rect">
            <a:avLst/>
          </a:prstGeom>
          <a:solidFill>
            <a:srgbClr val="B1DD8B"/>
          </a:solid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800">
                <a:latin typeface="Calibri"/>
                <a:ea typeface="Calibri"/>
                <a:cs typeface="Calibri"/>
                <a:sym typeface="Calibri"/>
              </a:rPr>
              <a:t>26</a:t>
            </a:r>
            <a:endParaRPr sz="1800">
              <a:latin typeface="Calibri"/>
              <a:ea typeface="Calibri"/>
              <a:cs typeface="Calibri"/>
              <a:sym typeface="Calibri"/>
            </a:endParaRPr>
          </a:p>
        </p:txBody>
      </p:sp>
      <p:sp>
        <p:nvSpPr>
          <p:cNvPr id="310" name="Google Shape;310;p33"/>
          <p:cNvSpPr txBox="1">
            <a:spLocks noGrp="1"/>
          </p:cNvSpPr>
          <p:nvPr>
            <p:ph type="body" idx="1"/>
          </p:nvPr>
        </p:nvSpPr>
        <p:spPr>
          <a:xfrm>
            <a:off x="107044" y="402200"/>
            <a:ext cx="8520600" cy="3416400"/>
          </a:xfrm>
          <a:prstGeom prst="rect">
            <a:avLst/>
          </a:prstGeom>
        </p:spPr>
        <p:txBody>
          <a:bodyPr spcFirstLastPara="1" wrap="square" lIns="91425" tIns="91425" rIns="91425" bIns="91425" anchor="t" anchorCtr="0">
            <a:noAutofit/>
          </a:bodyPr>
          <a:lstStyle/>
          <a:p>
            <a:pPr marL="0" lvl="0" indent="0" algn="l" rtl="0">
              <a:spcBef>
                <a:spcPts val="600"/>
              </a:spcBef>
              <a:spcAft>
                <a:spcPts val="0"/>
              </a:spcAft>
              <a:buNone/>
            </a:pPr>
            <a:r>
              <a:rPr lang="en"/>
              <a:t>General strategy: </a:t>
            </a:r>
            <a:endParaRPr/>
          </a:p>
          <a:p>
            <a:pPr marL="457200" lvl="0" indent="-342900" algn="l" rtl="0">
              <a:spcBef>
                <a:spcPts val="600"/>
              </a:spcBef>
              <a:spcAft>
                <a:spcPts val="0"/>
              </a:spcAft>
              <a:buSzPts val="1800"/>
              <a:buChar char="●"/>
            </a:pPr>
            <a:r>
              <a:rPr lang="en"/>
              <a:t>Starting with an empty output sequence.</a:t>
            </a:r>
            <a:endParaRPr/>
          </a:p>
          <a:p>
            <a:pPr marL="457200" lvl="0" indent="-342900" algn="l" rtl="0">
              <a:spcBef>
                <a:spcPts val="0"/>
              </a:spcBef>
              <a:spcAft>
                <a:spcPts val="0"/>
              </a:spcAft>
              <a:buSzPts val="1800"/>
              <a:buChar char="●"/>
            </a:pPr>
            <a:r>
              <a:rPr lang="en"/>
              <a:t>Add each item from input, inserting into output at right point.</a:t>
            </a:r>
            <a:endParaRPr/>
          </a:p>
          <a:p>
            <a:pPr marL="0" lvl="0" indent="0" algn="l" rtl="0">
              <a:spcBef>
                <a:spcPts val="600"/>
              </a:spcBef>
              <a:spcAft>
                <a:spcPts val="0"/>
              </a:spcAft>
              <a:buNone/>
            </a:pPr>
            <a:endParaRPr/>
          </a:p>
          <a:p>
            <a:pPr marL="0" lvl="0" indent="0" algn="l" rtl="0">
              <a:spcBef>
                <a:spcPts val="600"/>
              </a:spcBef>
              <a:spcAft>
                <a:spcPts val="0"/>
              </a:spcAft>
              <a:buNone/>
            </a:pPr>
            <a:r>
              <a:rPr lang="en"/>
              <a:t>Naive approach, build entirely new output:</a:t>
            </a:r>
            <a:endParaRPr/>
          </a:p>
        </p:txBody>
      </p:sp>
      <p:sp>
        <p:nvSpPr>
          <p:cNvPr id="311" name="Google Shape;311;p33"/>
          <p:cNvSpPr txBox="1"/>
          <p:nvPr/>
        </p:nvSpPr>
        <p:spPr>
          <a:xfrm>
            <a:off x="1300800" y="2872650"/>
            <a:ext cx="948300" cy="4953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2000">
                <a:latin typeface="Calibri"/>
                <a:ea typeface="Calibri"/>
                <a:cs typeface="Calibri"/>
                <a:sym typeface="Calibri"/>
              </a:rPr>
              <a:t>Input:</a:t>
            </a:r>
            <a:endParaRPr sz="2000">
              <a:latin typeface="Calibri"/>
              <a:ea typeface="Calibri"/>
              <a:cs typeface="Calibri"/>
              <a:sym typeface="Calibri"/>
            </a:endParaRPr>
          </a:p>
        </p:txBody>
      </p:sp>
      <p:sp>
        <p:nvSpPr>
          <p:cNvPr id="312" name="Google Shape;312;p33"/>
          <p:cNvSpPr txBox="1"/>
          <p:nvPr/>
        </p:nvSpPr>
        <p:spPr>
          <a:xfrm>
            <a:off x="1221525" y="3866612"/>
            <a:ext cx="1172100" cy="4953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2000">
                <a:latin typeface="Calibri"/>
                <a:ea typeface="Calibri"/>
                <a:cs typeface="Calibri"/>
                <a:sym typeface="Calibri"/>
              </a:rPr>
              <a:t>Output:</a:t>
            </a:r>
            <a:endParaRPr sz="2000">
              <a:latin typeface="Calibri"/>
              <a:ea typeface="Calibri"/>
              <a:cs typeface="Calibri"/>
              <a:sym typeface="Calibri"/>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316"/>
        <p:cNvGrpSpPr/>
        <p:nvPr/>
      </p:nvGrpSpPr>
      <p:grpSpPr>
        <a:xfrm>
          <a:off x="0" y="0"/>
          <a:ext cx="0" cy="0"/>
          <a:chOff x="0" y="0"/>
          <a:chExt cx="0" cy="0"/>
        </a:xfrm>
      </p:grpSpPr>
      <p:sp>
        <p:nvSpPr>
          <p:cNvPr id="317" name="Google Shape;317;p34"/>
          <p:cNvSpPr txBox="1">
            <a:spLocks noGrp="1"/>
          </p:cNvSpPr>
          <p:nvPr>
            <p:ph type="title"/>
          </p:nvPr>
        </p:nvSpPr>
        <p:spPr>
          <a:xfrm>
            <a:off x="0" y="0"/>
            <a:ext cx="8520600" cy="3936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Insertion Sort</a:t>
            </a:r>
            <a:endParaRPr/>
          </a:p>
        </p:txBody>
      </p:sp>
      <p:sp>
        <p:nvSpPr>
          <p:cNvPr id="318" name="Google Shape;318;p34"/>
          <p:cNvSpPr/>
          <p:nvPr/>
        </p:nvSpPr>
        <p:spPr>
          <a:xfrm>
            <a:off x="2834175" y="2892875"/>
            <a:ext cx="495300" cy="495300"/>
          </a:xfrm>
          <a:prstGeom prst="rect">
            <a:avLst/>
          </a:prstGeom>
          <a:solidFill>
            <a:srgbClr val="D9D9D9"/>
          </a:solid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800">
                <a:latin typeface="Calibri"/>
                <a:ea typeface="Calibri"/>
                <a:cs typeface="Calibri"/>
                <a:sym typeface="Calibri"/>
              </a:rPr>
              <a:t>32</a:t>
            </a:r>
            <a:endParaRPr sz="1800">
              <a:latin typeface="Calibri"/>
              <a:ea typeface="Calibri"/>
              <a:cs typeface="Calibri"/>
              <a:sym typeface="Calibri"/>
            </a:endParaRPr>
          </a:p>
        </p:txBody>
      </p:sp>
      <p:sp>
        <p:nvSpPr>
          <p:cNvPr id="319" name="Google Shape;319;p34"/>
          <p:cNvSpPr/>
          <p:nvPr/>
        </p:nvSpPr>
        <p:spPr>
          <a:xfrm>
            <a:off x="3319364" y="2892875"/>
            <a:ext cx="495300" cy="495300"/>
          </a:xfrm>
          <a:prstGeom prst="rect">
            <a:avLst/>
          </a:prstGeom>
          <a:solidFill>
            <a:srgbClr val="D9D9D9"/>
          </a:solid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800">
                <a:latin typeface="Calibri"/>
                <a:ea typeface="Calibri"/>
                <a:cs typeface="Calibri"/>
                <a:sym typeface="Calibri"/>
              </a:rPr>
              <a:t>15</a:t>
            </a:r>
            <a:endParaRPr sz="1800">
              <a:latin typeface="Calibri"/>
              <a:ea typeface="Calibri"/>
              <a:cs typeface="Calibri"/>
              <a:sym typeface="Calibri"/>
            </a:endParaRPr>
          </a:p>
        </p:txBody>
      </p:sp>
      <p:sp>
        <p:nvSpPr>
          <p:cNvPr id="320" name="Google Shape;320;p34"/>
          <p:cNvSpPr/>
          <p:nvPr/>
        </p:nvSpPr>
        <p:spPr>
          <a:xfrm>
            <a:off x="3808705" y="2892875"/>
            <a:ext cx="495300" cy="495300"/>
          </a:xfrm>
          <a:prstGeom prst="rect">
            <a:avLst/>
          </a:prstGeom>
          <a:solidFill>
            <a:srgbClr val="D9D9D9"/>
          </a:solid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800">
                <a:latin typeface="Calibri"/>
                <a:ea typeface="Calibri"/>
                <a:cs typeface="Calibri"/>
                <a:sym typeface="Calibri"/>
              </a:rPr>
              <a:t>2</a:t>
            </a:r>
            <a:endParaRPr sz="1800">
              <a:latin typeface="Calibri"/>
              <a:ea typeface="Calibri"/>
              <a:cs typeface="Calibri"/>
              <a:sym typeface="Calibri"/>
            </a:endParaRPr>
          </a:p>
        </p:txBody>
      </p:sp>
      <p:sp>
        <p:nvSpPr>
          <p:cNvPr id="321" name="Google Shape;321;p34"/>
          <p:cNvSpPr/>
          <p:nvPr/>
        </p:nvSpPr>
        <p:spPr>
          <a:xfrm>
            <a:off x="4293894" y="2892875"/>
            <a:ext cx="495300" cy="495300"/>
          </a:xfrm>
          <a:prstGeom prst="rect">
            <a:avLst/>
          </a:prstGeom>
          <a:solidFill>
            <a:srgbClr val="D9D9D9"/>
          </a:solid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800">
                <a:latin typeface="Calibri"/>
                <a:ea typeface="Calibri"/>
                <a:cs typeface="Calibri"/>
                <a:sym typeface="Calibri"/>
              </a:rPr>
              <a:t>17</a:t>
            </a:r>
            <a:endParaRPr sz="1800">
              <a:latin typeface="Calibri"/>
              <a:ea typeface="Calibri"/>
              <a:cs typeface="Calibri"/>
              <a:sym typeface="Calibri"/>
            </a:endParaRPr>
          </a:p>
        </p:txBody>
      </p:sp>
      <p:sp>
        <p:nvSpPr>
          <p:cNvPr id="322" name="Google Shape;322;p34"/>
          <p:cNvSpPr/>
          <p:nvPr/>
        </p:nvSpPr>
        <p:spPr>
          <a:xfrm>
            <a:off x="4778636" y="2892875"/>
            <a:ext cx="495300" cy="495300"/>
          </a:xfrm>
          <a:prstGeom prst="rect">
            <a:avLst/>
          </a:prstGeom>
          <a:solidFill>
            <a:srgbClr val="D9D9D9"/>
          </a:solid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800">
                <a:latin typeface="Calibri"/>
                <a:ea typeface="Calibri"/>
                <a:cs typeface="Calibri"/>
                <a:sym typeface="Calibri"/>
              </a:rPr>
              <a:t>19</a:t>
            </a:r>
            <a:endParaRPr sz="1800">
              <a:latin typeface="Calibri"/>
              <a:ea typeface="Calibri"/>
              <a:cs typeface="Calibri"/>
              <a:sym typeface="Calibri"/>
            </a:endParaRPr>
          </a:p>
        </p:txBody>
      </p:sp>
      <p:sp>
        <p:nvSpPr>
          <p:cNvPr id="323" name="Google Shape;323;p34"/>
          <p:cNvSpPr/>
          <p:nvPr/>
        </p:nvSpPr>
        <p:spPr>
          <a:xfrm>
            <a:off x="5263825" y="2892875"/>
            <a:ext cx="495300" cy="495300"/>
          </a:xfrm>
          <a:prstGeom prst="rect">
            <a:avLst/>
          </a:prstGeom>
          <a:solidFill>
            <a:srgbClr val="D9D9D9"/>
          </a:solid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800">
                <a:latin typeface="Calibri"/>
                <a:ea typeface="Calibri"/>
                <a:cs typeface="Calibri"/>
                <a:sym typeface="Calibri"/>
              </a:rPr>
              <a:t>26</a:t>
            </a:r>
            <a:endParaRPr sz="1800">
              <a:latin typeface="Calibri"/>
              <a:ea typeface="Calibri"/>
              <a:cs typeface="Calibri"/>
              <a:sym typeface="Calibri"/>
            </a:endParaRPr>
          </a:p>
        </p:txBody>
      </p:sp>
      <p:sp>
        <p:nvSpPr>
          <p:cNvPr id="324" name="Google Shape;324;p34"/>
          <p:cNvSpPr/>
          <p:nvPr/>
        </p:nvSpPr>
        <p:spPr>
          <a:xfrm>
            <a:off x="5753166" y="2892875"/>
            <a:ext cx="495300" cy="495300"/>
          </a:xfrm>
          <a:prstGeom prst="rect">
            <a:avLst/>
          </a:prstGeom>
          <a:solidFill>
            <a:srgbClr val="D9D9D9"/>
          </a:solid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800">
                <a:latin typeface="Calibri"/>
                <a:ea typeface="Calibri"/>
                <a:cs typeface="Calibri"/>
                <a:sym typeface="Calibri"/>
              </a:rPr>
              <a:t>41</a:t>
            </a:r>
            <a:endParaRPr sz="1800">
              <a:latin typeface="Calibri"/>
              <a:ea typeface="Calibri"/>
              <a:cs typeface="Calibri"/>
              <a:sym typeface="Calibri"/>
            </a:endParaRPr>
          </a:p>
        </p:txBody>
      </p:sp>
      <p:sp>
        <p:nvSpPr>
          <p:cNvPr id="325" name="Google Shape;325;p34"/>
          <p:cNvSpPr/>
          <p:nvPr/>
        </p:nvSpPr>
        <p:spPr>
          <a:xfrm>
            <a:off x="6238355" y="2892875"/>
            <a:ext cx="495300" cy="495300"/>
          </a:xfrm>
          <a:prstGeom prst="rect">
            <a:avLst/>
          </a:prstGeom>
          <a:solidFill>
            <a:schemeClr val="accent3"/>
          </a:solid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800">
                <a:latin typeface="Calibri"/>
                <a:ea typeface="Calibri"/>
                <a:cs typeface="Calibri"/>
                <a:sym typeface="Calibri"/>
              </a:rPr>
              <a:t>17</a:t>
            </a:r>
            <a:endParaRPr sz="1800">
              <a:latin typeface="Calibri"/>
              <a:ea typeface="Calibri"/>
              <a:cs typeface="Calibri"/>
              <a:sym typeface="Calibri"/>
            </a:endParaRPr>
          </a:p>
        </p:txBody>
      </p:sp>
      <p:sp>
        <p:nvSpPr>
          <p:cNvPr id="326" name="Google Shape;326;p34"/>
          <p:cNvSpPr/>
          <p:nvPr/>
        </p:nvSpPr>
        <p:spPr>
          <a:xfrm>
            <a:off x="6727730" y="2892875"/>
            <a:ext cx="495300" cy="495300"/>
          </a:xfrm>
          <a:prstGeom prst="rect">
            <a:avLst/>
          </a:prstGeom>
          <a:solidFill>
            <a:srgbClr val="B1DD8B"/>
          </a:solid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800">
                <a:latin typeface="Calibri"/>
                <a:ea typeface="Calibri"/>
                <a:cs typeface="Calibri"/>
                <a:sym typeface="Calibri"/>
              </a:rPr>
              <a:t>17</a:t>
            </a:r>
            <a:endParaRPr sz="1800">
              <a:latin typeface="Calibri"/>
              <a:ea typeface="Calibri"/>
              <a:cs typeface="Calibri"/>
              <a:sym typeface="Calibri"/>
            </a:endParaRPr>
          </a:p>
        </p:txBody>
      </p:sp>
      <p:sp>
        <p:nvSpPr>
          <p:cNvPr id="327" name="Google Shape;327;p34"/>
          <p:cNvSpPr/>
          <p:nvPr/>
        </p:nvSpPr>
        <p:spPr>
          <a:xfrm>
            <a:off x="5280812" y="3880925"/>
            <a:ext cx="495300" cy="495300"/>
          </a:xfrm>
          <a:prstGeom prst="rect">
            <a:avLst/>
          </a:prstGeom>
          <a:solidFill>
            <a:srgbClr val="B1DD8B"/>
          </a:solid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800">
                <a:latin typeface="Calibri"/>
                <a:ea typeface="Calibri"/>
                <a:cs typeface="Calibri"/>
                <a:sym typeface="Calibri"/>
              </a:rPr>
              <a:t>32</a:t>
            </a:r>
            <a:endParaRPr sz="1800">
              <a:latin typeface="Calibri"/>
              <a:ea typeface="Calibri"/>
              <a:cs typeface="Calibri"/>
              <a:sym typeface="Calibri"/>
            </a:endParaRPr>
          </a:p>
        </p:txBody>
      </p:sp>
      <p:sp>
        <p:nvSpPr>
          <p:cNvPr id="328" name="Google Shape;328;p34"/>
          <p:cNvSpPr/>
          <p:nvPr/>
        </p:nvSpPr>
        <p:spPr>
          <a:xfrm>
            <a:off x="3319364" y="3880925"/>
            <a:ext cx="495300" cy="495300"/>
          </a:xfrm>
          <a:prstGeom prst="rect">
            <a:avLst/>
          </a:prstGeom>
          <a:solidFill>
            <a:srgbClr val="B1DD8B"/>
          </a:solid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800">
                <a:latin typeface="Calibri"/>
                <a:ea typeface="Calibri"/>
                <a:cs typeface="Calibri"/>
                <a:sym typeface="Calibri"/>
              </a:rPr>
              <a:t>15</a:t>
            </a:r>
            <a:endParaRPr sz="1800">
              <a:latin typeface="Calibri"/>
              <a:ea typeface="Calibri"/>
              <a:cs typeface="Calibri"/>
              <a:sym typeface="Calibri"/>
            </a:endParaRPr>
          </a:p>
        </p:txBody>
      </p:sp>
      <p:sp>
        <p:nvSpPr>
          <p:cNvPr id="329" name="Google Shape;329;p34"/>
          <p:cNvSpPr/>
          <p:nvPr/>
        </p:nvSpPr>
        <p:spPr>
          <a:xfrm>
            <a:off x="2824080" y="3880925"/>
            <a:ext cx="495300" cy="495300"/>
          </a:xfrm>
          <a:prstGeom prst="rect">
            <a:avLst/>
          </a:prstGeom>
          <a:solidFill>
            <a:srgbClr val="B1DD8B"/>
          </a:solid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800">
                <a:latin typeface="Calibri"/>
                <a:ea typeface="Calibri"/>
                <a:cs typeface="Calibri"/>
                <a:sym typeface="Calibri"/>
              </a:rPr>
              <a:t>2</a:t>
            </a:r>
            <a:endParaRPr sz="1800">
              <a:latin typeface="Calibri"/>
              <a:ea typeface="Calibri"/>
              <a:cs typeface="Calibri"/>
              <a:sym typeface="Calibri"/>
            </a:endParaRPr>
          </a:p>
        </p:txBody>
      </p:sp>
      <p:sp>
        <p:nvSpPr>
          <p:cNvPr id="330" name="Google Shape;330;p34"/>
          <p:cNvSpPr/>
          <p:nvPr/>
        </p:nvSpPr>
        <p:spPr>
          <a:xfrm>
            <a:off x="3809462" y="3880925"/>
            <a:ext cx="495300" cy="495300"/>
          </a:xfrm>
          <a:prstGeom prst="rect">
            <a:avLst/>
          </a:prstGeom>
          <a:solidFill>
            <a:srgbClr val="B1DD8B"/>
          </a:solid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800">
                <a:latin typeface="Calibri"/>
                <a:ea typeface="Calibri"/>
                <a:cs typeface="Calibri"/>
                <a:sym typeface="Calibri"/>
              </a:rPr>
              <a:t>17</a:t>
            </a:r>
            <a:endParaRPr sz="1800">
              <a:latin typeface="Calibri"/>
              <a:ea typeface="Calibri"/>
              <a:cs typeface="Calibri"/>
              <a:sym typeface="Calibri"/>
            </a:endParaRPr>
          </a:p>
        </p:txBody>
      </p:sp>
      <p:sp>
        <p:nvSpPr>
          <p:cNvPr id="331" name="Google Shape;331;p34"/>
          <p:cNvSpPr/>
          <p:nvPr/>
        </p:nvSpPr>
        <p:spPr>
          <a:xfrm>
            <a:off x="4293911" y="3880925"/>
            <a:ext cx="495300" cy="495300"/>
          </a:xfrm>
          <a:prstGeom prst="rect">
            <a:avLst/>
          </a:prstGeom>
          <a:solidFill>
            <a:srgbClr val="B1DD8B"/>
          </a:solid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800">
                <a:latin typeface="Calibri"/>
                <a:ea typeface="Calibri"/>
                <a:cs typeface="Calibri"/>
                <a:sym typeface="Calibri"/>
              </a:rPr>
              <a:t>19</a:t>
            </a:r>
            <a:endParaRPr sz="1800">
              <a:latin typeface="Calibri"/>
              <a:ea typeface="Calibri"/>
              <a:cs typeface="Calibri"/>
              <a:sym typeface="Calibri"/>
            </a:endParaRPr>
          </a:p>
        </p:txBody>
      </p:sp>
      <p:sp>
        <p:nvSpPr>
          <p:cNvPr id="332" name="Google Shape;332;p34"/>
          <p:cNvSpPr/>
          <p:nvPr/>
        </p:nvSpPr>
        <p:spPr>
          <a:xfrm>
            <a:off x="4782431" y="3880925"/>
            <a:ext cx="495300" cy="495300"/>
          </a:xfrm>
          <a:prstGeom prst="rect">
            <a:avLst/>
          </a:prstGeom>
          <a:solidFill>
            <a:srgbClr val="B1DD8B"/>
          </a:solid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800">
                <a:latin typeface="Calibri"/>
                <a:ea typeface="Calibri"/>
                <a:cs typeface="Calibri"/>
                <a:sym typeface="Calibri"/>
              </a:rPr>
              <a:t>26</a:t>
            </a:r>
            <a:endParaRPr sz="1800">
              <a:latin typeface="Calibri"/>
              <a:ea typeface="Calibri"/>
              <a:cs typeface="Calibri"/>
              <a:sym typeface="Calibri"/>
            </a:endParaRPr>
          </a:p>
        </p:txBody>
      </p:sp>
      <p:sp>
        <p:nvSpPr>
          <p:cNvPr id="333" name="Google Shape;333;p34"/>
          <p:cNvSpPr/>
          <p:nvPr/>
        </p:nvSpPr>
        <p:spPr>
          <a:xfrm>
            <a:off x="5766771" y="3880925"/>
            <a:ext cx="495300" cy="495300"/>
          </a:xfrm>
          <a:prstGeom prst="rect">
            <a:avLst/>
          </a:prstGeom>
          <a:solidFill>
            <a:srgbClr val="B1DD8B"/>
          </a:solid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800">
                <a:latin typeface="Calibri"/>
                <a:ea typeface="Calibri"/>
                <a:cs typeface="Calibri"/>
                <a:sym typeface="Calibri"/>
              </a:rPr>
              <a:t>41</a:t>
            </a:r>
            <a:endParaRPr sz="1800">
              <a:latin typeface="Calibri"/>
              <a:ea typeface="Calibri"/>
              <a:cs typeface="Calibri"/>
              <a:sym typeface="Calibri"/>
            </a:endParaRPr>
          </a:p>
        </p:txBody>
      </p:sp>
      <p:sp>
        <p:nvSpPr>
          <p:cNvPr id="334" name="Google Shape;334;p34"/>
          <p:cNvSpPr txBox="1">
            <a:spLocks noGrp="1"/>
          </p:cNvSpPr>
          <p:nvPr>
            <p:ph type="body" idx="1"/>
          </p:nvPr>
        </p:nvSpPr>
        <p:spPr>
          <a:xfrm>
            <a:off x="107044" y="402200"/>
            <a:ext cx="8520600" cy="3416400"/>
          </a:xfrm>
          <a:prstGeom prst="rect">
            <a:avLst/>
          </a:prstGeom>
        </p:spPr>
        <p:txBody>
          <a:bodyPr spcFirstLastPara="1" wrap="square" lIns="91425" tIns="91425" rIns="91425" bIns="91425" anchor="t" anchorCtr="0">
            <a:noAutofit/>
          </a:bodyPr>
          <a:lstStyle/>
          <a:p>
            <a:pPr marL="0" lvl="0" indent="0" algn="l" rtl="0">
              <a:spcBef>
                <a:spcPts val="600"/>
              </a:spcBef>
              <a:spcAft>
                <a:spcPts val="0"/>
              </a:spcAft>
              <a:buNone/>
            </a:pPr>
            <a:r>
              <a:rPr lang="en"/>
              <a:t>General strategy: </a:t>
            </a:r>
            <a:endParaRPr/>
          </a:p>
          <a:p>
            <a:pPr marL="457200" lvl="0" indent="-342900" algn="l" rtl="0">
              <a:spcBef>
                <a:spcPts val="600"/>
              </a:spcBef>
              <a:spcAft>
                <a:spcPts val="0"/>
              </a:spcAft>
              <a:buSzPts val="1800"/>
              <a:buChar char="●"/>
            </a:pPr>
            <a:r>
              <a:rPr lang="en"/>
              <a:t>Starting with an empty output sequence.</a:t>
            </a:r>
            <a:endParaRPr/>
          </a:p>
          <a:p>
            <a:pPr marL="457200" lvl="0" indent="-342900" algn="l" rtl="0">
              <a:spcBef>
                <a:spcPts val="0"/>
              </a:spcBef>
              <a:spcAft>
                <a:spcPts val="0"/>
              </a:spcAft>
              <a:buSzPts val="1800"/>
              <a:buChar char="●"/>
            </a:pPr>
            <a:r>
              <a:rPr lang="en"/>
              <a:t>Add each item from input, inserting into output at right point.</a:t>
            </a:r>
            <a:endParaRPr/>
          </a:p>
          <a:p>
            <a:pPr marL="0" lvl="0" indent="0" algn="l" rtl="0">
              <a:spcBef>
                <a:spcPts val="600"/>
              </a:spcBef>
              <a:spcAft>
                <a:spcPts val="0"/>
              </a:spcAft>
              <a:buNone/>
            </a:pPr>
            <a:endParaRPr/>
          </a:p>
          <a:p>
            <a:pPr marL="0" lvl="0" indent="0" algn="l" rtl="0">
              <a:spcBef>
                <a:spcPts val="600"/>
              </a:spcBef>
              <a:spcAft>
                <a:spcPts val="0"/>
              </a:spcAft>
              <a:buNone/>
            </a:pPr>
            <a:r>
              <a:rPr lang="en"/>
              <a:t>Naive approach, build entirely new output:</a:t>
            </a:r>
            <a:endParaRPr/>
          </a:p>
        </p:txBody>
      </p:sp>
      <p:sp>
        <p:nvSpPr>
          <p:cNvPr id="335" name="Google Shape;335;p34"/>
          <p:cNvSpPr txBox="1"/>
          <p:nvPr/>
        </p:nvSpPr>
        <p:spPr>
          <a:xfrm>
            <a:off x="1300800" y="2872650"/>
            <a:ext cx="948300" cy="4953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2000">
                <a:latin typeface="Calibri"/>
                <a:ea typeface="Calibri"/>
                <a:cs typeface="Calibri"/>
                <a:sym typeface="Calibri"/>
              </a:rPr>
              <a:t>Input:</a:t>
            </a:r>
            <a:endParaRPr sz="2000">
              <a:latin typeface="Calibri"/>
              <a:ea typeface="Calibri"/>
              <a:cs typeface="Calibri"/>
              <a:sym typeface="Calibri"/>
            </a:endParaRPr>
          </a:p>
        </p:txBody>
      </p:sp>
      <p:sp>
        <p:nvSpPr>
          <p:cNvPr id="336" name="Google Shape;336;p34"/>
          <p:cNvSpPr txBox="1"/>
          <p:nvPr/>
        </p:nvSpPr>
        <p:spPr>
          <a:xfrm>
            <a:off x="1221525" y="3866612"/>
            <a:ext cx="1172100" cy="4953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2000">
                <a:latin typeface="Calibri"/>
                <a:ea typeface="Calibri"/>
                <a:cs typeface="Calibri"/>
                <a:sym typeface="Calibri"/>
              </a:rPr>
              <a:t>Output:</a:t>
            </a:r>
            <a:endParaRPr sz="2000">
              <a:latin typeface="Calibri"/>
              <a:ea typeface="Calibri"/>
              <a:cs typeface="Calibri"/>
              <a:sym typeface="Calibri"/>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340"/>
        <p:cNvGrpSpPr/>
        <p:nvPr/>
      </p:nvGrpSpPr>
      <p:grpSpPr>
        <a:xfrm>
          <a:off x="0" y="0"/>
          <a:ext cx="0" cy="0"/>
          <a:chOff x="0" y="0"/>
          <a:chExt cx="0" cy="0"/>
        </a:xfrm>
      </p:grpSpPr>
      <p:sp>
        <p:nvSpPr>
          <p:cNvPr id="341" name="Google Shape;341;p35"/>
          <p:cNvSpPr txBox="1">
            <a:spLocks noGrp="1"/>
          </p:cNvSpPr>
          <p:nvPr>
            <p:ph type="title"/>
          </p:nvPr>
        </p:nvSpPr>
        <p:spPr>
          <a:xfrm>
            <a:off x="0" y="0"/>
            <a:ext cx="8520600" cy="3936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Insertion Sort</a:t>
            </a:r>
            <a:endParaRPr/>
          </a:p>
        </p:txBody>
      </p:sp>
      <p:sp>
        <p:nvSpPr>
          <p:cNvPr id="342" name="Google Shape;342;p35"/>
          <p:cNvSpPr/>
          <p:nvPr/>
        </p:nvSpPr>
        <p:spPr>
          <a:xfrm>
            <a:off x="2834175" y="2892875"/>
            <a:ext cx="495300" cy="495300"/>
          </a:xfrm>
          <a:prstGeom prst="rect">
            <a:avLst/>
          </a:prstGeom>
          <a:solidFill>
            <a:srgbClr val="D9D9D9"/>
          </a:solid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800">
                <a:latin typeface="Calibri"/>
                <a:ea typeface="Calibri"/>
                <a:cs typeface="Calibri"/>
                <a:sym typeface="Calibri"/>
              </a:rPr>
              <a:t>32</a:t>
            </a:r>
            <a:endParaRPr sz="1800">
              <a:latin typeface="Calibri"/>
              <a:ea typeface="Calibri"/>
              <a:cs typeface="Calibri"/>
              <a:sym typeface="Calibri"/>
            </a:endParaRPr>
          </a:p>
        </p:txBody>
      </p:sp>
      <p:sp>
        <p:nvSpPr>
          <p:cNvPr id="343" name="Google Shape;343;p35"/>
          <p:cNvSpPr/>
          <p:nvPr/>
        </p:nvSpPr>
        <p:spPr>
          <a:xfrm>
            <a:off x="3319364" y="2892875"/>
            <a:ext cx="495300" cy="495300"/>
          </a:xfrm>
          <a:prstGeom prst="rect">
            <a:avLst/>
          </a:prstGeom>
          <a:solidFill>
            <a:srgbClr val="D9D9D9"/>
          </a:solid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800">
                <a:latin typeface="Calibri"/>
                <a:ea typeface="Calibri"/>
                <a:cs typeface="Calibri"/>
                <a:sym typeface="Calibri"/>
              </a:rPr>
              <a:t>15</a:t>
            </a:r>
            <a:endParaRPr sz="1800">
              <a:latin typeface="Calibri"/>
              <a:ea typeface="Calibri"/>
              <a:cs typeface="Calibri"/>
              <a:sym typeface="Calibri"/>
            </a:endParaRPr>
          </a:p>
        </p:txBody>
      </p:sp>
      <p:sp>
        <p:nvSpPr>
          <p:cNvPr id="344" name="Google Shape;344;p35"/>
          <p:cNvSpPr/>
          <p:nvPr/>
        </p:nvSpPr>
        <p:spPr>
          <a:xfrm>
            <a:off x="3808705" y="2892875"/>
            <a:ext cx="495300" cy="495300"/>
          </a:xfrm>
          <a:prstGeom prst="rect">
            <a:avLst/>
          </a:prstGeom>
          <a:solidFill>
            <a:srgbClr val="D9D9D9"/>
          </a:solid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800">
                <a:latin typeface="Calibri"/>
                <a:ea typeface="Calibri"/>
                <a:cs typeface="Calibri"/>
                <a:sym typeface="Calibri"/>
              </a:rPr>
              <a:t>2</a:t>
            </a:r>
            <a:endParaRPr sz="1800">
              <a:latin typeface="Calibri"/>
              <a:ea typeface="Calibri"/>
              <a:cs typeface="Calibri"/>
              <a:sym typeface="Calibri"/>
            </a:endParaRPr>
          </a:p>
        </p:txBody>
      </p:sp>
      <p:sp>
        <p:nvSpPr>
          <p:cNvPr id="345" name="Google Shape;345;p35"/>
          <p:cNvSpPr/>
          <p:nvPr/>
        </p:nvSpPr>
        <p:spPr>
          <a:xfrm>
            <a:off x="4293894" y="2892875"/>
            <a:ext cx="495300" cy="495300"/>
          </a:xfrm>
          <a:prstGeom prst="rect">
            <a:avLst/>
          </a:prstGeom>
          <a:solidFill>
            <a:srgbClr val="D9D9D9"/>
          </a:solid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800">
                <a:latin typeface="Calibri"/>
                <a:ea typeface="Calibri"/>
                <a:cs typeface="Calibri"/>
                <a:sym typeface="Calibri"/>
              </a:rPr>
              <a:t>17</a:t>
            </a:r>
            <a:endParaRPr sz="1800">
              <a:latin typeface="Calibri"/>
              <a:ea typeface="Calibri"/>
              <a:cs typeface="Calibri"/>
              <a:sym typeface="Calibri"/>
            </a:endParaRPr>
          </a:p>
        </p:txBody>
      </p:sp>
      <p:sp>
        <p:nvSpPr>
          <p:cNvPr id="346" name="Google Shape;346;p35"/>
          <p:cNvSpPr/>
          <p:nvPr/>
        </p:nvSpPr>
        <p:spPr>
          <a:xfrm>
            <a:off x="4778636" y="2892875"/>
            <a:ext cx="495300" cy="495300"/>
          </a:xfrm>
          <a:prstGeom prst="rect">
            <a:avLst/>
          </a:prstGeom>
          <a:solidFill>
            <a:srgbClr val="D9D9D9"/>
          </a:solid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800">
                <a:latin typeface="Calibri"/>
                <a:ea typeface="Calibri"/>
                <a:cs typeface="Calibri"/>
                <a:sym typeface="Calibri"/>
              </a:rPr>
              <a:t>19</a:t>
            </a:r>
            <a:endParaRPr sz="1800">
              <a:latin typeface="Calibri"/>
              <a:ea typeface="Calibri"/>
              <a:cs typeface="Calibri"/>
              <a:sym typeface="Calibri"/>
            </a:endParaRPr>
          </a:p>
        </p:txBody>
      </p:sp>
      <p:sp>
        <p:nvSpPr>
          <p:cNvPr id="347" name="Google Shape;347;p35"/>
          <p:cNvSpPr/>
          <p:nvPr/>
        </p:nvSpPr>
        <p:spPr>
          <a:xfrm>
            <a:off x="5263825" y="2892875"/>
            <a:ext cx="495300" cy="495300"/>
          </a:xfrm>
          <a:prstGeom prst="rect">
            <a:avLst/>
          </a:prstGeom>
          <a:solidFill>
            <a:srgbClr val="D9D9D9"/>
          </a:solid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800">
                <a:latin typeface="Calibri"/>
                <a:ea typeface="Calibri"/>
                <a:cs typeface="Calibri"/>
                <a:sym typeface="Calibri"/>
              </a:rPr>
              <a:t>26</a:t>
            </a:r>
            <a:endParaRPr sz="1800">
              <a:latin typeface="Calibri"/>
              <a:ea typeface="Calibri"/>
              <a:cs typeface="Calibri"/>
              <a:sym typeface="Calibri"/>
            </a:endParaRPr>
          </a:p>
        </p:txBody>
      </p:sp>
      <p:sp>
        <p:nvSpPr>
          <p:cNvPr id="348" name="Google Shape;348;p35"/>
          <p:cNvSpPr/>
          <p:nvPr/>
        </p:nvSpPr>
        <p:spPr>
          <a:xfrm>
            <a:off x="5753166" y="2892875"/>
            <a:ext cx="495300" cy="495300"/>
          </a:xfrm>
          <a:prstGeom prst="rect">
            <a:avLst/>
          </a:prstGeom>
          <a:solidFill>
            <a:srgbClr val="D9D9D9"/>
          </a:solid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800">
                <a:latin typeface="Calibri"/>
                <a:ea typeface="Calibri"/>
                <a:cs typeface="Calibri"/>
                <a:sym typeface="Calibri"/>
              </a:rPr>
              <a:t>41</a:t>
            </a:r>
            <a:endParaRPr sz="1800">
              <a:latin typeface="Calibri"/>
              <a:ea typeface="Calibri"/>
              <a:cs typeface="Calibri"/>
              <a:sym typeface="Calibri"/>
            </a:endParaRPr>
          </a:p>
        </p:txBody>
      </p:sp>
      <p:sp>
        <p:nvSpPr>
          <p:cNvPr id="349" name="Google Shape;349;p35"/>
          <p:cNvSpPr/>
          <p:nvPr/>
        </p:nvSpPr>
        <p:spPr>
          <a:xfrm>
            <a:off x="4300092" y="3880925"/>
            <a:ext cx="495300" cy="495300"/>
          </a:xfrm>
          <a:prstGeom prst="rect">
            <a:avLst/>
          </a:prstGeom>
          <a:solidFill>
            <a:srgbClr val="B1DD8B"/>
          </a:solid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800">
                <a:latin typeface="Calibri"/>
                <a:ea typeface="Calibri"/>
                <a:cs typeface="Calibri"/>
                <a:sym typeface="Calibri"/>
              </a:rPr>
              <a:t>17</a:t>
            </a:r>
            <a:endParaRPr sz="1800">
              <a:latin typeface="Calibri"/>
              <a:ea typeface="Calibri"/>
              <a:cs typeface="Calibri"/>
              <a:sym typeface="Calibri"/>
            </a:endParaRPr>
          </a:p>
        </p:txBody>
      </p:sp>
      <p:sp>
        <p:nvSpPr>
          <p:cNvPr id="350" name="Google Shape;350;p35"/>
          <p:cNvSpPr/>
          <p:nvPr/>
        </p:nvSpPr>
        <p:spPr>
          <a:xfrm>
            <a:off x="6727730" y="2892875"/>
            <a:ext cx="495300" cy="495300"/>
          </a:xfrm>
          <a:prstGeom prst="rect">
            <a:avLst/>
          </a:prstGeom>
          <a:solidFill>
            <a:schemeClr val="accent3"/>
          </a:solid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800">
                <a:latin typeface="Calibri"/>
                <a:ea typeface="Calibri"/>
                <a:cs typeface="Calibri"/>
                <a:sym typeface="Calibri"/>
              </a:rPr>
              <a:t>17</a:t>
            </a:r>
            <a:endParaRPr sz="1800">
              <a:latin typeface="Calibri"/>
              <a:ea typeface="Calibri"/>
              <a:cs typeface="Calibri"/>
              <a:sym typeface="Calibri"/>
            </a:endParaRPr>
          </a:p>
        </p:txBody>
      </p:sp>
      <p:sp>
        <p:nvSpPr>
          <p:cNvPr id="351" name="Google Shape;351;p35"/>
          <p:cNvSpPr/>
          <p:nvPr/>
        </p:nvSpPr>
        <p:spPr>
          <a:xfrm>
            <a:off x="5777030" y="3880925"/>
            <a:ext cx="495300" cy="495300"/>
          </a:xfrm>
          <a:prstGeom prst="rect">
            <a:avLst/>
          </a:prstGeom>
          <a:solidFill>
            <a:srgbClr val="B1DD8B"/>
          </a:solid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800">
                <a:latin typeface="Calibri"/>
                <a:ea typeface="Calibri"/>
                <a:cs typeface="Calibri"/>
                <a:sym typeface="Calibri"/>
              </a:rPr>
              <a:t>32</a:t>
            </a:r>
            <a:endParaRPr sz="1800">
              <a:latin typeface="Calibri"/>
              <a:ea typeface="Calibri"/>
              <a:cs typeface="Calibri"/>
              <a:sym typeface="Calibri"/>
            </a:endParaRPr>
          </a:p>
        </p:txBody>
      </p:sp>
      <p:sp>
        <p:nvSpPr>
          <p:cNvPr id="352" name="Google Shape;352;p35"/>
          <p:cNvSpPr/>
          <p:nvPr/>
        </p:nvSpPr>
        <p:spPr>
          <a:xfrm>
            <a:off x="3319364" y="3880925"/>
            <a:ext cx="495300" cy="495300"/>
          </a:xfrm>
          <a:prstGeom prst="rect">
            <a:avLst/>
          </a:prstGeom>
          <a:solidFill>
            <a:srgbClr val="B1DD8B"/>
          </a:solid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800">
                <a:latin typeface="Calibri"/>
                <a:ea typeface="Calibri"/>
                <a:cs typeface="Calibri"/>
                <a:sym typeface="Calibri"/>
              </a:rPr>
              <a:t>15</a:t>
            </a:r>
            <a:endParaRPr sz="1800">
              <a:latin typeface="Calibri"/>
              <a:ea typeface="Calibri"/>
              <a:cs typeface="Calibri"/>
              <a:sym typeface="Calibri"/>
            </a:endParaRPr>
          </a:p>
        </p:txBody>
      </p:sp>
      <p:sp>
        <p:nvSpPr>
          <p:cNvPr id="353" name="Google Shape;353;p35"/>
          <p:cNvSpPr/>
          <p:nvPr/>
        </p:nvSpPr>
        <p:spPr>
          <a:xfrm>
            <a:off x="2824080" y="3880925"/>
            <a:ext cx="495300" cy="495300"/>
          </a:xfrm>
          <a:prstGeom prst="rect">
            <a:avLst/>
          </a:prstGeom>
          <a:solidFill>
            <a:srgbClr val="B1DD8B"/>
          </a:solid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800">
                <a:latin typeface="Calibri"/>
                <a:ea typeface="Calibri"/>
                <a:cs typeface="Calibri"/>
                <a:sym typeface="Calibri"/>
              </a:rPr>
              <a:t>2</a:t>
            </a:r>
            <a:endParaRPr sz="1800">
              <a:latin typeface="Calibri"/>
              <a:ea typeface="Calibri"/>
              <a:cs typeface="Calibri"/>
              <a:sym typeface="Calibri"/>
            </a:endParaRPr>
          </a:p>
        </p:txBody>
      </p:sp>
      <p:sp>
        <p:nvSpPr>
          <p:cNvPr id="354" name="Google Shape;354;p35"/>
          <p:cNvSpPr/>
          <p:nvPr/>
        </p:nvSpPr>
        <p:spPr>
          <a:xfrm>
            <a:off x="3809462" y="3880925"/>
            <a:ext cx="495300" cy="495300"/>
          </a:xfrm>
          <a:prstGeom prst="rect">
            <a:avLst/>
          </a:prstGeom>
          <a:solidFill>
            <a:srgbClr val="B1DD8B"/>
          </a:solid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800">
                <a:latin typeface="Calibri"/>
                <a:ea typeface="Calibri"/>
                <a:cs typeface="Calibri"/>
                <a:sym typeface="Calibri"/>
              </a:rPr>
              <a:t>17</a:t>
            </a:r>
            <a:endParaRPr sz="1800">
              <a:latin typeface="Calibri"/>
              <a:ea typeface="Calibri"/>
              <a:cs typeface="Calibri"/>
              <a:sym typeface="Calibri"/>
            </a:endParaRPr>
          </a:p>
        </p:txBody>
      </p:sp>
      <p:sp>
        <p:nvSpPr>
          <p:cNvPr id="355" name="Google Shape;355;p35"/>
          <p:cNvSpPr/>
          <p:nvPr/>
        </p:nvSpPr>
        <p:spPr>
          <a:xfrm>
            <a:off x="4790129" y="3880925"/>
            <a:ext cx="495300" cy="495300"/>
          </a:xfrm>
          <a:prstGeom prst="rect">
            <a:avLst/>
          </a:prstGeom>
          <a:solidFill>
            <a:srgbClr val="B1DD8B"/>
          </a:solid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800">
                <a:latin typeface="Calibri"/>
                <a:ea typeface="Calibri"/>
                <a:cs typeface="Calibri"/>
                <a:sym typeface="Calibri"/>
              </a:rPr>
              <a:t>19</a:t>
            </a:r>
            <a:endParaRPr sz="1800">
              <a:latin typeface="Calibri"/>
              <a:ea typeface="Calibri"/>
              <a:cs typeface="Calibri"/>
              <a:sym typeface="Calibri"/>
            </a:endParaRPr>
          </a:p>
        </p:txBody>
      </p:sp>
      <p:sp>
        <p:nvSpPr>
          <p:cNvPr id="356" name="Google Shape;356;p35"/>
          <p:cNvSpPr/>
          <p:nvPr/>
        </p:nvSpPr>
        <p:spPr>
          <a:xfrm>
            <a:off x="5278649" y="3880925"/>
            <a:ext cx="495300" cy="495300"/>
          </a:xfrm>
          <a:prstGeom prst="rect">
            <a:avLst/>
          </a:prstGeom>
          <a:solidFill>
            <a:srgbClr val="B1DD8B"/>
          </a:solid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800">
                <a:latin typeface="Calibri"/>
                <a:ea typeface="Calibri"/>
                <a:cs typeface="Calibri"/>
                <a:sym typeface="Calibri"/>
              </a:rPr>
              <a:t>26</a:t>
            </a:r>
            <a:endParaRPr sz="1800">
              <a:latin typeface="Calibri"/>
              <a:ea typeface="Calibri"/>
              <a:cs typeface="Calibri"/>
              <a:sym typeface="Calibri"/>
            </a:endParaRPr>
          </a:p>
        </p:txBody>
      </p:sp>
      <p:sp>
        <p:nvSpPr>
          <p:cNvPr id="357" name="Google Shape;357;p35"/>
          <p:cNvSpPr/>
          <p:nvPr/>
        </p:nvSpPr>
        <p:spPr>
          <a:xfrm>
            <a:off x="6262990" y="3880925"/>
            <a:ext cx="495300" cy="495300"/>
          </a:xfrm>
          <a:prstGeom prst="rect">
            <a:avLst/>
          </a:prstGeom>
          <a:solidFill>
            <a:srgbClr val="B1DD8B"/>
          </a:solid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800">
                <a:latin typeface="Calibri"/>
                <a:ea typeface="Calibri"/>
                <a:cs typeface="Calibri"/>
                <a:sym typeface="Calibri"/>
              </a:rPr>
              <a:t>41</a:t>
            </a:r>
            <a:endParaRPr sz="1800">
              <a:latin typeface="Calibri"/>
              <a:ea typeface="Calibri"/>
              <a:cs typeface="Calibri"/>
              <a:sym typeface="Calibri"/>
            </a:endParaRPr>
          </a:p>
        </p:txBody>
      </p:sp>
      <p:sp>
        <p:nvSpPr>
          <p:cNvPr id="358" name="Google Shape;358;p35"/>
          <p:cNvSpPr/>
          <p:nvPr/>
        </p:nvSpPr>
        <p:spPr>
          <a:xfrm>
            <a:off x="6238355" y="2892875"/>
            <a:ext cx="495300" cy="495300"/>
          </a:xfrm>
          <a:prstGeom prst="rect">
            <a:avLst/>
          </a:prstGeom>
          <a:solidFill>
            <a:srgbClr val="D9D9D9"/>
          </a:solid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800">
                <a:latin typeface="Calibri"/>
                <a:ea typeface="Calibri"/>
                <a:cs typeface="Calibri"/>
                <a:sym typeface="Calibri"/>
              </a:rPr>
              <a:t>17</a:t>
            </a:r>
            <a:endParaRPr sz="1800">
              <a:latin typeface="Calibri"/>
              <a:ea typeface="Calibri"/>
              <a:cs typeface="Calibri"/>
              <a:sym typeface="Calibri"/>
            </a:endParaRPr>
          </a:p>
        </p:txBody>
      </p:sp>
      <p:cxnSp>
        <p:nvCxnSpPr>
          <p:cNvPr id="359" name="Google Shape;359;p35"/>
          <p:cNvCxnSpPr>
            <a:stCxn id="358" idx="2"/>
            <a:endCxn id="349" idx="0"/>
          </p:cNvCxnSpPr>
          <p:nvPr/>
        </p:nvCxnSpPr>
        <p:spPr>
          <a:xfrm rot="5400000">
            <a:off x="5270405" y="2665475"/>
            <a:ext cx="492900" cy="1938300"/>
          </a:xfrm>
          <a:prstGeom prst="curvedConnector3">
            <a:avLst>
              <a:gd name="adj1" fmla="val 49985"/>
            </a:avLst>
          </a:prstGeom>
          <a:noFill/>
          <a:ln w="19050" cap="flat" cmpd="sng">
            <a:solidFill>
              <a:schemeClr val="dk2"/>
            </a:solidFill>
            <a:prstDash val="solid"/>
            <a:round/>
            <a:headEnd type="none" w="med" len="med"/>
            <a:tailEnd type="triangle" w="med" len="med"/>
          </a:ln>
        </p:spPr>
      </p:cxnSp>
      <p:cxnSp>
        <p:nvCxnSpPr>
          <p:cNvPr id="360" name="Google Shape;360;p35"/>
          <p:cNvCxnSpPr>
            <a:stCxn id="345" idx="2"/>
            <a:endCxn id="354" idx="0"/>
          </p:cNvCxnSpPr>
          <p:nvPr/>
        </p:nvCxnSpPr>
        <p:spPr>
          <a:xfrm rot="5400000">
            <a:off x="4052844" y="3392375"/>
            <a:ext cx="492900" cy="484500"/>
          </a:xfrm>
          <a:prstGeom prst="curvedConnector3">
            <a:avLst>
              <a:gd name="adj1" fmla="val 49985"/>
            </a:avLst>
          </a:prstGeom>
          <a:noFill/>
          <a:ln w="19050" cap="flat" cmpd="sng">
            <a:solidFill>
              <a:schemeClr val="dk2"/>
            </a:solidFill>
            <a:prstDash val="solid"/>
            <a:round/>
            <a:headEnd type="none" w="med" len="med"/>
            <a:tailEnd type="triangle" w="med" len="med"/>
          </a:ln>
        </p:spPr>
      </p:cxnSp>
      <p:sp>
        <p:nvSpPr>
          <p:cNvPr id="361" name="Google Shape;361;p35"/>
          <p:cNvSpPr txBox="1">
            <a:spLocks noGrp="1"/>
          </p:cNvSpPr>
          <p:nvPr>
            <p:ph type="body" idx="1"/>
          </p:nvPr>
        </p:nvSpPr>
        <p:spPr>
          <a:xfrm>
            <a:off x="107044" y="402200"/>
            <a:ext cx="8520600" cy="3416400"/>
          </a:xfrm>
          <a:prstGeom prst="rect">
            <a:avLst/>
          </a:prstGeom>
        </p:spPr>
        <p:txBody>
          <a:bodyPr spcFirstLastPara="1" wrap="square" lIns="91425" tIns="91425" rIns="91425" bIns="91425" anchor="t" anchorCtr="0">
            <a:noAutofit/>
          </a:bodyPr>
          <a:lstStyle/>
          <a:p>
            <a:pPr marL="0" lvl="0" indent="0" algn="l" rtl="0">
              <a:spcBef>
                <a:spcPts val="600"/>
              </a:spcBef>
              <a:spcAft>
                <a:spcPts val="0"/>
              </a:spcAft>
              <a:buNone/>
            </a:pPr>
            <a:r>
              <a:rPr lang="en"/>
              <a:t>General strategy: </a:t>
            </a:r>
            <a:endParaRPr/>
          </a:p>
          <a:p>
            <a:pPr marL="457200" lvl="0" indent="-342900" algn="l" rtl="0">
              <a:spcBef>
                <a:spcPts val="600"/>
              </a:spcBef>
              <a:spcAft>
                <a:spcPts val="0"/>
              </a:spcAft>
              <a:buSzPts val="1800"/>
              <a:buChar char="●"/>
            </a:pPr>
            <a:r>
              <a:rPr lang="en"/>
              <a:t>Starting with an empty output sequence.</a:t>
            </a:r>
            <a:endParaRPr/>
          </a:p>
          <a:p>
            <a:pPr marL="457200" lvl="0" indent="-342900" algn="l" rtl="0">
              <a:spcBef>
                <a:spcPts val="0"/>
              </a:spcBef>
              <a:spcAft>
                <a:spcPts val="0"/>
              </a:spcAft>
              <a:buSzPts val="1800"/>
              <a:buChar char="●"/>
            </a:pPr>
            <a:r>
              <a:rPr lang="en"/>
              <a:t>Add each item from input, inserting into output at right point.</a:t>
            </a:r>
            <a:endParaRPr/>
          </a:p>
          <a:p>
            <a:pPr marL="0" lvl="0" indent="0" algn="l" rtl="0">
              <a:spcBef>
                <a:spcPts val="600"/>
              </a:spcBef>
              <a:spcAft>
                <a:spcPts val="0"/>
              </a:spcAft>
              <a:buNone/>
            </a:pPr>
            <a:endParaRPr/>
          </a:p>
          <a:p>
            <a:pPr marL="0" lvl="0" indent="0" algn="l" rtl="0">
              <a:spcBef>
                <a:spcPts val="600"/>
              </a:spcBef>
              <a:spcAft>
                <a:spcPts val="0"/>
              </a:spcAft>
              <a:buNone/>
            </a:pPr>
            <a:r>
              <a:rPr lang="en"/>
              <a:t>Naive approach, build entirely new output:</a:t>
            </a:r>
            <a:endParaRPr/>
          </a:p>
        </p:txBody>
      </p:sp>
      <p:sp>
        <p:nvSpPr>
          <p:cNvPr id="362" name="Google Shape;362;p35"/>
          <p:cNvSpPr txBox="1"/>
          <p:nvPr/>
        </p:nvSpPr>
        <p:spPr>
          <a:xfrm>
            <a:off x="1300800" y="2872650"/>
            <a:ext cx="948300" cy="4953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2000">
                <a:latin typeface="Calibri"/>
                <a:ea typeface="Calibri"/>
                <a:cs typeface="Calibri"/>
                <a:sym typeface="Calibri"/>
              </a:rPr>
              <a:t>Input:</a:t>
            </a:r>
            <a:endParaRPr sz="2000">
              <a:latin typeface="Calibri"/>
              <a:ea typeface="Calibri"/>
              <a:cs typeface="Calibri"/>
              <a:sym typeface="Calibri"/>
            </a:endParaRPr>
          </a:p>
        </p:txBody>
      </p:sp>
      <p:sp>
        <p:nvSpPr>
          <p:cNvPr id="363" name="Google Shape;363;p35"/>
          <p:cNvSpPr txBox="1"/>
          <p:nvPr/>
        </p:nvSpPr>
        <p:spPr>
          <a:xfrm>
            <a:off x="1221525" y="3866612"/>
            <a:ext cx="1172100" cy="4953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2000">
                <a:latin typeface="Calibri"/>
                <a:ea typeface="Calibri"/>
                <a:cs typeface="Calibri"/>
                <a:sym typeface="Calibri"/>
              </a:rPr>
              <a:t>Output:</a:t>
            </a:r>
            <a:endParaRPr sz="2000">
              <a:latin typeface="Calibri"/>
              <a:ea typeface="Calibri"/>
              <a:cs typeface="Calibri"/>
              <a:sym typeface="Calibri"/>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367"/>
        <p:cNvGrpSpPr/>
        <p:nvPr/>
      </p:nvGrpSpPr>
      <p:grpSpPr>
        <a:xfrm>
          <a:off x="0" y="0"/>
          <a:ext cx="0" cy="0"/>
          <a:chOff x="0" y="0"/>
          <a:chExt cx="0" cy="0"/>
        </a:xfrm>
      </p:grpSpPr>
      <p:sp>
        <p:nvSpPr>
          <p:cNvPr id="368" name="Google Shape;368;p36"/>
          <p:cNvSpPr txBox="1">
            <a:spLocks noGrp="1"/>
          </p:cNvSpPr>
          <p:nvPr>
            <p:ph type="title"/>
          </p:nvPr>
        </p:nvSpPr>
        <p:spPr>
          <a:xfrm>
            <a:off x="0" y="0"/>
            <a:ext cx="8520600" cy="3936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Insertion Sort</a:t>
            </a:r>
            <a:endParaRPr/>
          </a:p>
        </p:txBody>
      </p:sp>
      <p:sp>
        <p:nvSpPr>
          <p:cNvPr id="369" name="Google Shape;369;p36"/>
          <p:cNvSpPr/>
          <p:nvPr/>
        </p:nvSpPr>
        <p:spPr>
          <a:xfrm>
            <a:off x="2834175" y="2892875"/>
            <a:ext cx="495300" cy="495300"/>
          </a:xfrm>
          <a:prstGeom prst="rect">
            <a:avLst/>
          </a:prstGeom>
          <a:solidFill>
            <a:srgbClr val="D9D9D9"/>
          </a:solid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800">
                <a:latin typeface="Calibri"/>
                <a:ea typeface="Calibri"/>
                <a:cs typeface="Calibri"/>
                <a:sym typeface="Calibri"/>
              </a:rPr>
              <a:t>32</a:t>
            </a:r>
            <a:endParaRPr sz="1800">
              <a:latin typeface="Calibri"/>
              <a:ea typeface="Calibri"/>
              <a:cs typeface="Calibri"/>
              <a:sym typeface="Calibri"/>
            </a:endParaRPr>
          </a:p>
        </p:txBody>
      </p:sp>
      <p:sp>
        <p:nvSpPr>
          <p:cNvPr id="370" name="Google Shape;370;p36"/>
          <p:cNvSpPr/>
          <p:nvPr/>
        </p:nvSpPr>
        <p:spPr>
          <a:xfrm>
            <a:off x="3319364" y="2892875"/>
            <a:ext cx="495300" cy="495300"/>
          </a:xfrm>
          <a:prstGeom prst="rect">
            <a:avLst/>
          </a:prstGeom>
          <a:solidFill>
            <a:srgbClr val="D9D9D9"/>
          </a:solid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800">
                <a:latin typeface="Calibri"/>
                <a:ea typeface="Calibri"/>
                <a:cs typeface="Calibri"/>
                <a:sym typeface="Calibri"/>
              </a:rPr>
              <a:t>15</a:t>
            </a:r>
            <a:endParaRPr sz="1800">
              <a:latin typeface="Calibri"/>
              <a:ea typeface="Calibri"/>
              <a:cs typeface="Calibri"/>
              <a:sym typeface="Calibri"/>
            </a:endParaRPr>
          </a:p>
        </p:txBody>
      </p:sp>
      <p:sp>
        <p:nvSpPr>
          <p:cNvPr id="371" name="Google Shape;371;p36"/>
          <p:cNvSpPr/>
          <p:nvPr/>
        </p:nvSpPr>
        <p:spPr>
          <a:xfrm>
            <a:off x="3808705" y="2892875"/>
            <a:ext cx="495300" cy="495300"/>
          </a:xfrm>
          <a:prstGeom prst="rect">
            <a:avLst/>
          </a:prstGeom>
          <a:solidFill>
            <a:srgbClr val="D9D9D9"/>
          </a:solid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800">
                <a:latin typeface="Calibri"/>
                <a:ea typeface="Calibri"/>
                <a:cs typeface="Calibri"/>
                <a:sym typeface="Calibri"/>
              </a:rPr>
              <a:t>2</a:t>
            </a:r>
            <a:endParaRPr sz="1800">
              <a:latin typeface="Calibri"/>
              <a:ea typeface="Calibri"/>
              <a:cs typeface="Calibri"/>
              <a:sym typeface="Calibri"/>
            </a:endParaRPr>
          </a:p>
        </p:txBody>
      </p:sp>
      <p:sp>
        <p:nvSpPr>
          <p:cNvPr id="372" name="Google Shape;372;p36"/>
          <p:cNvSpPr/>
          <p:nvPr/>
        </p:nvSpPr>
        <p:spPr>
          <a:xfrm>
            <a:off x="4293894" y="2892875"/>
            <a:ext cx="495300" cy="495300"/>
          </a:xfrm>
          <a:prstGeom prst="rect">
            <a:avLst/>
          </a:prstGeom>
          <a:solidFill>
            <a:srgbClr val="D9D9D9"/>
          </a:solid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800">
                <a:latin typeface="Calibri"/>
                <a:ea typeface="Calibri"/>
                <a:cs typeface="Calibri"/>
                <a:sym typeface="Calibri"/>
              </a:rPr>
              <a:t>17</a:t>
            </a:r>
            <a:endParaRPr sz="1800">
              <a:latin typeface="Calibri"/>
              <a:ea typeface="Calibri"/>
              <a:cs typeface="Calibri"/>
              <a:sym typeface="Calibri"/>
            </a:endParaRPr>
          </a:p>
        </p:txBody>
      </p:sp>
      <p:sp>
        <p:nvSpPr>
          <p:cNvPr id="373" name="Google Shape;373;p36"/>
          <p:cNvSpPr/>
          <p:nvPr/>
        </p:nvSpPr>
        <p:spPr>
          <a:xfrm>
            <a:off x="4778636" y="2892875"/>
            <a:ext cx="495300" cy="495300"/>
          </a:xfrm>
          <a:prstGeom prst="rect">
            <a:avLst/>
          </a:prstGeom>
          <a:solidFill>
            <a:srgbClr val="D9D9D9"/>
          </a:solid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800">
                <a:latin typeface="Calibri"/>
                <a:ea typeface="Calibri"/>
                <a:cs typeface="Calibri"/>
                <a:sym typeface="Calibri"/>
              </a:rPr>
              <a:t>19</a:t>
            </a:r>
            <a:endParaRPr sz="1800">
              <a:latin typeface="Calibri"/>
              <a:ea typeface="Calibri"/>
              <a:cs typeface="Calibri"/>
              <a:sym typeface="Calibri"/>
            </a:endParaRPr>
          </a:p>
        </p:txBody>
      </p:sp>
      <p:sp>
        <p:nvSpPr>
          <p:cNvPr id="374" name="Google Shape;374;p36"/>
          <p:cNvSpPr/>
          <p:nvPr/>
        </p:nvSpPr>
        <p:spPr>
          <a:xfrm>
            <a:off x="5263825" y="2892875"/>
            <a:ext cx="495300" cy="495300"/>
          </a:xfrm>
          <a:prstGeom prst="rect">
            <a:avLst/>
          </a:prstGeom>
          <a:solidFill>
            <a:srgbClr val="D9D9D9"/>
          </a:solid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800">
                <a:latin typeface="Calibri"/>
                <a:ea typeface="Calibri"/>
                <a:cs typeface="Calibri"/>
                <a:sym typeface="Calibri"/>
              </a:rPr>
              <a:t>26</a:t>
            </a:r>
            <a:endParaRPr sz="1800">
              <a:latin typeface="Calibri"/>
              <a:ea typeface="Calibri"/>
              <a:cs typeface="Calibri"/>
              <a:sym typeface="Calibri"/>
            </a:endParaRPr>
          </a:p>
        </p:txBody>
      </p:sp>
      <p:sp>
        <p:nvSpPr>
          <p:cNvPr id="375" name="Google Shape;375;p36"/>
          <p:cNvSpPr/>
          <p:nvPr/>
        </p:nvSpPr>
        <p:spPr>
          <a:xfrm>
            <a:off x="5753166" y="2892875"/>
            <a:ext cx="495300" cy="495300"/>
          </a:xfrm>
          <a:prstGeom prst="rect">
            <a:avLst/>
          </a:prstGeom>
          <a:solidFill>
            <a:srgbClr val="D9D9D9"/>
          </a:solid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800">
                <a:latin typeface="Calibri"/>
                <a:ea typeface="Calibri"/>
                <a:cs typeface="Calibri"/>
                <a:sym typeface="Calibri"/>
              </a:rPr>
              <a:t>41</a:t>
            </a:r>
            <a:endParaRPr sz="1800">
              <a:latin typeface="Calibri"/>
              <a:ea typeface="Calibri"/>
              <a:cs typeface="Calibri"/>
              <a:sym typeface="Calibri"/>
            </a:endParaRPr>
          </a:p>
        </p:txBody>
      </p:sp>
      <p:sp>
        <p:nvSpPr>
          <p:cNvPr id="376" name="Google Shape;376;p36"/>
          <p:cNvSpPr/>
          <p:nvPr/>
        </p:nvSpPr>
        <p:spPr>
          <a:xfrm>
            <a:off x="4300092" y="3880925"/>
            <a:ext cx="495300" cy="495300"/>
          </a:xfrm>
          <a:prstGeom prst="rect">
            <a:avLst/>
          </a:prstGeom>
          <a:solidFill>
            <a:srgbClr val="B1DD8B"/>
          </a:solid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800">
                <a:latin typeface="Calibri"/>
                <a:ea typeface="Calibri"/>
                <a:cs typeface="Calibri"/>
                <a:sym typeface="Calibri"/>
              </a:rPr>
              <a:t>17</a:t>
            </a:r>
            <a:endParaRPr sz="1800">
              <a:latin typeface="Calibri"/>
              <a:ea typeface="Calibri"/>
              <a:cs typeface="Calibri"/>
              <a:sym typeface="Calibri"/>
            </a:endParaRPr>
          </a:p>
        </p:txBody>
      </p:sp>
      <p:sp>
        <p:nvSpPr>
          <p:cNvPr id="377" name="Google Shape;377;p36"/>
          <p:cNvSpPr/>
          <p:nvPr/>
        </p:nvSpPr>
        <p:spPr>
          <a:xfrm>
            <a:off x="6727730" y="2892875"/>
            <a:ext cx="495300" cy="495300"/>
          </a:xfrm>
          <a:prstGeom prst="rect">
            <a:avLst/>
          </a:prstGeom>
          <a:solidFill>
            <a:srgbClr val="D9D9D9"/>
          </a:solid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800">
                <a:latin typeface="Calibri"/>
                <a:ea typeface="Calibri"/>
                <a:cs typeface="Calibri"/>
                <a:sym typeface="Calibri"/>
              </a:rPr>
              <a:t>17</a:t>
            </a:r>
            <a:endParaRPr sz="1800">
              <a:latin typeface="Calibri"/>
              <a:ea typeface="Calibri"/>
              <a:cs typeface="Calibri"/>
              <a:sym typeface="Calibri"/>
            </a:endParaRPr>
          </a:p>
        </p:txBody>
      </p:sp>
      <p:sp>
        <p:nvSpPr>
          <p:cNvPr id="378" name="Google Shape;378;p36"/>
          <p:cNvSpPr/>
          <p:nvPr/>
        </p:nvSpPr>
        <p:spPr>
          <a:xfrm>
            <a:off x="6273248" y="3880925"/>
            <a:ext cx="495300" cy="495300"/>
          </a:xfrm>
          <a:prstGeom prst="rect">
            <a:avLst/>
          </a:prstGeom>
          <a:solidFill>
            <a:srgbClr val="B1DD8B"/>
          </a:solid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800">
                <a:latin typeface="Calibri"/>
                <a:ea typeface="Calibri"/>
                <a:cs typeface="Calibri"/>
                <a:sym typeface="Calibri"/>
              </a:rPr>
              <a:t>32</a:t>
            </a:r>
            <a:endParaRPr sz="1800">
              <a:latin typeface="Calibri"/>
              <a:ea typeface="Calibri"/>
              <a:cs typeface="Calibri"/>
              <a:sym typeface="Calibri"/>
            </a:endParaRPr>
          </a:p>
        </p:txBody>
      </p:sp>
      <p:sp>
        <p:nvSpPr>
          <p:cNvPr id="379" name="Google Shape;379;p36"/>
          <p:cNvSpPr/>
          <p:nvPr/>
        </p:nvSpPr>
        <p:spPr>
          <a:xfrm>
            <a:off x="3319364" y="3880925"/>
            <a:ext cx="495300" cy="495300"/>
          </a:xfrm>
          <a:prstGeom prst="rect">
            <a:avLst/>
          </a:prstGeom>
          <a:solidFill>
            <a:srgbClr val="B1DD8B"/>
          </a:solid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800">
                <a:latin typeface="Calibri"/>
                <a:ea typeface="Calibri"/>
                <a:cs typeface="Calibri"/>
                <a:sym typeface="Calibri"/>
              </a:rPr>
              <a:t>15</a:t>
            </a:r>
            <a:endParaRPr sz="1800">
              <a:latin typeface="Calibri"/>
              <a:ea typeface="Calibri"/>
              <a:cs typeface="Calibri"/>
              <a:sym typeface="Calibri"/>
            </a:endParaRPr>
          </a:p>
        </p:txBody>
      </p:sp>
      <p:sp>
        <p:nvSpPr>
          <p:cNvPr id="380" name="Google Shape;380;p36"/>
          <p:cNvSpPr/>
          <p:nvPr/>
        </p:nvSpPr>
        <p:spPr>
          <a:xfrm>
            <a:off x="2824080" y="3880925"/>
            <a:ext cx="495300" cy="495300"/>
          </a:xfrm>
          <a:prstGeom prst="rect">
            <a:avLst/>
          </a:prstGeom>
          <a:solidFill>
            <a:srgbClr val="B1DD8B"/>
          </a:solid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800">
                <a:latin typeface="Calibri"/>
                <a:ea typeface="Calibri"/>
                <a:cs typeface="Calibri"/>
                <a:sym typeface="Calibri"/>
              </a:rPr>
              <a:t>2</a:t>
            </a:r>
            <a:endParaRPr sz="1800">
              <a:latin typeface="Calibri"/>
              <a:ea typeface="Calibri"/>
              <a:cs typeface="Calibri"/>
              <a:sym typeface="Calibri"/>
            </a:endParaRPr>
          </a:p>
        </p:txBody>
      </p:sp>
      <p:sp>
        <p:nvSpPr>
          <p:cNvPr id="381" name="Google Shape;381;p36"/>
          <p:cNvSpPr/>
          <p:nvPr/>
        </p:nvSpPr>
        <p:spPr>
          <a:xfrm>
            <a:off x="3809462" y="3880925"/>
            <a:ext cx="495300" cy="495300"/>
          </a:xfrm>
          <a:prstGeom prst="rect">
            <a:avLst/>
          </a:prstGeom>
          <a:solidFill>
            <a:srgbClr val="B1DD8B"/>
          </a:solid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800">
                <a:latin typeface="Calibri"/>
                <a:ea typeface="Calibri"/>
                <a:cs typeface="Calibri"/>
                <a:sym typeface="Calibri"/>
              </a:rPr>
              <a:t>17</a:t>
            </a:r>
            <a:endParaRPr sz="1800">
              <a:latin typeface="Calibri"/>
              <a:ea typeface="Calibri"/>
              <a:cs typeface="Calibri"/>
              <a:sym typeface="Calibri"/>
            </a:endParaRPr>
          </a:p>
        </p:txBody>
      </p:sp>
      <p:sp>
        <p:nvSpPr>
          <p:cNvPr id="382" name="Google Shape;382;p36"/>
          <p:cNvSpPr/>
          <p:nvPr/>
        </p:nvSpPr>
        <p:spPr>
          <a:xfrm>
            <a:off x="5286347" y="3880925"/>
            <a:ext cx="495300" cy="495300"/>
          </a:xfrm>
          <a:prstGeom prst="rect">
            <a:avLst/>
          </a:prstGeom>
          <a:solidFill>
            <a:srgbClr val="B1DD8B"/>
          </a:solid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800">
                <a:latin typeface="Calibri"/>
                <a:ea typeface="Calibri"/>
                <a:cs typeface="Calibri"/>
                <a:sym typeface="Calibri"/>
              </a:rPr>
              <a:t>19</a:t>
            </a:r>
            <a:endParaRPr sz="1800">
              <a:latin typeface="Calibri"/>
              <a:ea typeface="Calibri"/>
              <a:cs typeface="Calibri"/>
              <a:sym typeface="Calibri"/>
            </a:endParaRPr>
          </a:p>
        </p:txBody>
      </p:sp>
      <p:sp>
        <p:nvSpPr>
          <p:cNvPr id="383" name="Google Shape;383;p36"/>
          <p:cNvSpPr/>
          <p:nvPr/>
        </p:nvSpPr>
        <p:spPr>
          <a:xfrm>
            <a:off x="5774867" y="3880925"/>
            <a:ext cx="495300" cy="495300"/>
          </a:xfrm>
          <a:prstGeom prst="rect">
            <a:avLst/>
          </a:prstGeom>
          <a:solidFill>
            <a:srgbClr val="B1DD8B"/>
          </a:solid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800">
                <a:latin typeface="Calibri"/>
                <a:ea typeface="Calibri"/>
                <a:cs typeface="Calibri"/>
                <a:sym typeface="Calibri"/>
              </a:rPr>
              <a:t>26</a:t>
            </a:r>
            <a:endParaRPr sz="1800">
              <a:latin typeface="Calibri"/>
              <a:ea typeface="Calibri"/>
              <a:cs typeface="Calibri"/>
              <a:sym typeface="Calibri"/>
            </a:endParaRPr>
          </a:p>
        </p:txBody>
      </p:sp>
      <p:sp>
        <p:nvSpPr>
          <p:cNvPr id="384" name="Google Shape;384;p36"/>
          <p:cNvSpPr/>
          <p:nvPr/>
        </p:nvSpPr>
        <p:spPr>
          <a:xfrm>
            <a:off x="6759208" y="3880925"/>
            <a:ext cx="495300" cy="495300"/>
          </a:xfrm>
          <a:prstGeom prst="rect">
            <a:avLst/>
          </a:prstGeom>
          <a:solidFill>
            <a:srgbClr val="B1DD8B"/>
          </a:solid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800">
                <a:latin typeface="Calibri"/>
                <a:ea typeface="Calibri"/>
                <a:cs typeface="Calibri"/>
                <a:sym typeface="Calibri"/>
              </a:rPr>
              <a:t>41</a:t>
            </a:r>
            <a:endParaRPr sz="1800">
              <a:latin typeface="Calibri"/>
              <a:ea typeface="Calibri"/>
              <a:cs typeface="Calibri"/>
              <a:sym typeface="Calibri"/>
            </a:endParaRPr>
          </a:p>
        </p:txBody>
      </p:sp>
      <p:sp>
        <p:nvSpPr>
          <p:cNvPr id="385" name="Google Shape;385;p36"/>
          <p:cNvSpPr/>
          <p:nvPr/>
        </p:nvSpPr>
        <p:spPr>
          <a:xfrm>
            <a:off x="6238355" y="2892875"/>
            <a:ext cx="495300" cy="495300"/>
          </a:xfrm>
          <a:prstGeom prst="rect">
            <a:avLst/>
          </a:prstGeom>
          <a:solidFill>
            <a:srgbClr val="D9D9D9"/>
          </a:solid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800">
                <a:latin typeface="Calibri"/>
                <a:ea typeface="Calibri"/>
                <a:cs typeface="Calibri"/>
                <a:sym typeface="Calibri"/>
              </a:rPr>
              <a:t>17</a:t>
            </a:r>
            <a:endParaRPr sz="1800">
              <a:latin typeface="Calibri"/>
              <a:ea typeface="Calibri"/>
              <a:cs typeface="Calibri"/>
              <a:sym typeface="Calibri"/>
            </a:endParaRPr>
          </a:p>
        </p:txBody>
      </p:sp>
      <p:cxnSp>
        <p:nvCxnSpPr>
          <p:cNvPr id="386" name="Google Shape;386;p36"/>
          <p:cNvCxnSpPr>
            <a:stCxn id="385" idx="2"/>
            <a:endCxn id="376" idx="0"/>
          </p:cNvCxnSpPr>
          <p:nvPr/>
        </p:nvCxnSpPr>
        <p:spPr>
          <a:xfrm rot="5400000">
            <a:off x="5270405" y="2665475"/>
            <a:ext cx="492900" cy="1938300"/>
          </a:xfrm>
          <a:prstGeom prst="curvedConnector3">
            <a:avLst>
              <a:gd name="adj1" fmla="val 49985"/>
            </a:avLst>
          </a:prstGeom>
          <a:noFill/>
          <a:ln w="19050" cap="flat" cmpd="sng">
            <a:solidFill>
              <a:schemeClr val="dk2"/>
            </a:solidFill>
            <a:prstDash val="solid"/>
            <a:round/>
            <a:headEnd type="none" w="med" len="med"/>
            <a:tailEnd type="triangle" w="med" len="med"/>
          </a:ln>
        </p:spPr>
      </p:cxnSp>
      <p:cxnSp>
        <p:nvCxnSpPr>
          <p:cNvPr id="387" name="Google Shape;387;p36"/>
          <p:cNvCxnSpPr>
            <a:stCxn id="372" idx="2"/>
            <a:endCxn id="381" idx="0"/>
          </p:cNvCxnSpPr>
          <p:nvPr/>
        </p:nvCxnSpPr>
        <p:spPr>
          <a:xfrm rot="5400000">
            <a:off x="4052844" y="3392375"/>
            <a:ext cx="492900" cy="484500"/>
          </a:xfrm>
          <a:prstGeom prst="curvedConnector3">
            <a:avLst>
              <a:gd name="adj1" fmla="val 49985"/>
            </a:avLst>
          </a:prstGeom>
          <a:noFill/>
          <a:ln w="19050" cap="flat" cmpd="sng">
            <a:solidFill>
              <a:schemeClr val="dk2"/>
            </a:solidFill>
            <a:prstDash val="solid"/>
            <a:round/>
            <a:headEnd type="none" w="med" len="med"/>
            <a:tailEnd type="triangle" w="med" len="med"/>
          </a:ln>
        </p:spPr>
      </p:cxnSp>
      <p:sp>
        <p:nvSpPr>
          <p:cNvPr id="388" name="Google Shape;388;p36"/>
          <p:cNvSpPr/>
          <p:nvPr/>
        </p:nvSpPr>
        <p:spPr>
          <a:xfrm>
            <a:off x="4790116" y="3881220"/>
            <a:ext cx="495300" cy="495300"/>
          </a:xfrm>
          <a:prstGeom prst="rect">
            <a:avLst/>
          </a:prstGeom>
          <a:solidFill>
            <a:srgbClr val="B1DD8B"/>
          </a:solid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800">
                <a:latin typeface="Calibri"/>
                <a:ea typeface="Calibri"/>
                <a:cs typeface="Calibri"/>
                <a:sym typeface="Calibri"/>
              </a:rPr>
              <a:t>17</a:t>
            </a:r>
            <a:endParaRPr sz="1800">
              <a:latin typeface="Calibri"/>
              <a:ea typeface="Calibri"/>
              <a:cs typeface="Calibri"/>
              <a:sym typeface="Calibri"/>
            </a:endParaRPr>
          </a:p>
        </p:txBody>
      </p:sp>
      <p:cxnSp>
        <p:nvCxnSpPr>
          <p:cNvPr id="389" name="Google Shape;389;p36"/>
          <p:cNvCxnSpPr>
            <a:stCxn id="377" idx="2"/>
            <a:endCxn id="388" idx="0"/>
          </p:cNvCxnSpPr>
          <p:nvPr/>
        </p:nvCxnSpPr>
        <p:spPr>
          <a:xfrm rot="5400000">
            <a:off x="5760080" y="2665775"/>
            <a:ext cx="492900" cy="1937700"/>
          </a:xfrm>
          <a:prstGeom prst="curvedConnector3">
            <a:avLst>
              <a:gd name="adj1" fmla="val 50015"/>
            </a:avLst>
          </a:prstGeom>
          <a:noFill/>
          <a:ln w="19050" cap="flat" cmpd="sng">
            <a:solidFill>
              <a:schemeClr val="dk2"/>
            </a:solidFill>
            <a:prstDash val="solid"/>
            <a:round/>
            <a:headEnd type="none" w="med" len="med"/>
            <a:tailEnd type="triangle" w="med" len="med"/>
          </a:ln>
        </p:spPr>
      </p:cxnSp>
      <p:sp>
        <p:nvSpPr>
          <p:cNvPr id="390" name="Google Shape;390;p36"/>
          <p:cNvSpPr txBox="1">
            <a:spLocks noGrp="1"/>
          </p:cNvSpPr>
          <p:nvPr>
            <p:ph type="body" idx="1"/>
          </p:nvPr>
        </p:nvSpPr>
        <p:spPr>
          <a:xfrm>
            <a:off x="107044" y="402200"/>
            <a:ext cx="8520600" cy="3416400"/>
          </a:xfrm>
          <a:prstGeom prst="rect">
            <a:avLst/>
          </a:prstGeom>
        </p:spPr>
        <p:txBody>
          <a:bodyPr spcFirstLastPara="1" wrap="square" lIns="91425" tIns="91425" rIns="91425" bIns="91425" anchor="t" anchorCtr="0">
            <a:noAutofit/>
          </a:bodyPr>
          <a:lstStyle/>
          <a:p>
            <a:pPr marL="0" lvl="0" indent="0" algn="l" rtl="0">
              <a:spcBef>
                <a:spcPts val="600"/>
              </a:spcBef>
              <a:spcAft>
                <a:spcPts val="0"/>
              </a:spcAft>
              <a:buNone/>
            </a:pPr>
            <a:r>
              <a:rPr lang="en"/>
              <a:t>General strategy: </a:t>
            </a:r>
            <a:endParaRPr/>
          </a:p>
          <a:p>
            <a:pPr marL="457200" lvl="0" indent="-342900" algn="l" rtl="0">
              <a:spcBef>
                <a:spcPts val="600"/>
              </a:spcBef>
              <a:spcAft>
                <a:spcPts val="0"/>
              </a:spcAft>
              <a:buSzPts val="1800"/>
              <a:buChar char="●"/>
            </a:pPr>
            <a:r>
              <a:rPr lang="en"/>
              <a:t>Starting with an empty output sequence.</a:t>
            </a:r>
            <a:endParaRPr/>
          </a:p>
          <a:p>
            <a:pPr marL="457200" lvl="0" indent="-342900" algn="l" rtl="0">
              <a:spcBef>
                <a:spcPts val="0"/>
              </a:spcBef>
              <a:spcAft>
                <a:spcPts val="0"/>
              </a:spcAft>
              <a:buSzPts val="1800"/>
              <a:buChar char="●"/>
            </a:pPr>
            <a:r>
              <a:rPr lang="en"/>
              <a:t>Add each item from input, inserting into output at right point.</a:t>
            </a:r>
            <a:endParaRPr/>
          </a:p>
          <a:p>
            <a:pPr marL="0" lvl="0" indent="0" algn="l" rtl="0">
              <a:spcBef>
                <a:spcPts val="600"/>
              </a:spcBef>
              <a:spcAft>
                <a:spcPts val="0"/>
              </a:spcAft>
              <a:buNone/>
            </a:pPr>
            <a:endParaRPr/>
          </a:p>
          <a:p>
            <a:pPr marL="0" lvl="0" indent="0" algn="l" rtl="0">
              <a:spcBef>
                <a:spcPts val="600"/>
              </a:spcBef>
              <a:spcAft>
                <a:spcPts val="0"/>
              </a:spcAft>
              <a:buNone/>
            </a:pPr>
            <a:r>
              <a:rPr lang="en"/>
              <a:t>Naive approach, build entirely new output:</a:t>
            </a:r>
            <a:endParaRPr/>
          </a:p>
        </p:txBody>
      </p:sp>
      <p:sp>
        <p:nvSpPr>
          <p:cNvPr id="391" name="Google Shape;391;p36"/>
          <p:cNvSpPr txBox="1"/>
          <p:nvPr/>
        </p:nvSpPr>
        <p:spPr>
          <a:xfrm>
            <a:off x="1300800" y="2872650"/>
            <a:ext cx="948300" cy="4953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2000">
                <a:latin typeface="Calibri"/>
                <a:ea typeface="Calibri"/>
                <a:cs typeface="Calibri"/>
                <a:sym typeface="Calibri"/>
              </a:rPr>
              <a:t>Input:</a:t>
            </a:r>
            <a:endParaRPr sz="2000">
              <a:latin typeface="Calibri"/>
              <a:ea typeface="Calibri"/>
              <a:cs typeface="Calibri"/>
              <a:sym typeface="Calibri"/>
            </a:endParaRPr>
          </a:p>
        </p:txBody>
      </p:sp>
      <p:sp>
        <p:nvSpPr>
          <p:cNvPr id="392" name="Google Shape;392;p36"/>
          <p:cNvSpPr txBox="1"/>
          <p:nvPr/>
        </p:nvSpPr>
        <p:spPr>
          <a:xfrm>
            <a:off x="1221525" y="3866612"/>
            <a:ext cx="1172100" cy="4953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2000">
                <a:latin typeface="Calibri"/>
                <a:ea typeface="Calibri"/>
                <a:cs typeface="Calibri"/>
                <a:sym typeface="Calibri"/>
              </a:rPr>
              <a:t>Output:</a:t>
            </a:r>
            <a:endParaRPr sz="2000">
              <a:latin typeface="Calibri"/>
              <a:ea typeface="Calibri"/>
              <a:cs typeface="Calibri"/>
              <a:sym typeface="Calibri"/>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396"/>
        <p:cNvGrpSpPr/>
        <p:nvPr/>
      </p:nvGrpSpPr>
      <p:grpSpPr>
        <a:xfrm>
          <a:off x="0" y="0"/>
          <a:ext cx="0" cy="0"/>
          <a:chOff x="0" y="0"/>
          <a:chExt cx="0" cy="0"/>
        </a:xfrm>
      </p:grpSpPr>
      <p:sp>
        <p:nvSpPr>
          <p:cNvPr id="397" name="Google Shape;397;p37"/>
          <p:cNvSpPr txBox="1">
            <a:spLocks noGrp="1"/>
          </p:cNvSpPr>
          <p:nvPr>
            <p:ph type="body" idx="1"/>
          </p:nvPr>
        </p:nvSpPr>
        <p:spPr>
          <a:xfrm>
            <a:off x="4812375" y="402198"/>
            <a:ext cx="3999900" cy="4260900"/>
          </a:xfrm>
          <a:prstGeom prst="rect">
            <a:avLst/>
          </a:prstGeom>
        </p:spPr>
        <p:txBody>
          <a:bodyPr spcFirstLastPara="1" wrap="square" lIns="91425" tIns="91425" rIns="91425" bIns="91425" anchor="ctr" anchorCtr="0">
            <a:noAutofit/>
          </a:bodyPr>
          <a:lstStyle/>
          <a:p>
            <a:pPr marL="0" lvl="0" indent="0" algn="l" rtl="0">
              <a:spcBef>
                <a:spcPts val="600"/>
              </a:spcBef>
              <a:spcAft>
                <a:spcPts val="0"/>
              </a:spcAft>
              <a:buNone/>
            </a:pPr>
            <a:r>
              <a:rPr lang="en" b="1">
                <a:solidFill>
                  <a:schemeClr val="accent3"/>
                </a:solidFill>
                <a:latin typeface="Roboto"/>
                <a:ea typeface="Roboto"/>
                <a:cs typeface="Roboto"/>
                <a:sym typeface="Roboto"/>
              </a:rPr>
              <a:t>Insertion Sort</a:t>
            </a:r>
            <a:endParaRPr/>
          </a:p>
          <a:p>
            <a:pPr marL="457200" lvl="0" indent="-342900" algn="l" rtl="0">
              <a:spcBef>
                <a:spcPts val="600"/>
              </a:spcBef>
              <a:spcAft>
                <a:spcPts val="0"/>
              </a:spcAft>
              <a:buSzPts val="1800"/>
              <a:buChar char="•"/>
            </a:pPr>
            <a:r>
              <a:rPr lang="en"/>
              <a:t>Naive Insertion Sort</a:t>
            </a:r>
            <a:endParaRPr/>
          </a:p>
          <a:p>
            <a:pPr marL="457200" lvl="0" indent="-342900" algn="l" rtl="0">
              <a:spcBef>
                <a:spcPts val="0"/>
              </a:spcBef>
              <a:spcAft>
                <a:spcPts val="0"/>
              </a:spcAft>
              <a:buClr>
                <a:schemeClr val="accent3"/>
              </a:buClr>
              <a:buSzPts val="1800"/>
              <a:buFont typeface="Roboto"/>
              <a:buChar char="•"/>
            </a:pPr>
            <a:r>
              <a:rPr lang="en" b="1">
                <a:solidFill>
                  <a:schemeClr val="accent3"/>
                </a:solidFill>
                <a:latin typeface="Roboto"/>
                <a:ea typeface="Roboto"/>
                <a:cs typeface="Roboto"/>
                <a:sym typeface="Roboto"/>
              </a:rPr>
              <a:t>In-Place Insertion Sort</a:t>
            </a:r>
            <a:endParaRPr/>
          </a:p>
          <a:p>
            <a:pPr marL="457200" lvl="0" indent="-342900" algn="l" rtl="0">
              <a:spcBef>
                <a:spcPts val="0"/>
              </a:spcBef>
              <a:spcAft>
                <a:spcPts val="0"/>
              </a:spcAft>
              <a:buSzPts val="1800"/>
              <a:buChar char="•"/>
            </a:pPr>
            <a:r>
              <a:rPr lang="en"/>
              <a:t>Insertion Sort Runtime</a:t>
            </a:r>
            <a:endParaRPr/>
          </a:p>
          <a:p>
            <a:pPr marL="0" lvl="0" indent="0" algn="l" rtl="0">
              <a:spcBef>
                <a:spcPts val="600"/>
              </a:spcBef>
              <a:spcAft>
                <a:spcPts val="0"/>
              </a:spcAft>
              <a:buNone/>
            </a:pPr>
            <a:r>
              <a:rPr lang="en"/>
              <a:t>Quicksort</a:t>
            </a:r>
            <a:endParaRPr b="1">
              <a:solidFill>
                <a:schemeClr val="accent3"/>
              </a:solidFill>
              <a:latin typeface="Roboto"/>
              <a:ea typeface="Roboto"/>
              <a:cs typeface="Roboto"/>
              <a:sym typeface="Roboto"/>
            </a:endParaRPr>
          </a:p>
          <a:p>
            <a:pPr marL="457200" lvl="0" indent="-342900" algn="l" rtl="0">
              <a:spcBef>
                <a:spcPts val="600"/>
              </a:spcBef>
              <a:spcAft>
                <a:spcPts val="0"/>
              </a:spcAft>
              <a:buSzPts val="1800"/>
              <a:buChar char="•"/>
            </a:pPr>
            <a:r>
              <a:rPr lang="en"/>
              <a:t>Quicksort Backstory,</a:t>
            </a:r>
            <a:br>
              <a:rPr lang="en"/>
            </a:br>
            <a:r>
              <a:rPr lang="en"/>
              <a:t>Partitioning</a:t>
            </a:r>
            <a:endParaRPr/>
          </a:p>
          <a:p>
            <a:pPr marL="457200" lvl="0" indent="-342900" algn="l" rtl="0">
              <a:spcBef>
                <a:spcPts val="0"/>
              </a:spcBef>
              <a:spcAft>
                <a:spcPts val="0"/>
              </a:spcAft>
              <a:buSzPts val="1800"/>
              <a:buChar char="•"/>
            </a:pPr>
            <a:r>
              <a:rPr lang="en"/>
              <a:t>Quicksort</a:t>
            </a:r>
            <a:endParaRPr/>
          </a:p>
          <a:p>
            <a:pPr marL="0" lvl="0" indent="0" algn="l" rtl="0">
              <a:spcBef>
                <a:spcPts val="600"/>
              </a:spcBef>
              <a:spcAft>
                <a:spcPts val="0"/>
              </a:spcAft>
              <a:buNone/>
            </a:pPr>
            <a:r>
              <a:rPr lang="en"/>
              <a:t>Quicksort Performance</a:t>
            </a:r>
            <a:endParaRPr/>
          </a:p>
          <a:p>
            <a:pPr marL="457200" lvl="0" indent="-342900" algn="l" rtl="0">
              <a:spcBef>
                <a:spcPts val="600"/>
              </a:spcBef>
              <a:spcAft>
                <a:spcPts val="0"/>
              </a:spcAft>
              <a:buSzPts val="1800"/>
              <a:buChar char="•"/>
            </a:pPr>
            <a:r>
              <a:rPr lang="en"/>
              <a:t>Quicksort Runtime Analysis</a:t>
            </a:r>
            <a:endParaRPr/>
          </a:p>
          <a:p>
            <a:pPr marL="457200" lvl="0" indent="-342900" algn="l" rtl="0">
              <a:spcBef>
                <a:spcPts val="0"/>
              </a:spcBef>
              <a:spcAft>
                <a:spcPts val="0"/>
              </a:spcAft>
              <a:buSzPts val="1800"/>
              <a:buChar char="•"/>
            </a:pPr>
            <a:r>
              <a:rPr lang="en"/>
              <a:t>Avoiding Quicksort Worst Case</a:t>
            </a:r>
            <a:endParaRPr/>
          </a:p>
        </p:txBody>
      </p:sp>
      <p:sp>
        <p:nvSpPr>
          <p:cNvPr id="398" name="Google Shape;398;p37"/>
          <p:cNvSpPr txBox="1">
            <a:spLocks noGrp="1"/>
          </p:cNvSpPr>
          <p:nvPr>
            <p:ph type="subTitle" idx="2"/>
          </p:nvPr>
        </p:nvSpPr>
        <p:spPr>
          <a:xfrm>
            <a:off x="177925" y="4068000"/>
            <a:ext cx="4158000" cy="393600"/>
          </a:xfrm>
          <a:prstGeom prst="rect">
            <a:avLst/>
          </a:prstGeom>
        </p:spPr>
        <p:txBody>
          <a:bodyPr spcFirstLastPara="1" wrap="square" lIns="91425" tIns="91425" rIns="91425" bIns="91425" anchor="ctr" anchorCtr="0">
            <a:noAutofit/>
          </a:bodyPr>
          <a:lstStyle/>
          <a:p>
            <a:pPr marL="0" lvl="0" indent="0" algn="l" rtl="0">
              <a:spcBef>
                <a:spcPts val="600"/>
              </a:spcBef>
              <a:spcAft>
                <a:spcPts val="0"/>
              </a:spcAft>
              <a:buNone/>
            </a:pPr>
            <a:r>
              <a:rPr lang="en"/>
              <a:t>Lecture 30, CS61B, Fall 2023</a:t>
            </a:r>
            <a:endParaRPr/>
          </a:p>
        </p:txBody>
      </p:sp>
      <p:sp>
        <p:nvSpPr>
          <p:cNvPr id="399" name="Google Shape;399;p37"/>
          <p:cNvSpPr txBox="1">
            <a:spLocks noGrp="1"/>
          </p:cNvSpPr>
          <p:nvPr>
            <p:ph type="title"/>
          </p:nvPr>
        </p:nvSpPr>
        <p:spPr>
          <a:xfrm>
            <a:off x="177925" y="2003300"/>
            <a:ext cx="4038000" cy="20379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a:t>In-Place Insertion Sort</a:t>
            </a:r>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403"/>
        <p:cNvGrpSpPr/>
        <p:nvPr/>
      </p:nvGrpSpPr>
      <p:grpSpPr>
        <a:xfrm>
          <a:off x="0" y="0"/>
          <a:ext cx="0" cy="0"/>
          <a:chOff x="0" y="0"/>
          <a:chExt cx="0" cy="0"/>
        </a:xfrm>
      </p:grpSpPr>
      <p:sp>
        <p:nvSpPr>
          <p:cNvPr id="404" name="Google Shape;404;p38"/>
          <p:cNvSpPr txBox="1">
            <a:spLocks noGrp="1"/>
          </p:cNvSpPr>
          <p:nvPr>
            <p:ph type="title"/>
          </p:nvPr>
        </p:nvSpPr>
        <p:spPr>
          <a:xfrm>
            <a:off x="0" y="0"/>
            <a:ext cx="8520600" cy="3936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Insertion Sort</a:t>
            </a:r>
            <a:endParaRPr/>
          </a:p>
        </p:txBody>
      </p:sp>
      <p:sp>
        <p:nvSpPr>
          <p:cNvPr id="405" name="Google Shape;405;p38"/>
          <p:cNvSpPr txBox="1">
            <a:spLocks noGrp="1"/>
          </p:cNvSpPr>
          <p:nvPr>
            <p:ph type="body" idx="1"/>
          </p:nvPr>
        </p:nvSpPr>
        <p:spPr>
          <a:xfrm>
            <a:off x="107044" y="402200"/>
            <a:ext cx="8520600" cy="3416400"/>
          </a:xfrm>
          <a:prstGeom prst="rect">
            <a:avLst/>
          </a:prstGeom>
        </p:spPr>
        <p:txBody>
          <a:bodyPr spcFirstLastPara="1" wrap="square" lIns="91425" tIns="91425" rIns="91425" bIns="91425" anchor="t" anchorCtr="0">
            <a:noAutofit/>
          </a:bodyPr>
          <a:lstStyle/>
          <a:p>
            <a:pPr marL="0" lvl="0" indent="0" algn="l" rtl="0">
              <a:spcBef>
                <a:spcPts val="600"/>
              </a:spcBef>
              <a:spcAft>
                <a:spcPts val="0"/>
              </a:spcAft>
              <a:buNone/>
            </a:pPr>
            <a:r>
              <a:rPr lang="en"/>
              <a:t>General strategy: </a:t>
            </a:r>
            <a:endParaRPr/>
          </a:p>
          <a:p>
            <a:pPr marL="457200" lvl="0" indent="-342900" algn="l" rtl="0">
              <a:spcBef>
                <a:spcPts val="600"/>
              </a:spcBef>
              <a:spcAft>
                <a:spcPts val="0"/>
              </a:spcAft>
              <a:buSzPts val="1800"/>
              <a:buChar char="●"/>
            </a:pPr>
            <a:r>
              <a:rPr lang="en"/>
              <a:t>Starting with an empty output sequence.</a:t>
            </a:r>
            <a:endParaRPr/>
          </a:p>
          <a:p>
            <a:pPr marL="457200" lvl="0" indent="-342900" algn="l" rtl="0">
              <a:spcBef>
                <a:spcPts val="0"/>
              </a:spcBef>
              <a:spcAft>
                <a:spcPts val="0"/>
              </a:spcAft>
              <a:buSzPts val="1800"/>
              <a:buChar char="●"/>
            </a:pPr>
            <a:r>
              <a:rPr lang="en"/>
              <a:t>Add each item from input, inserting into output at right point.</a:t>
            </a:r>
            <a:endParaRPr/>
          </a:p>
          <a:p>
            <a:pPr marL="0" lvl="0" indent="0" algn="l" rtl="0">
              <a:spcBef>
                <a:spcPts val="600"/>
              </a:spcBef>
              <a:spcAft>
                <a:spcPts val="0"/>
              </a:spcAft>
              <a:buNone/>
            </a:pPr>
            <a:endParaRPr/>
          </a:p>
          <a:p>
            <a:pPr marL="0" lvl="0" indent="0" algn="l" rtl="0">
              <a:spcBef>
                <a:spcPts val="600"/>
              </a:spcBef>
              <a:spcAft>
                <a:spcPts val="0"/>
              </a:spcAft>
              <a:buNone/>
            </a:pPr>
            <a:r>
              <a:rPr lang="en"/>
              <a:t>For naive approach, if output sequence contains k items, worst cost to insert a single item is k.</a:t>
            </a:r>
            <a:endParaRPr/>
          </a:p>
          <a:p>
            <a:pPr marL="457200" lvl="0" indent="-342900" algn="l" rtl="0">
              <a:spcBef>
                <a:spcPts val="600"/>
              </a:spcBef>
              <a:spcAft>
                <a:spcPts val="0"/>
              </a:spcAft>
              <a:buSzPts val="1800"/>
              <a:buChar char="●"/>
            </a:pPr>
            <a:r>
              <a:rPr lang="en"/>
              <a:t>Might need to move everything over.</a:t>
            </a:r>
            <a:endParaRPr/>
          </a:p>
          <a:p>
            <a:pPr marL="0" lvl="0" indent="0" algn="l" rtl="0">
              <a:spcBef>
                <a:spcPts val="600"/>
              </a:spcBef>
              <a:spcAft>
                <a:spcPts val="0"/>
              </a:spcAft>
              <a:buNone/>
            </a:pPr>
            <a:endParaRPr/>
          </a:p>
          <a:p>
            <a:pPr marL="0" lvl="0" indent="0" algn="l" rtl="0">
              <a:spcBef>
                <a:spcPts val="600"/>
              </a:spcBef>
              <a:spcAft>
                <a:spcPts val="0"/>
              </a:spcAft>
              <a:buNone/>
            </a:pPr>
            <a:r>
              <a:rPr lang="en"/>
              <a:t>More efficient method:</a:t>
            </a:r>
            <a:endParaRPr/>
          </a:p>
          <a:p>
            <a:pPr marL="457200" lvl="0" indent="-342900" algn="l" rtl="0">
              <a:spcBef>
                <a:spcPts val="600"/>
              </a:spcBef>
              <a:spcAft>
                <a:spcPts val="0"/>
              </a:spcAft>
              <a:buSzPts val="1800"/>
              <a:buChar char="●"/>
            </a:pPr>
            <a:r>
              <a:rPr lang="en"/>
              <a:t>Do everything in place using swapping.</a:t>
            </a:r>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409"/>
        <p:cNvGrpSpPr/>
        <p:nvPr/>
      </p:nvGrpSpPr>
      <p:grpSpPr>
        <a:xfrm>
          <a:off x="0" y="0"/>
          <a:ext cx="0" cy="0"/>
          <a:chOff x="0" y="0"/>
          <a:chExt cx="0" cy="0"/>
        </a:xfrm>
      </p:grpSpPr>
      <p:sp>
        <p:nvSpPr>
          <p:cNvPr id="410" name="Google Shape;410;p39"/>
          <p:cNvSpPr txBox="1">
            <a:spLocks noGrp="1"/>
          </p:cNvSpPr>
          <p:nvPr>
            <p:ph type="title"/>
          </p:nvPr>
        </p:nvSpPr>
        <p:spPr>
          <a:xfrm>
            <a:off x="0" y="0"/>
            <a:ext cx="8520600" cy="3936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In-place Insertion Sort</a:t>
            </a:r>
            <a:endParaRPr/>
          </a:p>
        </p:txBody>
      </p:sp>
      <p:sp>
        <p:nvSpPr>
          <p:cNvPr id="411" name="Google Shape;411;p39"/>
          <p:cNvSpPr txBox="1">
            <a:spLocks noGrp="1"/>
          </p:cNvSpPr>
          <p:nvPr>
            <p:ph type="body" idx="1"/>
          </p:nvPr>
        </p:nvSpPr>
        <p:spPr>
          <a:xfrm>
            <a:off x="107044" y="402200"/>
            <a:ext cx="8520600" cy="3416400"/>
          </a:xfrm>
          <a:prstGeom prst="rect">
            <a:avLst/>
          </a:prstGeom>
        </p:spPr>
        <p:txBody>
          <a:bodyPr spcFirstLastPara="1" wrap="square" lIns="91425" tIns="91425" rIns="91425" bIns="91425" anchor="t" anchorCtr="0">
            <a:noAutofit/>
          </a:bodyPr>
          <a:lstStyle/>
          <a:p>
            <a:pPr marL="0" lvl="0" indent="0" algn="l" rtl="0">
              <a:spcBef>
                <a:spcPts val="600"/>
              </a:spcBef>
              <a:spcAft>
                <a:spcPts val="0"/>
              </a:spcAft>
              <a:buNone/>
            </a:pPr>
            <a:r>
              <a:rPr lang="en"/>
              <a:t>General strategy: </a:t>
            </a:r>
            <a:endParaRPr/>
          </a:p>
          <a:p>
            <a:pPr marL="457200" lvl="0" indent="-342900" algn="l" rtl="0">
              <a:spcBef>
                <a:spcPts val="600"/>
              </a:spcBef>
              <a:spcAft>
                <a:spcPts val="0"/>
              </a:spcAft>
              <a:buSzPts val="1800"/>
              <a:buChar char="●"/>
            </a:pPr>
            <a:r>
              <a:rPr lang="en"/>
              <a:t>Repeat for i = 0 to N - 1:</a:t>
            </a:r>
            <a:endParaRPr/>
          </a:p>
          <a:p>
            <a:pPr marL="914400" lvl="1" indent="-342900" algn="l" rtl="0">
              <a:spcBef>
                <a:spcPts val="0"/>
              </a:spcBef>
              <a:spcAft>
                <a:spcPts val="0"/>
              </a:spcAft>
              <a:buSzPts val="1800"/>
              <a:buChar char="○"/>
            </a:pPr>
            <a:r>
              <a:rPr lang="en"/>
              <a:t>Designate item i as the traveling item.</a:t>
            </a:r>
            <a:endParaRPr/>
          </a:p>
          <a:p>
            <a:pPr marL="914400" lvl="1" indent="-342900" algn="l" rtl="0">
              <a:spcBef>
                <a:spcPts val="600"/>
              </a:spcBef>
              <a:spcAft>
                <a:spcPts val="0"/>
              </a:spcAft>
              <a:buSzPts val="1800"/>
              <a:buChar char="○"/>
            </a:pPr>
            <a:r>
              <a:rPr lang="en"/>
              <a:t>Swap item backwards until traveller is in the right place among all previously examined items.</a:t>
            </a:r>
            <a:endParaRPr/>
          </a:p>
        </p:txBody>
      </p:sp>
      <p:sp>
        <p:nvSpPr>
          <p:cNvPr id="412" name="Google Shape;412;p39"/>
          <p:cNvSpPr/>
          <p:nvPr/>
        </p:nvSpPr>
        <p:spPr>
          <a:xfrm>
            <a:off x="2834175" y="2892875"/>
            <a:ext cx="495300" cy="495300"/>
          </a:xfrm>
          <a:prstGeom prst="rect">
            <a:avLst/>
          </a:prstGeom>
          <a:solidFill>
            <a:srgbClr val="B1DD8B"/>
          </a:solid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800">
                <a:latin typeface="Calibri"/>
                <a:ea typeface="Calibri"/>
                <a:cs typeface="Calibri"/>
                <a:sym typeface="Calibri"/>
              </a:rPr>
              <a:t>32</a:t>
            </a:r>
            <a:endParaRPr sz="1800">
              <a:latin typeface="Calibri"/>
              <a:ea typeface="Calibri"/>
              <a:cs typeface="Calibri"/>
              <a:sym typeface="Calibri"/>
            </a:endParaRPr>
          </a:p>
        </p:txBody>
      </p:sp>
      <p:sp>
        <p:nvSpPr>
          <p:cNvPr id="413" name="Google Shape;413;p39"/>
          <p:cNvSpPr/>
          <p:nvPr/>
        </p:nvSpPr>
        <p:spPr>
          <a:xfrm>
            <a:off x="3319364" y="2892875"/>
            <a:ext cx="495300" cy="495300"/>
          </a:xfrm>
          <a:prstGeom prst="rect">
            <a:avLst/>
          </a:prstGeom>
          <a:solidFill>
            <a:srgbClr val="B1DD8B"/>
          </a:solid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800">
                <a:latin typeface="Calibri"/>
                <a:ea typeface="Calibri"/>
                <a:cs typeface="Calibri"/>
                <a:sym typeface="Calibri"/>
              </a:rPr>
              <a:t>15</a:t>
            </a:r>
            <a:endParaRPr sz="1800">
              <a:latin typeface="Calibri"/>
              <a:ea typeface="Calibri"/>
              <a:cs typeface="Calibri"/>
              <a:sym typeface="Calibri"/>
            </a:endParaRPr>
          </a:p>
        </p:txBody>
      </p:sp>
      <p:sp>
        <p:nvSpPr>
          <p:cNvPr id="414" name="Google Shape;414;p39"/>
          <p:cNvSpPr/>
          <p:nvPr/>
        </p:nvSpPr>
        <p:spPr>
          <a:xfrm>
            <a:off x="3808705" y="2892875"/>
            <a:ext cx="495300" cy="495300"/>
          </a:xfrm>
          <a:prstGeom prst="rect">
            <a:avLst/>
          </a:prstGeom>
          <a:solidFill>
            <a:srgbClr val="B1DD8B"/>
          </a:solid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800">
                <a:latin typeface="Calibri"/>
                <a:ea typeface="Calibri"/>
                <a:cs typeface="Calibri"/>
                <a:sym typeface="Calibri"/>
              </a:rPr>
              <a:t>2</a:t>
            </a:r>
            <a:endParaRPr sz="1800">
              <a:latin typeface="Calibri"/>
              <a:ea typeface="Calibri"/>
              <a:cs typeface="Calibri"/>
              <a:sym typeface="Calibri"/>
            </a:endParaRPr>
          </a:p>
        </p:txBody>
      </p:sp>
      <p:sp>
        <p:nvSpPr>
          <p:cNvPr id="415" name="Google Shape;415;p39"/>
          <p:cNvSpPr/>
          <p:nvPr/>
        </p:nvSpPr>
        <p:spPr>
          <a:xfrm>
            <a:off x="4293894" y="2892875"/>
            <a:ext cx="495300" cy="495300"/>
          </a:xfrm>
          <a:prstGeom prst="rect">
            <a:avLst/>
          </a:prstGeom>
          <a:solidFill>
            <a:srgbClr val="B1DD8B"/>
          </a:solid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800">
                <a:latin typeface="Calibri"/>
                <a:ea typeface="Calibri"/>
                <a:cs typeface="Calibri"/>
                <a:sym typeface="Calibri"/>
              </a:rPr>
              <a:t>17</a:t>
            </a:r>
            <a:endParaRPr sz="1800">
              <a:latin typeface="Calibri"/>
              <a:ea typeface="Calibri"/>
              <a:cs typeface="Calibri"/>
              <a:sym typeface="Calibri"/>
            </a:endParaRPr>
          </a:p>
        </p:txBody>
      </p:sp>
      <p:sp>
        <p:nvSpPr>
          <p:cNvPr id="416" name="Google Shape;416;p39"/>
          <p:cNvSpPr/>
          <p:nvPr/>
        </p:nvSpPr>
        <p:spPr>
          <a:xfrm>
            <a:off x="4778636" y="2892875"/>
            <a:ext cx="495300" cy="495300"/>
          </a:xfrm>
          <a:prstGeom prst="rect">
            <a:avLst/>
          </a:prstGeom>
          <a:solidFill>
            <a:srgbClr val="B1DD8B"/>
          </a:solid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800">
                <a:latin typeface="Calibri"/>
                <a:ea typeface="Calibri"/>
                <a:cs typeface="Calibri"/>
                <a:sym typeface="Calibri"/>
              </a:rPr>
              <a:t>19</a:t>
            </a:r>
            <a:endParaRPr sz="1800">
              <a:latin typeface="Calibri"/>
              <a:ea typeface="Calibri"/>
              <a:cs typeface="Calibri"/>
              <a:sym typeface="Calibri"/>
            </a:endParaRPr>
          </a:p>
        </p:txBody>
      </p:sp>
      <p:sp>
        <p:nvSpPr>
          <p:cNvPr id="417" name="Google Shape;417;p39"/>
          <p:cNvSpPr/>
          <p:nvPr/>
        </p:nvSpPr>
        <p:spPr>
          <a:xfrm>
            <a:off x="5263825" y="2892875"/>
            <a:ext cx="495300" cy="495300"/>
          </a:xfrm>
          <a:prstGeom prst="rect">
            <a:avLst/>
          </a:prstGeom>
          <a:solidFill>
            <a:srgbClr val="B1DD8B"/>
          </a:solid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800">
                <a:latin typeface="Calibri"/>
                <a:ea typeface="Calibri"/>
                <a:cs typeface="Calibri"/>
                <a:sym typeface="Calibri"/>
              </a:rPr>
              <a:t>26</a:t>
            </a:r>
            <a:endParaRPr sz="1800">
              <a:latin typeface="Calibri"/>
              <a:ea typeface="Calibri"/>
              <a:cs typeface="Calibri"/>
              <a:sym typeface="Calibri"/>
            </a:endParaRPr>
          </a:p>
        </p:txBody>
      </p:sp>
      <p:sp>
        <p:nvSpPr>
          <p:cNvPr id="418" name="Google Shape;418;p39"/>
          <p:cNvSpPr/>
          <p:nvPr/>
        </p:nvSpPr>
        <p:spPr>
          <a:xfrm>
            <a:off x="5753166" y="2892875"/>
            <a:ext cx="495300" cy="495300"/>
          </a:xfrm>
          <a:prstGeom prst="rect">
            <a:avLst/>
          </a:prstGeom>
          <a:solidFill>
            <a:srgbClr val="B1DD8B"/>
          </a:solid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800">
                <a:latin typeface="Calibri"/>
                <a:ea typeface="Calibri"/>
                <a:cs typeface="Calibri"/>
                <a:sym typeface="Calibri"/>
              </a:rPr>
              <a:t>41</a:t>
            </a:r>
            <a:endParaRPr sz="1800">
              <a:latin typeface="Calibri"/>
              <a:ea typeface="Calibri"/>
              <a:cs typeface="Calibri"/>
              <a:sym typeface="Calibri"/>
            </a:endParaRPr>
          </a:p>
        </p:txBody>
      </p:sp>
      <p:sp>
        <p:nvSpPr>
          <p:cNvPr id="419" name="Google Shape;419;p39"/>
          <p:cNvSpPr/>
          <p:nvPr/>
        </p:nvSpPr>
        <p:spPr>
          <a:xfrm>
            <a:off x="6238355" y="2892875"/>
            <a:ext cx="495300" cy="495300"/>
          </a:xfrm>
          <a:prstGeom prst="rect">
            <a:avLst/>
          </a:prstGeom>
          <a:solidFill>
            <a:srgbClr val="B1DD8B"/>
          </a:solid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800">
                <a:latin typeface="Calibri"/>
                <a:ea typeface="Calibri"/>
                <a:cs typeface="Calibri"/>
                <a:sym typeface="Calibri"/>
              </a:rPr>
              <a:t>17</a:t>
            </a:r>
            <a:endParaRPr sz="1800">
              <a:latin typeface="Calibri"/>
              <a:ea typeface="Calibri"/>
              <a:cs typeface="Calibri"/>
              <a:sym typeface="Calibri"/>
            </a:endParaRPr>
          </a:p>
        </p:txBody>
      </p:sp>
      <p:sp>
        <p:nvSpPr>
          <p:cNvPr id="420" name="Google Shape;420;p39"/>
          <p:cNvSpPr/>
          <p:nvPr/>
        </p:nvSpPr>
        <p:spPr>
          <a:xfrm>
            <a:off x="6727730" y="2892875"/>
            <a:ext cx="495300" cy="495300"/>
          </a:xfrm>
          <a:prstGeom prst="rect">
            <a:avLst/>
          </a:prstGeom>
          <a:solidFill>
            <a:srgbClr val="B1DD8B"/>
          </a:solid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800">
                <a:latin typeface="Calibri"/>
                <a:ea typeface="Calibri"/>
                <a:cs typeface="Calibri"/>
                <a:sym typeface="Calibri"/>
              </a:rPr>
              <a:t>17</a:t>
            </a:r>
            <a:endParaRPr sz="1800">
              <a:latin typeface="Calibri"/>
              <a:ea typeface="Calibri"/>
              <a:cs typeface="Calibri"/>
              <a:sym typeface="Calibri"/>
            </a:endParaRPr>
          </a:p>
        </p:txBody>
      </p:sp>
      <p:sp>
        <p:nvSpPr>
          <p:cNvPr id="421" name="Google Shape;421;p39"/>
          <p:cNvSpPr txBox="1"/>
          <p:nvPr/>
        </p:nvSpPr>
        <p:spPr>
          <a:xfrm>
            <a:off x="166800" y="4316400"/>
            <a:ext cx="8972700" cy="827100"/>
          </a:xfrm>
          <a:prstGeom prst="rect">
            <a:avLst/>
          </a:prstGeom>
          <a:noFill/>
          <a:ln>
            <a:noFill/>
          </a:ln>
        </p:spPr>
        <p:txBody>
          <a:bodyPr spcFirstLastPara="1" wrap="square" lIns="91425" tIns="91425" rIns="91425" bIns="91425" anchor="ctr" anchorCtr="0">
            <a:noAutofit/>
          </a:bodyPr>
          <a:lstStyle/>
          <a:p>
            <a:pPr marL="0" lvl="0" indent="0" algn="l" rtl="0">
              <a:spcBef>
                <a:spcPts val="480"/>
              </a:spcBef>
              <a:spcAft>
                <a:spcPts val="0"/>
              </a:spcAft>
              <a:buNone/>
            </a:pPr>
            <a:r>
              <a:rPr lang="en" sz="1800">
                <a:solidFill>
                  <a:schemeClr val="dk1"/>
                </a:solidFill>
                <a:latin typeface="Roboto"/>
                <a:ea typeface="Roboto"/>
                <a:cs typeface="Roboto"/>
                <a:sym typeface="Roboto"/>
              </a:rPr>
              <a:t>In example above: Use j pointer to track current spot of traveling item.</a:t>
            </a:r>
            <a:endParaRPr sz="1800">
              <a:latin typeface="Roboto"/>
              <a:ea typeface="Roboto"/>
              <a:cs typeface="Roboto"/>
              <a:sym typeface="Roboto"/>
            </a:endParaRPr>
          </a:p>
        </p:txBody>
      </p:sp>
      <p:sp>
        <p:nvSpPr>
          <p:cNvPr id="422" name="Google Shape;422;p39"/>
          <p:cNvSpPr txBox="1"/>
          <p:nvPr/>
        </p:nvSpPr>
        <p:spPr>
          <a:xfrm>
            <a:off x="1294775" y="2892875"/>
            <a:ext cx="948300" cy="4953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sz="1800">
                <a:latin typeface="Roboto"/>
                <a:ea typeface="Roboto"/>
                <a:cs typeface="Roboto"/>
                <a:sym typeface="Roboto"/>
              </a:rPr>
              <a:t>Input:</a:t>
            </a:r>
            <a:endParaRPr sz="1800">
              <a:latin typeface="Roboto"/>
              <a:ea typeface="Roboto"/>
              <a:cs typeface="Roboto"/>
              <a:sym typeface="Roboto"/>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426"/>
        <p:cNvGrpSpPr/>
        <p:nvPr/>
      </p:nvGrpSpPr>
      <p:grpSpPr>
        <a:xfrm>
          <a:off x="0" y="0"/>
          <a:ext cx="0" cy="0"/>
          <a:chOff x="0" y="0"/>
          <a:chExt cx="0" cy="0"/>
        </a:xfrm>
      </p:grpSpPr>
      <p:sp>
        <p:nvSpPr>
          <p:cNvPr id="427" name="Google Shape;427;p40"/>
          <p:cNvSpPr txBox="1">
            <a:spLocks noGrp="1"/>
          </p:cNvSpPr>
          <p:nvPr>
            <p:ph type="title"/>
          </p:nvPr>
        </p:nvSpPr>
        <p:spPr>
          <a:xfrm>
            <a:off x="0" y="0"/>
            <a:ext cx="8520600" cy="3936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In-place Insertion Sort</a:t>
            </a:r>
            <a:endParaRPr/>
          </a:p>
        </p:txBody>
      </p:sp>
      <p:sp>
        <p:nvSpPr>
          <p:cNvPr id="428" name="Google Shape;428;p40"/>
          <p:cNvSpPr txBox="1">
            <a:spLocks noGrp="1"/>
          </p:cNvSpPr>
          <p:nvPr>
            <p:ph type="body" idx="1"/>
          </p:nvPr>
        </p:nvSpPr>
        <p:spPr>
          <a:xfrm>
            <a:off x="107044" y="402200"/>
            <a:ext cx="8520600" cy="3416400"/>
          </a:xfrm>
          <a:prstGeom prst="rect">
            <a:avLst/>
          </a:prstGeom>
        </p:spPr>
        <p:txBody>
          <a:bodyPr spcFirstLastPara="1" wrap="square" lIns="91425" tIns="91425" rIns="91425" bIns="91425" anchor="t" anchorCtr="0">
            <a:noAutofit/>
          </a:bodyPr>
          <a:lstStyle/>
          <a:p>
            <a:pPr marL="0" lvl="0" indent="0" algn="l" rtl="0">
              <a:spcBef>
                <a:spcPts val="600"/>
              </a:spcBef>
              <a:spcAft>
                <a:spcPts val="0"/>
              </a:spcAft>
              <a:buNone/>
            </a:pPr>
            <a:r>
              <a:rPr lang="en"/>
              <a:t>General strategy: </a:t>
            </a:r>
            <a:endParaRPr/>
          </a:p>
          <a:p>
            <a:pPr marL="457200" lvl="0" indent="-342900" algn="l" rtl="0">
              <a:spcBef>
                <a:spcPts val="600"/>
              </a:spcBef>
              <a:spcAft>
                <a:spcPts val="0"/>
              </a:spcAft>
              <a:buSzPts val="1800"/>
              <a:buChar char="●"/>
            </a:pPr>
            <a:r>
              <a:rPr lang="en"/>
              <a:t>Repeat for i = 0 to N - 1:</a:t>
            </a:r>
            <a:endParaRPr/>
          </a:p>
          <a:p>
            <a:pPr marL="914400" lvl="1" indent="-342900" algn="l" rtl="0">
              <a:spcBef>
                <a:spcPts val="0"/>
              </a:spcBef>
              <a:spcAft>
                <a:spcPts val="0"/>
              </a:spcAft>
              <a:buSzPts val="1800"/>
              <a:buChar char="○"/>
            </a:pPr>
            <a:r>
              <a:rPr lang="en" b="1"/>
              <a:t>Designate item i as the traveling item.</a:t>
            </a:r>
            <a:endParaRPr b="1"/>
          </a:p>
          <a:p>
            <a:pPr marL="914400" lvl="1" indent="-342900" algn="l" rtl="0">
              <a:spcBef>
                <a:spcPts val="600"/>
              </a:spcBef>
              <a:spcAft>
                <a:spcPts val="0"/>
              </a:spcAft>
              <a:buSzPts val="1800"/>
              <a:buChar char="○"/>
            </a:pPr>
            <a:r>
              <a:rPr lang="en"/>
              <a:t>Swap item backwards until traveller is in the right place among all previously examined items.</a:t>
            </a:r>
            <a:endParaRPr/>
          </a:p>
        </p:txBody>
      </p:sp>
      <p:sp>
        <p:nvSpPr>
          <p:cNvPr id="429" name="Google Shape;429;p40"/>
          <p:cNvSpPr/>
          <p:nvPr/>
        </p:nvSpPr>
        <p:spPr>
          <a:xfrm>
            <a:off x="2834175" y="2892875"/>
            <a:ext cx="495300" cy="495300"/>
          </a:xfrm>
          <a:prstGeom prst="rect">
            <a:avLst/>
          </a:prstGeom>
          <a:solidFill>
            <a:schemeClr val="accent3"/>
          </a:solid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800">
                <a:latin typeface="Calibri"/>
                <a:ea typeface="Calibri"/>
                <a:cs typeface="Calibri"/>
                <a:sym typeface="Calibri"/>
              </a:rPr>
              <a:t>32</a:t>
            </a:r>
            <a:endParaRPr sz="1800">
              <a:latin typeface="Calibri"/>
              <a:ea typeface="Calibri"/>
              <a:cs typeface="Calibri"/>
              <a:sym typeface="Calibri"/>
            </a:endParaRPr>
          </a:p>
        </p:txBody>
      </p:sp>
      <p:sp>
        <p:nvSpPr>
          <p:cNvPr id="430" name="Google Shape;430;p40"/>
          <p:cNvSpPr/>
          <p:nvPr/>
        </p:nvSpPr>
        <p:spPr>
          <a:xfrm>
            <a:off x="3319364" y="2892875"/>
            <a:ext cx="495300" cy="495300"/>
          </a:xfrm>
          <a:prstGeom prst="rect">
            <a:avLst/>
          </a:prstGeom>
          <a:solidFill>
            <a:srgbClr val="B1DD8B"/>
          </a:solid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800">
                <a:latin typeface="Calibri"/>
                <a:ea typeface="Calibri"/>
                <a:cs typeface="Calibri"/>
                <a:sym typeface="Calibri"/>
              </a:rPr>
              <a:t>15</a:t>
            </a:r>
            <a:endParaRPr sz="1800">
              <a:latin typeface="Calibri"/>
              <a:ea typeface="Calibri"/>
              <a:cs typeface="Calibri"/>
              <a:sym typeface="Calibri"/>
            </a:endParaRPr>
          </a:p>
        </p:txBody>
      </p:sp>
      <p:sp>
        <p:nvSpPr>
          <p:cNvPr id="431" name="Google Shape;431;p40"/>
          <p:cNvSpPr/>
          <p:nvPr/>
        </p:nvSpPr>
        <p:spPr>
          <a:xfrm>
            <a:off x="3808705" y="2892875"/>
            <a:ext cx="495300" cy="495300"/>
          </a:xfrm>
          <a:prstGeom prst="rect">
            <a:avLst/>
          </a:prstGeom>
          <a:solidFill>
            <a:srgbClr val="B1DD8B"/>
          </a:solid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800">
                <a:latin typeface="Calibri"/>
                <a:ea typeface="Calibri"/>
                <a:cs typeface="Calibri"/>
                <a:sym typeface="Calibri"/>
              </a:rPr>
              <a:t>2</a:t>
            </a:r>
            <a:endParaRPr sz="1800">
              <a:latin typeface="Calibri"/>
              <a:ea typeface="Calibri"/>
              <a:cs typeface="Calibri"/>
              <a:sym typeface="Calibri"/>
            </a:endParaRPr>
          </a:p>
        </p:txBody>
      </p:sp>
      <p:sp>
        <p:nvSpPr>
          <p:cNvPr id="432" name="Google Shape;432;p40"/>
          <p:cNvSpPr/>
          <p:nvPr/>
        </p:nvSpPr>
        <p:spPr>
          <a:xfrm>
            <a:off x="4293894" y="2892875"/>
            <a:ext cx="495300" cy="495300"/>
          </a:xfrm>
          <a:prstGeom prst="rect">
            <a:avLst/>
          </a:prstGeom>
          <a:solidFill>
            <a:srgbClr val="B1DD8B"/>
          </a:solid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800">
                <a:latin typeface="Calibri"/>
                <a:ea typeface="Calibri"/>
                <a:cs typeface="Calibri"/>
                <a:sym typeface="Calibri"/>
              </a:rPr>
              <a:t>17</a:t>
            </a:r>
            <a:endParaRPr sz="1800">
              <a:latin typeface="Calibri"/>
              <a:ea typeface="Calibri"/>
              <a:cs typeface="Calibri"/>
              <a:sym typeface="Calibri"/>
            </a:endParaRPr>
          </a:p>
        </p:txBody>
      </p:sp>
      <p:sp>
        <p:nvSpPr>
          <p:cNvPr id="433" name="Google Shape;433;p40"/>
          <p:cNvSpPr/>
          <p:nvPr/>
        </p:nvSpPr>
        <p:spPr>
          <a:xfrm>
            <a:off x="4778636" y="2892875"/>
            <a:ext cx="495300" cy="495300"/>
          </a:xfrm>
          <a:prstGeom prst="rect">
            <a:avLst/>
          </a:prstGeom>
          <a:solidFill>
            <a:srgbClr val="B1DD8B"/>
          </a:solid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800">
                <a:latin typeface="Calibri"/>
                <a:ea typeface="Calibri"/>
                <a:cs typeface="Calibri"/>
                <a:sym typeface="Calibri"/>
              </a:rPr>
              <a:t>19</a:t>
            </a:r>
            <a:endParaRPr sz="1800">
              <a:latin typeface="Calibri"/>
              <a:ea typeface="Calibri"/>
              <a:cs typeface="Calibri"/>
              <a:sym typeface="Calibri"/>
            </a:endParaRPr>
          </a:p>
        </p:txBody>
      </p:sp>
      <p:sp>
        <p:nvSpPr>
          <p:cNvPr id="434" name="Google Shape;434;p40"/>
          <p:cNvSpPr/>
          <p:nvPr/>
        </p:nvSpPr>
        <p:spPr>
          <a:xfrm>
            <a:off x="5263825" y="2892875"/>
            <a:ext cx="495300" cy="495300"/>
          </a:xfrm>
          <a:prstGeom prst="rect">
            <a:avLst/>
          </a:prstGeom>
          <a:solidFill>
            <a:srgbClr val="B1DD8B"/>
          </a:solid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800">
                <a:latin typeface="Calibri"/>
                <a:ea typeface="Calibri"/>
                <a:cs typeface="Calibri"/>
                <a:sym typeface="Calibri"/>
              </a:rPr>
              <a:t>26</a:t>
            </a:r>
            <a:endParaRPr sz="1800">
              <a:latin typeface="Calibri"/>
              <a:ea typeface="Calibri"/>
              <a:cs typeface="Calibri"/>
              <a:sym typeface="Calibri"/>
            </a:endParaRPr>
          </a:p>
        </p:txBody>
      </p:sp>
      <p:sp>
        <p:nvSpPr>
          <p:cNvPr id="435" name="Google Shape;435;p40"/>
          <p:cNvSpPr/>
          <p:nvPr/>
        </p:nvSpPr>
        <p:spPr>
          <a:xfrm>
            <a:off x="5753166" y="2892875"/>
            <a:ext cx="495300" cy="495300"/>
          </a:xfrm>
          <a:prstGeom prst="rect">
            <a:avLst/>
          </a:prstGeom>
          <a:solidFill>
            <a:srgbClr val="B1DD8B"/>
          </a:solid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800">
                <a:latin typeface="Calibri"/>
                <a:ea typeface="Calibri"/>
                <a:cs typeface="Calibri"/>
                <a:sym typeface="Calibri"/>
              </a:rPr>
              <a:t>41</a:t>
            </a:r>
            <a:endParaRPr sz="1800">
              <a:latin typeface="Calibri"/>
              <a:ea typeface="Calibri"/>
              <a:cs typeface="Calibri"/>
              <a:sym typeface="Calibri"/>
            </a:endParaRPr>
          </a:p>
        </p:txBody>
      </p:sp>
      <p:sp>
        <p:nvSpPr>
          <p:cNvPr id="436" name="Google Shape;436;p40"/>
          <p:cNvSpPr/>
          <p:nvPr/>
        </p:nvSpPr>
        <p:spPr>
          <a:xfrm>
            <a:off x="6238355" y="2892875"/>
            <a:ext cx="495300" cy="495300"/>
          </a:xfrm>
          <a:prstGeom prst="rect">
            <a:avLst/>
          </a:prstGeom>
          <a:solidFill>
            <a:srgbClr val="B1DD8B"/>
          </a:solid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800">
                <a:latin typeface="Calibri"/>
                <a:ea typeface="Calibri"/>
                <a:cs typeface="Calibri"/>
                <a:sym typeface="Calibri"/>
              </a:rPr>
              <a:t>17</a:t>
            </a:r>
            <a:endParaRPr sz="1800">
              <a:latin typeface="Calibri"/>
              <a:ea typeface="Calibri"/>
              <a:cs typeface="Calibri"/>
              <a:sym typeface="Calibri"/>
            </a:endParaRPr>
          </a:p>
        </p:txBody>
      </p:sp>
      <p:sp>
        <p:nvSpPr>
          <p:cNvPr id="437" name="Google Shape;437;p40"/>
          <p:cNvSpPr/>
          <p:nvPr/>
        </p:nvSpPr>
        <p:spPr>
          <a:xfrm>
            <a:off x="6727730" y="2892875"/>
            <a:ext cx="495300" cy="495300"/>
          </a:xfrm>
          <a:prstGeom prst="rect">
            <a:avLst/>
          </a:prstGeom>
          <a:solidFill>
            <a:srgbClr val="B1DD8B"/>
          </a:solid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800">
                <a:latin typeface="Calibri"/>
                <a:ea typeface="Calibri"/>
                <a:cs typeface="Calibri"/>
                <a:sym typeface="Calibri"/>
              </a:rPr>
              <a:t>17</a:t>
            </a:r>
            <a:endParaRPr sz="1800">
              <a:latin typeface="Calibri"/>
              <a:ea typeface="Calibri"/>
              <a:cs typeface="Calibri"/>
              <a:sym typeface="Calibri"/>
            </a:endParaRPr>
          </a:p>
        </p:txBody>
      </p:sp>
      <p:sp>
        <p:nvSpPr>
          <p:cNvPr id="438" name="Google Shape;438;p40"/>
          <p:cNvSpPr txBox="1"/>
          <p:nvPr/>
        </p:nvSpPr>
        <p:spPr>
          <a:xfrm>
            <a:off x="2911624" y="3364800"/>
            <a:ext cx="495300" cy="4953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600">
                <a:latin typeface="Consolas"/>
                <a:ea typeface="Consolas"/>
                <a:cs typeface="Consolas"/>
                <a:sym typeface="Consolas"/>
              </a:rPr>
              <a:t>i</a:t>
            </a:r>
            <a:endParaRPr sz="1600">
              <a:latin typeface="Consolas"/>
              <a:ea typeface="Consolas"/>
              <a:cs typeface="Consolas"/>
              <a:sym typeface="Consolas"/>
            </a:endParaRPr>
          </a:p>
        </p:txBody>
      </p:sp>
      <p:sp>
        <p:nvSpPr>
          <p:cNvPr id="439" name="Google Shape;439;p40"/>
          <p:cNvSpPr txBox="1"/>
          <p:nvPr/>
        </p:nvSpPr>
        <p:spPr>
          <a:xfrm>
            <a:off x="2911624" y="3692259"/>
            <a:ext cx="495300" cy="4953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600">
                <a:latin typeface="Consolas"/>
                <a:ea typeface="Consolas"/>
                <a:cs typeface="Consolas"/>
                <a:sym typeface="Consolas"/>
              </a:rPr>
              <a:t>j</a:t>
            </a:r>
            <a:endParaRPr sz="1600">
              <a:latin typeface="Consolas"/>
              <a:ea typeface="Consolas"/>
              <a:cs typeface="Consolas"/>
              <a:sym typeface="Consolas"/>
            </a:endParaRPr>
          </a:p>
        </p:txBody>
      </p:sp>
      <p:sp>
        <p:nvSpPr>
          <p:cNvPr id="440" name="Google Shape;440;p40"/>
          <p:cNvSpPr txBox="1"/>
          <p:nvPr/>
        </p:nvSpPr>
        <p:spPr>
          <a:xfrm>
            <a:off x="166800" y="4316400"/>
            <a:ext cx="8972700" cy="827100"/>
          </a:xfrm>
          <a:prstGeom prst="rect">
            <a:avLst/>
          </a:prstGeom>
          <a:noFill/>
          <a:ln>
            <a:noFill/>
          </a:ln>
        </p:spPr>
        <p:txBody>
          <a:bodyPr spcFirstLastPara="1" wrap="square" lIns="91425" tIns="91425" rIns="91425" bIns="91425" anchor="ctr" anchorCtr="0">
            <a:noAutofit/>
          </a:bodyPr>
          <a:lstStyle/>
          <a:p>
            <a:pPr marL="0" lvl="0" indent="0" algn="l" rtl="0">
              <a:spcBef>
                <a:spcPts val="480"/>
              </a:spcBef>
              <a:spcAft>
                <a:spcPts val="0"/>
              </a:spcAft>
              <a:buNone/>
            </a:pPr>
            <a:r>
              <a:rPr lang="en" sz="1800">
                <a:solidFill>
                  <a:schemeClr val="dk1"/>
                </a:solidFill>
                <a:latin typeface="Roboto"/>
                <a:ea typeface="Roboto"/>
                <a:cs typeface="Roboto"/>
                <a:sym typeface="Roboto"/>
              </a:rPr>
              <a:t>In example above: Use j pointer to track current spot of traveling item.</a:t>
            </a:r>
            <a:endParaRPr sz="1800">
              <a:latin typeface="Roboto"/>
              <a:ea typeface="Roboto"/>
              <a:cs typeface="Roboto"/>
              <a:sym typeface="Roboto"/>
            </a:endParaRPr>
          </a:p>
        </p:txBody>
      </p:sp>
      <p:sp>
        <p:nvSpPr>
          <p:cNvPr id="441" name="Google Shape;441;p40"/>
          <p:cNvSpPr txBox="1"/>
          <p:nvPr/>
        </p:nvSpPr>
        <p:spPr>
          <a:xfrm>
            <a:off x="1294775" y="2892875"/>
            <a:ext cx="948300" cy="4953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sz="1800">
                <a:latin typeface="Roboto"/>
                <a:ea typeface="Roboto"/>
                <a:cs typeface="Roboto"/>
                <a:sym typeface="Roboto"/>
              </a:rPr>
              <a:t>Input:</a:t>
            </a:r>
            <a:endParaRPr sz="1800">
              <a:latin typeface="Roboto"/>
              <a:ea typeface="Roboto"/>
              <a:cs typeface="Roboto"/>
              <a:sym typeface="Roboto"/>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445"/>
        <p:cNvGrpSpPr/>
        <p:nvPr/>
      </p:nvGrpSpPr>
      <p:grpSpPr>
        <a:xfrm>
          <a:off x="0" y="0"/>
          <a:ext cx="0" cy="0"/>
          <a:chOff x="0" y="0"/>
          <a:chExt cx="0" cy="0"/>
        </a:xfrm>
      </p:grpSpPr>
      <p:sp>
        <p:nvSpPr>
          <p:cNvPr id="446" name="Google Shape;446;p41"/>
          <p:cNvSpPr txBox="1">
            <a:spLocks noGrp="1"/>
          </p:cNvSpPr>
          <p:nvPr>
            <p:ph type="title"/>
          </p:nvPr>
        </p:nvSpPr>
        <p:spPr>
          <a:xfrm>
            <a:off x="0" y="0"/>
            <a:ext cx="8520600" cy="3936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In-place Insertion Sort</a:t>
            </a:r>
            <a:endParaRPr/>
          </a:p>
        </p:txBody>
      </p:sp>
      <p:sp>
        <p:nvSpPr>
          <p:cNvPr id="447" name="Google Shape;447;p41"/>
          <p:cNvSpPr txBox="1">
            <a:spLocks noGrp="1"/>
          </p:cNvSpPr>
          <p:nvPr>
            <p:ph type="body" idx="1"/>
          </p:nvPr>
        </p:nvSpPr>
        <p:spPr>
          <a:xfrm>
            <a:off x="107044" y="402200"/>
            <a:ext cx="8520600" cy="3416400"/>
          </a:xfrm>
          <a:prstGeom prst="rect">
            <a:avLst/>
          </a:prstGeom>
        </p:spPr>
        <p:txBody>
          <a:bodyPr spcFirstLastPara="1" wrap="square" lIns="91425" tIns="91425" rIns="91425" bIns="91425" anchor="t" anchorCtr="0">
            <a:noAutofit/>
          </a:bodyPr>
          <a:lstStyle/>
          <a:p>
            <a:pPr marL="0" lvl="0" indent="0" algn="l" rtl="0">
              <a:spcBef>
                <a:spcPts val="600"/>
              </a:spcBef>
              <a:spcAft>
                <a:spcPts val="0"/>
              </a:spcAft>
              <a:buNone/>
            </a:pPr>
            <a:r>
              <a:rPr lang="en"/>
              <a:t>General strategy: </a:t>
            </a:r>
            <a:endParaRPr/>
          </a:p>
          <a:p>
            <a:pPr marL="457200" lvl="0" indent="-342900" algn="l" rtl="0">
              <a:spcBef>
                <a:spcPts val="600"/>
              </a:spcBef>
              <a:spcAft>
                <a:spcPts val="0"/>
              </a:spcAft>
              <a:buSzPts val="1800"/>
              <a:buChar char="●"/>
            </a:pPr>
            <a:r>
              <a:rPr lang="en"/>
              <a:t>Repeat for i = 0 to N - 1:</a:t>
            </a:r>
            <a:endParaRPr/>
          </a:p>
          <a:p>
            <a:pPr marL="914400" lvl="1" indent="-342900" algn="l" rtl="0">
              <a:spcBef>
                <a:spcPts val="0"/>
              </a:spcBef>
              <a:spcAft>
                <a:spcPts val="0"/>
              </a:spcAft>
              <a:buSzPts val="1800"/>
              <a:buChar char="○"/>
            </a:pPr>
            <a:r>
              <a:rPr lang="en"/>
              <a:t>Designate item i as the traveling item.</a:t>
            </a:r>
            <a:endParaRPr/>
          </a:p>
          <a:p>
            <a:pPr marL="914400" lvl="1" indent="-342900" algn="l" rtl="0">
              <a:spcBef>
                <a:spcPts val="600"/>
              </a:spcBef>
              <a:spcAft>
                <a:spcPts val="0"/>
              </a:spcAft>
              <a:buSzPts val="1800"/>
              <a:buChar char="○"/>
            </a:pPr>
            <a:r>
              <a:rPr lang="en" b="1"/>
              <a:t>Swap item backwards until traveller is in the right place among all previously examined items.</a:t>
            </a:r>
            <a:endParaRPr b="1"/>
          </a:p>
        </p:txBody>
      </p:sp>
      <p:sp>
        <p:nvSpPr>
          <p:cNvPr id="448" name="Google Shape;448;p41"/>
          <p:cNvSpPr/>
          <p:nvPr/>
        </p:nvSpPr>
        <p:spPr>
          <a:xfrm>
            <a:off x="2834175" y="2892875"/>
            <a:ext cx="495300" cy="495300"/>
          </a:xfrm>
          <a:prstGeom prst="rect">
            <a:avLst/>
          </a:prstGeom>
          <a:solidFill>
            <a:srgbClr val="D9D9D9"/>
          </a:solid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800">
                <a:latin typeface="Calibri"/>
                <a:ea typeface="Calibri"/>
                <a:cs typeface="Calibri"/>
                <a:sym typeface="Calibri"/>
              </a:rPr>
              <a:t>32</a:t>
            </a:r>
            <a:endParaRPr sz="1800">
              <a:latin typeface="Calibri"/>
              <a:ea typeface="Calibri"/>
              <a:cs typeface="Calibri"/>
              <a:sym typeface="Calibri"/>
            </a:endParaRPr>
          </a:p>
        </p:txBody>
      </p:sp>
      <p:sp>
        <p:nvSpPr>
          <p:cNvPr id="449" name="Google Shape;449;p41"/>
          <p:cNvSpPr/>
          <p:nvPr/>
        </p:nvSpPr>
        <p:spPr>
          <a:xfrm>
            <a:off x="3319364" y="2892875"/>
            <a:ext cx="495300" cy="495300"/>
          </a:xfrm>
          <a:prstGeom prst="rect">
            <a:avLst/>
          </a:prstGeom>
          <a:solidFill>
            <a:srgbClr val="B1DD8B"/>
          </a:solid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800">
                <a:latin typeface="Calibri"/>
                <a:ea typeface="Calibri"/>
                <a:cs typeface="Calibri"/>
                <a:sym typeface="Calibri"/>
              </a:rPr>
              <a:t>15</a:t>
            </a:r>
            <a:endParaRPr sz="1800">
              <a:latin typeface="Calibri"/>
              <a:ea typeface="Calibri"/>
              <a:cs typeface="Calibri"/>
              <a:sym typeface="Calibri"/>
            </a:endParaRPr>
          </a:p>
        </p:txBody>
      </p:sp>
      <p:sp>
        <p:nvSpPr>
          <p:cNvPr id="450" name="Google Shape;450;p41"/>
          <p:cNvSpPr/>
          <p:nvPr/>
        </p:nvSpPr>
        <p:spPr>
          <a:xfrm>
            <a:off x="3808705" y="2892875"/>
            <a:ext cx="495300" cy="495300"/>
          </a:xfrm>
          <a:prstGeom prst="rect">
            <a:avLst/>
          </a:prstGeom>
          <a:solidFill>
            <a:srgbClr val="B1DD8B"/>
          </a:solid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800">
                <a:latin typeface="Calibri"/>
                <a:ea typeface="Calibri"/>
                <a:cs typeface="Calibri"/>
                <a:sym typeface="Calibri"/>
              </a:rPr>
              <a:t>2</a:t>
            </a:r>
            <a:endParaRPr sz="1800">
              <a:latin typeface="Calibri"/>
              <a:ea typeface="Calibri"/>
              <a:cs typeface="Calibri"/>
              <a:sym typeface="Calibri"/>
            </a:endParaRPr>
          </a:p>
        </p:txBody>
      </p:sp>
      <p:sp>
        <p:nvSpPr>
          <p:cNvPr id="451" name="Google Shape;451;p41"/>
          <p:cNvSpPr/>
          <p:nvPr/>
        </p:nvSpPr>
        <p:spPr>
          <a:xfrm>
            <a:off x="4293894" y="2892875"/>
            <a:ext cx="495300" cy="495300"/>
          </a:xfrm>
          <a:prstGeom prst="rect">
            <a:avLst/>
          </a:prstGeom>
          <a:solidFill>
            <a:srgbClr val="B1DD8B"/>
          </a:solid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800">
                <a:latin typeface="Calibri"/>
                <a:ea typeface="Calibri"/>
                <a:cs typeface="Calibri"/>
                <a:sym typeface="Calibri"/>
              </a:rPr>
              <a:t>17</a:t>
            </a:r>
            <a:endParaRPr sz="1800">
              <a:latin typeface="Calibri"/>
              <a:ea typeface="Calibri"/>
              <a:cs typeface="Calibri"/>
              <a:sym typeface="Calibri"/>
            </a:endParaRPr>
          </a:p>
        </p:txBody>
      </p:sp>
      <p:sp>
        <p:nvSpPr>
          <p:cNvPr id="452" name="Google Shape;452;p41"/>
          <p:cNvSpPr/>
          <p:nvPr/>
        </p:nvSpPr>
        <p:spPr>
          <a:xfrm>
            <a:off x="4778636" y="2892875"/>
            <a:ext cx="495300" cy="495300"/>
          </a:xfrm>
          <a:prstGeom prst="rect">
            <a:avLst/>
          </a:prstGeom>
          <a:solidFill>
            <a:srgbClr val="B1DD8B"/>
          </a:solid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800">
                <a:latin typeface="Calibri"/>
                <a:ea typeface="Calibri"/>
                <a:cs typeface="Calibri"/>
                <a:sym typeface="Calibri"/>
              </a:rPr>
              <a:t>19</a:t>
            </a:r>
            <a:endParaRPr sz="1800">
              <a:latin typeface="Calibri"/>
              <a:ea typeface="Calibri"/>
              <a:cs typeface="Calibri"/>
              <a:sym typeface="Calibri"/>
            </a:endParaRPr>
          </a:p>
        </p:txBody>
      </p:sp>
      <p:sp>
        <p:nvSpPr>
          <p:cNvPr id="453" name="Google Shape;453;p41"/>
          <p:cNvSpPr/>
          <p:nvPr/>
        </p:nvSpPr>
        <p:spPr>
          <a:xfrm>
            <a:off x="5263825" y="2892875"/>
            <a:ext cx="495300" cy="495300"/>
          </a:xfrm>
          <a:prstGeom prst="rect">
            <a:avLst/>
          </a:prstGeom>
          <a:solidFill>
            <a:srgbClr val="B1DD8B"/>
          </a:solid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800">
                <a:latin typeface="Calibri"/>
                <a:ea typeface="Calibri"/>
                <a:cs typeface="Calibri"/>
                <a:sym typeface="Calibri"/>
              </a:rPr>
              <a:t>26</a:t>
            </a:r>
            <a:endParaRPr sz="1800">
              <a:latin typeface="Calibri"/>
              <a:ea typeface="Calibri"/>
              <a:cs typeface="Calibri"/>
              <a:sym typeface="Calibri"/>
            </a:endParaRPr>
          </a:p>
        </p:txBody>
      </p:sp>
      <p:sp>
        <p:nvSpPr>
          <p:cNvPr id="454" name="Google Shape;454;p41"/>
          <p:cNvSpPr/>
          <p:nvPr/>
        </p:nvSpPr>
        <p:spPr>
          <a:xfrm>
            <a:off x="5753166" y="2892875"/>
            <a:ext cx="495300" cy="495300"/>
          </a:xfrm>
          <a:prstGeom prst="rect">
            <a:avLst/>
          </a:prstGeom>
          <a:solidFill>
            <a:srgbClr val="B1DD8B"/>
          </a:solid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800">
                <a:latin typeface="Calibri"/>
                <a:ea typeface="Calibri"/>
                <a:cs typeface="Calibri"/>
                <a:sym typeface="Calibri"/>
              </a:rPr>
              <a:t>41</a:t>
            </a:r>
            <a:endParaRPr sz="1800">
              <a:latin typeface="Calibri"/>
              <a:ea typeface="Calibri"/>
              <a:cs typeface="Calibri"/>
              <a:sym typeface="Calibri"/>
            </a:endParaRPr>
          </a:p>
        </p:txBody>
      </p:sp>
      <p:sp>
        <p:nvSpPr>
          <p:cNvPr id="455" name="Google Shape;455;p41"/>
          <p:cNvSpPr/>
          <p:nvPr/>
        </p:nvSpPr>
        <p:spPr>
          <a:xfrm>
            <a:off x="6238355" y="2892875"/>
            <a:ext cx="495300" cy="495300"/>
          </a:xfrm>
          <a:prstGeom prst="rect">
            <a:avLst/>
          </a:prstGeom>
          <a:solidFill>
            <a:srgbClr val="B1DD8B"/>
          </a:solid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800">
                <a:latin typeface="Calibri"/>
                <a:ea typeface="Calibri"/>
                <a:cs typeface="Calibri"/>
                <a:sym typeface="Calibri"/>
              </a:rPr>
              <a:t>17</a:t>
            </a:r>
            <a:endParaRPr sz="1800">
              <a:latin typeface="Calibri"/>
              <a:ea typeface="Calibri"/>
              <a:cs typeface="Calibri"/>
              <a:sym typeface="Calibri"/>
            </a:endParaRPr>
          </a:p>
        </p:txBody>
      </p:sp>
      <p:sp>
        <p:nvSpPr>
          <p:cNvPr id="456" name="Google Shape;456;p41"/>
          <p:cNvSpPr/>
          <p:nvPr/>
        </p:nvSpPr>
        <p:spPr>
          <a:xfrm>
            <a:off x="6727730" y="2892875"/>
            <a:ext cx="495300" cy="495300"/>
          </a:xfrm>
          <a:prstGeom prst="rect">
            <a:avLst/>
          </a:prstGeom>
          <a:solidFill>
            <a:srgbClr val="B1DD8B"/>
          </a:solid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800">
                <a:latin typeface="Calibri"/>
                <a:ea typeface="Calibri"/>
                <a:cs typeface="Calibri"/>
                <a:sym typeface="Calibri"/>
              </a:rPr>
              <a:t>17</a:t>
            </a:r>
            <a:endParaRPr sz="1800">
              <a:latin typeface="Calibri"/>
              <a:ea typeface="Calibri"/>
              <a:cs typeface="Calibri"/>
              <a:sym typeface="Calibri"/>
            </a:endParaRPr>
          </a:p>
        </p:txBody>
      </p:sp>
      <p:sp>
        <p:nvSpPr>
          <p:cNvPr id="457" name="Google Shape;457;p41"/>
          <p:cNvSpPr txBox="1"/>
          <p:nvPr/>
        </p:nvSpPr>
        <p:spPr>
          <a:xfrm>
            <a:off x="2911624" y="3364800"/>
            <a:ext cx="495300" cy="4953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600">
                <a:latin typeface="Consolas"/>
                <a:ea typeface="Consolas"/>
                <a:cs typeface="Consolas"/>
                <a:sym typeface="Consolas"/>
              </a:rPr>
              <a:t>i</a:t>
            </a:r>
            <a:endParaRPr sz="1600">
              <a:latin typeface="Consolas"/>
              <a:ea typeface="Consolas"/>
              <a:cs typeface="Consolas"/>
              <a:sym typeface="Consolas"/>
            </a:endParaRPr>
          </a:p>
        </p:txBody>
      </p:sp>
      <p:sp>
        <p:nvSpPr>
          <p:cNvPr id="458" name="Google Shape;458;p41"/>
          <p:cNvSpPr txBox="1"/>
          <p:nvPr/>
        </p:nvSpPr>
        <p:spPr>
          <a:xfrm>
            <a:off x="2911624" y="3692259"/>
            <a:ext cx="495300" cy="4953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600">
                <a:latin typeface="Consolas"/>
                <a:ea typeface="Consolas"/>
                <a:cs typeface="Consolas"/>
                <a:sym typeface="Consolas"/>
              </a:rPr>
              <a:t>j</a:t>
            </a:r>
            <a:endParaRPr sz="1600">
              <a:latin typeface="Consolas"/>
              <a:ea typeface="Consolas"/>
              <a:cs typeface="Consolas"/>
              <a:sym typeface="Consolas"/>
            </a:endParaRPr>
          </a:p>
        </p:txBody>
      </p:sp>
      <p:sp>
        <p:nvSpPr>
          <p:cNvPr id="459" name="Google Shape;459;p41"/>
          <p:cNvSpPr/>
          <p:nvPr/>
        </p:nvSpPr>
        <p:spPr>
          <a:xfrm rot="-5400000">
            <a:off x="2931191" y="2489334"/>
            <a:ext cx="260700" cy="430500"/>
          </a:xfrm>
          <a:prstGeom prst="rightBrace">
            <a:avLst>
              <a:gd name="adj1" fmla="val 8333"/>
              <a:gd name="adj2" fmla="val 50000"/>
            </a:avLst>
          </a:prstGeom>
          <a:noFill/>
          <a:ln w="19050" cap="flat" cmpd="sng">
            <a:solidFill>
              <a:srgbClr val="66666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0" name="Google Shape;460;p41"/>
          <p:cNvSpPr txBox="1"/>
          <p:nvPr/>
        </p:nvSpPr>
        <p:spPr>
          <a:xfrm>
            <a:off x="2752884" y="2237025"/>
            <a:ext cx="849900" cy="3372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a:t>sorted</a:t>
            </a:r>
            <a:endParaRPr/>
          </a:p>
        </p:txBody>
      </p:sp>
      <p:sp>
        <p:nvSpPr>
          <p:cNvPr id="461" name="Google Shape;461;p41"/>
          <p:cNvSpPr/>
          <p:nvPr/>
        </p:nvSpPr>
        <p:spPr>
          <a:xfrm rot="-5400000">
            <a:off x="5149125" y="778575"/>
            <a:ext cx="260700" cy="3852000"/>
          </a:xfrm>
          <a:prstGeom prst="rightBrace">
            <a:avLst>
              <a:gd name="adj1" fmla="val 8333"/>
              <a:gd name="adj2" fmla="val 50000"/>
            </a:avLst>
          </a:prstGeom>
          <a:noFill/>
          <a:ln w="19050" cap="flat" cmpd="sng">
            <a:solidFill>
              <a:srgbClr val="66666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2" name="Google Shape;462;p41"/>
          <p:cNvSpPr txBox="1"/>
          <p:nvPr/>
        </p:nvSpPr>
        <p:spPr>
          <a:xfrm>
            <a:off x="3353475" y="2237025"/>
            <a:ext cx="3852000" cy="3372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a:latin typeface="Roboto"/>
                <a:ea typeface="Roboto"/>
                <a:cs typeface="Roboto"/>
                <a:sym typeface="Roboto"/>
              </a:rPr>
              <a:t>unexamined</a:t>
            </a:r>
            <a:endParaRPr>
              <a:latin typeface="Roboto"/>
              <a:ea typeface="Roboto"/>
              <a:cs typeface="Roboto"/>
              <a:sym typeface="Roboto"/>
            </a:endParaRPr>
          </a:p>
        </p:txBody>
      </p:sp>
      <p:sp>
        <p:nvSpPr>
          <p:cNvPr id="463" name="Google Shape;463;p41"/>
          <p:cNvSpPr txBox="1"/>
          <p:nvPr/>
        </p:nvSpPr>
        <p:spPr>
          <a:xfrm>
            <a:off x="166800" y="4316400"/>
            <a:ext cx="8972700" cy="827100"/>
          </a:xfrm>
          <a:prstGeom prst="rect">
            <a:avLst/>
          </a:prstGeom>
          <a:noFill/>
          <a:ln>
            <a:noFill/>
          </a:ln>
        </p:spPr>
        <p:txBody>
          <a:bodyPr spcFirstLastPara="1" wrap="square" lIns="91425" tIns="91425" rIns="91425" bIns="91425" anchor="ctr" anchorCtr="0">
            <a:noAutofit/>
          </a:bodyPr>
          <a:lstStyle/>
          <a:p>
            <a:pPr marL="0" lvl="0" indent="0" algn="l" rtl="0">
              <a:spcBef>
                <a:spcPts val="480"/>
              </a:spcBef>
              <a:spcAft>
                <a:spcPts val="0"/>
              </a:spcAft>
              <a:buNone/>
            </a:pPr>
            <a:r>
              <a:rPr lang="en" sz="1800">
                <a:solidFill>
                  <a:schemeClr val="dk1"/>
                </a:solidFill>
                <a:latin typeface="Roboto"/>
                <a:ea typeface="Roboto"/>
                <a:cs typeface="Roboto"/>
                <a:sym typeface="Roboto"/>
              </a:rPr>
              <a:t>In example above: Use j pointer to track current spot of traveling item.</a:t>
            </a:r>
            <a:endParaRPr sz="1800">
              <a:latin typeface="Roboto"/>
              <a:ea typeface="Roboto"/>
              <a:cs typeface="Roboto"/>
              <a:sym typeface="Roboto"/>
            </a:endParaRPr>
          </a:p>
        </p:txBody>
      </p:sp>
      <p:sp>
        <p:nvSpPr>
          <p:cNvPr id="464" name="Google Shape;464;p41"/>
          <p:cNvSpPr txBox="1"/>
          <p:nvPr/>
        </p:nvSpPr>
        <p:spPr>
          <a:xfrm>
            <a:off x="1294775" y="2892875"/>
            <a:ext cx="948300" cy="4953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sz="1800">
                <a:latin typeface="Roboto"/>
                <a:ea typeface="Roboto"/>
                <a:cs typeface="Roboto"/>
                <a:sym typeface="Roboto"/>
              </a:rPr>
              <a:t>Input:</a:t>
            </a:r>
            <a:endParaRPr sz="1800">
              <a:latin typeface="Roboto"/>
              <a:ea typeface="Roboto"/>
              <a:cs typeface="Roboto"/>
              <a:sym typeface="Roboto"/>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468"/>
        <p:cNvGrpSpPr/>
        <p:nvPr/>
      </p:nvGrpSpPr>
      <p:grpSpPr>
        <a:xfrm>
          <a:off x="0" y="0"/>
          <a:ext cx="0" cy="0"/>
          <a:chOff x="0" y="0"/>
          <a:chExt cx="0" cy="0"/>
        </a:xfrm>
      </p:grpSpPr>
      <p:sp>
        <p:nvSpPr>
          <p:cNvPr id="469" name="Google Shape;469;p42"/>
          <p:cNvSpPr txBox="1">
            <a:spLocks noGrp="1"/>
          </p:cNvSpPr>
          <p:nvPr>
            <p:ph type="title"/>
          </p:nvPr>
        </p:nvSpPr>
        <p:spPr>
          <a:xfrm>
            <a:off x="0" y="0"/>
            <a:ext cx="8520600" cy="3936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buFont typeface="Arial"/>
              <a:buNone/>
            </a:pPr>
            <a:r>
              <a:rPr lang="en"/>
              <a:t>In-place Insertion Sort</a:t>
            </a:r>
            <a:endParaRPr/>
          </a:p>
        </p:txBody>
      </p:sp>
      <p:sp>
        <p:nvSpPr>
          <p:cNvPr id="470" name="Google Shape;470;p42"/>
          <p:cNvSpPr txBox="1">
            <a:spLocks noGrp="1"/>
          </p:cNvSpPr>
          <p:nvPr>
            <p:ph type="body" idx="1"/>
          </p:nvPr>
        </p:nvSpPr>
        <p:spPr>
          <a:xfrm>
            <a:off x="107044" y="402200"/>
            <a:ext cx="8520600" cy="3416400"/>
          </a:xfrm>
          <a:prstGeom prst="rect">
            <a:avLst/>
          </a:prstGeom>
        </p:spPr>
        <p:txBody>
          <a:bodyPr spcFirstLastPara="1" wrap="square" lIns="91425" tIns="91425" rIns="91425" bIns="91425" anchor="t" anchorCtr="0">
            <a:noAutofit/>
          </a:bodyPr>
          <a:lstStyle/>
          <a:p>
            <a:pPr marL="0" lvl="0" indent="0" algn="l" rtl="0">
              <a:spcBef>
                <a:spcPts val="600"/>
              </a:spcBef>
              <a:spcAft>
                <a:spcPts val="0"/>
              </a:spcAft>
              <a:buNone/>
            </a:pPr>
            <a:r>
              <a:rPr lang="en"/>
              <a:t>General strategy: </a:t>
            </a:r>
            <a:endParaRPr/>
          </a:p>
          <a:p>
            <a:pPr marL="457200" lvl="0" indent="-342900" algn="l" rtl="0">
              <a:spcBef>
                <a:spcPts val="600"/>
              </a:spcBef>
              <a:spcAft>
                <a:spcPts val="0"/>
              </a:spcAft>
              <a:buSzPts val="1800"/>
              <a:buChar char="●"/>
            </a:pPr>
            <a:r>
              <a:rPr lang="en"/>
              <a:t>Repeat for i = 0 to N - 1:</a:t>
            </a:r>
            <a:endParaRPr/>
          </a:p>
          <a:p>
            <a:pPr marL="914400" lvl="1" indent="-342900" algn="l" rtl="0">
              <a:spcBef>
                <a:spcPts val="0"/>
              </a:spcBef>
              <a:spcAft>
                <a:spcPts val="0"/>
              </a:spcAft>
              <a:buSzPts val="1800"/>
              <a:buChar char="○"/>
            </a:pPr>
            <a:r>
              <a:rPr lang="en" b="1"/>
              <a:t>Designate item i as the traveling item.</a:t>
            </a:r>
            <a:endParaRPr b="1"/>
          </a:p>
          <a:p>
            <a:pPr marL="914400" lvl="1" indent="-342900" algn="l" rtl="0">
              <a:spcBef>
                <a:spcPts val="600"/>
              </a:spcBef>
              <a:spcAft>
                <a:spcPts val="0"/>
              </a:spcAft>
              <a:buSzPts val="1800"/>
              <a:buChar char="○"/>
            </a:pPr>
            <a:r>
              <a:rPr lang="en"/>
              <a:t>Swap item backwards until traveller is in the right place among all previously examined items.</a:t>
            </a:r>
            <a:endParaRPr/>
          </a:p>
        </p:txBody>
      </p:sp>
      <p:sp>
        <p:nvSpPr>
          <p:cNvPr id="471" name="Google Shape;471;p42"/>
          <p:cNvSpPr/>
          <p:nvPr/>
        </p:nvSpPr>
        <p:spPr>
          <a:xfrm>
            <a:off x="2834175" y="2892875"/>
            <a:ext cx="495300" cy="495300"/>
          </a:xfrm>
          <a:prstGeom prst="rect">
            <a:avLst/>
          </a:prstGeom>
          <a:solidFill>
            <a:srgbClr val="D9D9D9"/>
          </a:solid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800">
                <a:latin typeface="Calibri"/>
                <a:ea typeface="Calibri"/>
                <a:cs typeface="Calibri"/>
                <a:sym typeface="Calibri"/>
              </a:rPr>
              <a:t>32</a:t>
            </a:r>
            <a:endParaRPr sz="1800">
              <a:latin typeface="Calibri"/>
              <a:ea typeface="Calibri"/>
              <a:cs typeface="Calibri"/>
              <a:sym typeface="Calibri"/>
            </a:endParaRPr>
          </a:p>
        </p:txBody>
      </p:sp>
      <p:sp>
        <p:nvSpPr>
          <p:cNvPr id="472" name="Google Shape;472;p42"/>
          <p:cNvSpPr/>
          <p:nvPr/>
        </p:nvSpPr>
        <p:spPr>
          <a:xfrm>
            <a:off x="3319364" y="2892875"/>
            <a:ext cx="495300" cy="495300"/>
          </a:xfrm>
          <a:prstGeom prst="rect">
            <a:avLst/>
          </a:prstGeom>
          <a:solidFill>
            <a:schemeClr val="accent3"/>
          </a:solid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800">
                <a:latin typeface="Calibri"/>
                <a:ea typeface="Calibri"/>
                <a:cs typeface="Calibri"/>
                <a:sym typeface="Calibri"/>
              </a:rPr>
              <a:t>15</a:t>
            </a:r>
            <a:endParaRPr sz="1800">
              <a:latin typeface="Calibri"/>
              <a:ea typeface="Calibri"/>
              <a:cs typeface="Calibri"/>
              <a:sym typeface="Calibri"/>
            </a:endParaRPr>
          </a:p>
        </p:txBody>
      </p:sp>
      <p:sp>
        <p:nvSpPr>
          <p:cNvPr id="473" name="Google Shape;473;p42"/>
          <p:cNvSpPr/>
          <p:nvPr/>
        </p:nvSpPr>
        <p:spPr>
          <a:xfrm>
            <a:off x="3808705" y="2892875"/>
            <a:ext cx="495300" cy="495300"/>
          </a:xfrm>
          <a:prstGeom prst="rect">
            <a:avLst/>
          </a:prstGeom>
          <a:solidFill>
            <a:srgbClr val="B1DD8B"/>
          </a:solid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800">
                <a:latin typeface="Calibri"/>
                <a:ea typeface="Calibri"/>
                <a:cs typeface="Calibri"/>
                <a:sym typeface="Calibri"/>
              </a:rPr>
              <a:t>2</a:t>
            </a:r>
            <a:endParaRPr sz="1800">
              <a:latin typeface="Calibri"/>
              <a:ea typeface="Calibri"/>
              <a:cs typeface="Calibri"/>
              <a:sym typeface="Calibri"/>
            </a:endParaRPr>
          </a:p>
        </p:txBody>
      </p:sp>
      <p:sp>
        <p:nvSpPr>
          <p:cNvPr id="474" name="Google Shape;474;p42"/>
          <p:cNvSpPr/>
          <p:nvPr/>
        </p:nvSpPr>
        <p:spPr>
          <a:xfrm>
            <a:off x="4293894" y="2892875"/>
            <a:ext cx="495300" cy="495300"/>
          </a:xfrm>
          <a:prstGeom prst="rect">
            <a:avLst/>
          </a:prstGeom>
          <a:solidFill>
            <a:srgbClr val="B1DD8B"/>
          </a:solid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800">
                <a:latin typeface="Calibri"/>
                <a:ea typeface="Calibri"/>
                <a:cs typeface="Calibri"/>
                <a:sym typeface="Calibri"/>
              </a:rPr>
              <a:t>17</a:t>
            </a:r>
            <a:endParaRPr sz="1800">
              <a:latin typeface="Calibri"/>
              <a:ea typeface="Calibri"/>
              <a:cs typeface="Calibri"/>
              <a:sym typeface="Calibri"/>
            </a:endParaRPr>
          </a:p>
        </p:txBody>
      </p:sp>
      <p:sp>
        <p:nvSpPr>
          <p:cNvPr id="475" name="Google Shape;475;p42"/>
          <p:cNvSpPr/>
          <p:nvPr/>
        </p:nvSpPr>
        <p:spPr>
          <a:xfrm>
            <a:off x="4778636" y="2892875"/>
            <a:ext cx="495300" cy="495300"/>
          </a:xfrm>
          <a:prstGeom prst="rect">
            <a:avLst/>
          </a:prstGeom>
          <a:solidFill>
            <a:srgbClr val="B1DD8B"/>
          </a:solid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800">
                <a:latin typeface="Calibri"/>
                <a:ea typeface="Calibri"/>
                <a:cs typeface="Calibri"/>
                <a:sym typeface="Calibri"/>
              </a:rPr>
              <a:t>19</a:t>
            </a:r>
            <a:endParaRPr sz="1800">
              <a:latin typeface="Calibri"/>
              <a:ea typeface="Calibri"/>
              <a:cs typeface="Calibri"/>
              <a:sym typeface="Calibri"/>
            </a:endParaRPr>
          </a:p>
        </p:txBody>
      </p:sp>
      <p:sp>
        <p:nvSpPr>
          <p:cNvPr id="476" name="Google Shape;476;p42"/>
          <p:cNvSpPr/>
          <p:nvPr/>
        </p:nvSpPr>
        <p:spPr>
          <a:xfrm>
            <a:off x="5263825" y="2892875"/>
            <a:ext cx="495300" cy="495300"/>
          </a:xfrm>
          <a:prstGeom prst="rect">
            <a:avLst/>
          </a:prstGeom>
          <a:solidFill>
            <a:srgbClr val="B1DD8B"/>
          </a:solid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800">
                <a:latin typeface="Calibri"/>
                <a:ea typeface="Calibri"/>
                <a:cs typeface="Calibri"/>
                <a:sym typeface="Calibri"/>
              </a:rPr>
              <a:t>26</a:t>
            </a:r>
            <a:endParaRPr sz="1800">
              <a:latin typeface="Calibri"/>
              <a:ea typeface="Calibri"/>
              <a:cs typeface="Calibri"/>
              <a:sym typeface="Calibri"/>
            </a:endParaRPr>
          </a:p>
        </p:txBody>
      </p:sp>
      <p:sp>
        <p:nvSpPr>
          <p:cNvPr id="477" name="Google Shape;477;p42"/>
          <p:cNvSpPr/>
          <p:nvPr/>
        </p:nvSpPr>
        <p:spPr>
          <a:xfrm>
            <a:off x="5753166" y="2892875"/>
            <a:ext cx="495300" cy="495300"/>
          </a:xfrm>
          <a:prstGeom prst="rect">
            <a:avLst/>
          </a:prstGeom>
          <a:solidFill>
            <a:srgbClr val="B1DD8B"/>
          </a:solid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800">
                <a:latin typeface="Calibri"/>
                <a:ea typeface="Calibri"/>
                <a:cs typeface="Calibri"/>
                <a:sym typeface="Calibri"/>
              </a:rPr>
              <a:t>41</a:t>
            </a:r>
            <a:endParaRPr sz="1800">
              <a:latin typeface="Calibri"/>
              <a:ea typeface="Calibri"/>
              <a:cs typeface="Calibri"/>
              <a:sym typeface="Calibri"/>
            </a:endParaRPr>
          </a:p>
        </p:txBody>
      </p:sp>
      <p:sp>
        <p:nvSpPr>
          <p:cNvPr id="478" name="Google Shape;478;p42"/>
          <p:cNvSpPr/>
          <p:nvPr/>
        </p:nvSpPr>
        <p:spPr>
          <a:xfrm>
            <a:off x="6238355" y="2892875"/>
            <a:ext cx="495300" cy="495300"/>
          </a:xfrm>
          <a:prstGeom prst="rect">
            <a:avLst/>
          </a:prstGeom>
          <a:solidFill>
            <a:srgbClr val="B1DD8B"/>
          </a:solid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800">
                <a:latin typeface="Calibri"/>
                <a:ea typeface="Calibri"/>
                <a:cs typeface="Calibri"/>
                <a:sym typeface="Calibri"/>
              </a:rPr>
              <a:t>17</a:t>
            </a:r>
            <a:endParaRPr sz="1800">
              <a:latin typeface="Calibri"/>
              <a:ea typeface="Calibri"/>
              <a:cs typeface="Calibri"/>
              <a:sym typeface="Calibri"/>
            </a:endParaRPr>
          </a:p>
        </p:txBody>
      </p:sp>
      <p:sp>
        <p:nvSpPr>
          <p:cNvPr id="479" name="Google Shape;479;p42"/>
          <p:cNvSpPr/>
          <p:nvPr/>
        </p:nvSpPr>
        <p:spPr>
          <a:xfrm>
            <a:off x="6727730" y="2892875"/>
            <a:ext cx="495300" cy="495300"/>
          </a:xfrm>
          <a:prstGeom prst="rect">
            <a:avLst/>
          </a:prstGeom>
          <a:solidFill>
            <a:srgbClr val="B1DD8B"/>
          </a:solid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800">
                <a:latin typeface="Calibri"/>
                <a:ea typeface="Calibri"/>
                <a:cs typeface="Calibri"/>
                <a:sym typeface="Calibri"/>
              </a:rPr>
              <a:t>17</a:t>
            </a:r>
            <a:endParaRPr sz="1800">
              <a:latin typeface="Calibri"/>
              <a:ea typeface="Calibri"/>
              <a:cs typeface="Calibri"/>
              <a:sym typeface="Calibri"/>
            </a:endParaRPr>
          </a:p>
        </p:txBody>
      </p:sp>
      <p:sp>
        <p:nvSpPr>
          <p:cNvPr id="480" name="Google Shape;480;p42"/>
          <p:cNvSpPr txBox="1"/>
          <p:nvPr/>
        </p:nvSpPr>
        <p:spPr>
          <a:xfrm>
            <a:off x="3445024" y="3364800"/>
            <a:ext cx="495300" cy="4953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600">
                <a:latin typeface="Consolas"/>
                <a:ea typeface="Consolas"/>
                <a:cs typeface="Consolas"/>
                <a:sym typeface="Consolas"/>
              </a:rPr>
              <a:t>i</a:t>
            </a:r>
            <a:endParaRPr sz="1600">
              <a:latin typeface="Consolas"/>
              <a:ea typeface="Consolas"/>
              <a:cs typeface="Consolas"/>
              <a:sym typeface="Consolas"/>
            </a:endParaRPr>
          </a:p>
        </p:txBody>
      </p:sp>
      <p:sp>
        <p:nvSpPr>
          <p:cNvPr id="481" name="Google Shape;481;p42"/>
          <p:cNvSpPr txBox="1"/>
          <p:nvPr/>
        </p:nvSpPr>
        <p:spPr>
          <a:xfrm>
            <a:off x="3445024" y="3692259"/>
            <a:ext cx="495300" cy="4953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600">
                <a:latin typeface="Consolas"/>
                <a:ea typeface="Consolas"/>
                <a:cs typeface="Consolas"/>
                <a:sym typeface="Consolas"/>
              </a:rPr>
              <a:t>j</a:t>
            </a:r>
            <a:endParaRPr sz="1600">
              <a:latin typeface="Consolas"/>
              <a:ea typeface="Consolas"/>
              <a:cs typeface="Consolas"/>
              <a:sym typeface="Consolas"/>
            </a:endParaRPr>
          </a:p>
        </p:txBody>
      </p:sp>
      <p:sp>
        <p:nvSpPr>
          <p:cNvPr id="482" name="Google Shape;482;p42"/>
          <p:cNvSpPr/>
          <p:nvPr/>
        </p:nvSpPr>
        <p:spPr>
          <a:xfrm rot="-5400000">
            <a:off x="2931191" y="2489334"/>
            <a:ext cx="260700" cy="430500"/>
          </a:xfrm>
          <a:prstGeom prst="rightBrace">
            <a:avLst>
              <a:gd name="adj1" fmla="val 8333"/>
              <a:gd name="adj2" fmla="val 50000"/>
            </a:avLst>
          </a:prstGeom>
          <a:noFill/>
          <a:ln w="19050" cap="flat" cmpd="sng">
            <a:solidFill>
              <a:srgbClr val="66666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3" name="Google Shape;483;p42"/>
          <p:cNvSpPr txBox="1"/>
          <p:nvPr/>
        </p:nvSpPr>
        <p:spPr>
          <a:xfrm>
            <a:off x="2752884" y="2237025"/>
            <a:ext cx="849900" cy="3372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a:t>sorted</a:t>
            </a:r>
            <a:endParaRPr/>
          </a:p>
        </p:txBody>
      </p:sp>
      <p:sp>
        <p:nvSpPr>
          <p:cNvPr id="484" name="Google Shape;484;p42"/>
          <p:cNvSpPr/>
          <p:nvPr/>
        </p:nvSpPr>
        <p:spPr>
          <a:xfrm rot="-5400000">
            <a:off x="5381425" y="1010775"/>
            <a:ext cx="260700" cy="3387600"/>
          </a:xfrm>
          <a:prstGeom prst="rightBrace">
            <a:avLst>
              <a:gd name="adj1" fmla="val 8333"/>
              <a:gd name="adj2" fmla="val 50000"/>
            </a:avLst>
          </a:prstGeom>
          <a:noFill/>
          <a:ln w="19050" cap="flat" cmpd="sng">
            <a:solidFill>
              <a:srgbClr val="66666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5" name="Google Shape;485;p42"/>
          <p:cNvSpPr txBox="1"/>
          <p:nvPr/>
        </p:nvSpPr>
        <p:spPr>
          <a:xfrm>
            <a:off x="166800" y="4316400"/>
            <a:ext cx="8972700" cy="827100"/>
          </a:xfrm>
          <a:prstGeom prst="rect">
            <a:avLst/>
          </a:prstGeom>
          <a:noFill/>
          <a:ln>
            <a:noFill/>
          </a:ln>
        </p:spPr>
        <p:txBody>
          <a:bodyPr spcFirstLastPara="1" wrap="square" lIns="91425" tIns="91425" rIns="91425" bIns="91425" anchor="ctr" anchorCtr="0">
            <a:noAutofit/>
          </a:bodyPr>
          <a:lstStyle/>
          <a:p>
            <a:pPr marL="0" lvl="0" indent="0" algn="l" rtl="0">
              <a:spcBef>
                <a:spcPts val="480"/>
              </a:spcBef>
              <a:spcAft>
                <a:spcPts val="0"/>
              </a:spcAft>
              <a:buNone/>
            </a:pPr>
            <a:r>
              <a:rPr lang="en" sz="1800">
                <a:solidFill>
                  <a:schemeClr val="dk1"/>
                </a:solidFill>
                <a:latin typeface="Roboto"/>
                <a:ea typeface="Roboto"/>
                <a:cs typeface="Roboto"/>
                <a:sym typeface="Roboto"/>
              </a:rPr>
              <a:t>In example above: Use j pointer to track current spot of traveling item.</a:t>
            </a:r>
            <a:endParaRPr sz="1800">
              <a:latin typeface="Roboto"/>
              <a:ea typeface="Roboto"/>
              <a:cs typeface="Roboto"/>
              <a:sym typeface="Roboto"/>
            </a:endParaRPr>
          </a:p>
        </p:txBody>
      </p:sp>
      <p:sp>
        <p:nvSpPr>
          <p:cNvPr id="486" name="Google Shape;486;p42"/>
          <p:cNvSpPr txBox="1"/>
          <p:nvPr/>
        </p:nvSpPr>
        <p:spPr>
          <a:xfrm>
            <a:off x="3817875" y="2237025"/>
            <a:ext cx="3387600" cy="3372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a:latin typeface="Roboto"/>
                <a:ea typeface="Roboto"/>
                <a:cs typeface="Roboto"/>
                <a:sym typeface="Roboto"/>
              </a:rPr>
              <a:t>unexamined</a:t>
            </a:r>
            <a:endParaRPr>
              <a:latin typeface="Roboto"/>
              <a:ea typeface="Roboto"/>
              <a:cs typeface="Roboto"/>
              <a:sym typeface="Roboto"/>
            </a:endParaRPr>
          </a:p>
        </p:txBody>
      </p:sp>
      <p:sp>
        <p:nvSpPr>
          <p:cNvPr id="487" name="Google Shape;487;p42"/>
          <p:cNvSpPr txBox="1"/>
          <p:nvPr/>
        </p:nvSpPr>
        <p:spPr>
          <a:xfrm>
            <a:off x="1294775" y="2892875"/>
            <a:ext cx="948300" cy="4953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sz="1800">
                <a:latin typeface="Roboto"/>
                <a:ea typeface="Roboto"/>
                <a:cs typeface="Roboto"/>
                <a:sym typeface="Roboto"/>
              </a:rPr>
              <a:t>Input:</a:t>
            </a:r>
            <a:endParaRPr sz="1800">
              <a:latin typeface="Roboto"/>
              <a:ea typeface="Roboto"/>
              <a:cs typeface="Roboto"/>
              <a:sym typeface="Roboto"/>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491"/>
        <p:cNvGrpSpPr/>
        <p:nvPr/>
      </p:nvGrpSpPr>
      <p:grpSpPr>
        <a:xfrm>
          <a:off x="0" y="0"/>
          <a:ext cx="0" cy="0"/>
          <a:chOff x="0" y="0"/>
          <a:chExt cx="0" cy="0"/>
        </a:xfrm>
      </p:grpSpPr>
      <p:sp>
        <p:nvSpPr>
          <p:cNvPr id="492" name="Google Shape;492;p43"/>
          <p:cNvSpPr txBox="1">
            <a:spLocks noGrp="1"/>
          </p:cNvSpPr>
          <p:nvPr>
            <p:ph type="title"/>
          </p:nvPr>
        </p:nvSpPr>
        <p:spPr>
          <a:xfrm>
            <a:off x="0" y="0"/>
            <a:ext cx="8520600" cy="3936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buFont typeface="Arial"/>
              <a:buNone/>
            </a:pPr>
            <a:r>
              <a:rPr lang="en"/>
              <a:t>In-place Insertion Sort</a:t>
            </a:r>
            <a:endParaRPr/>
          </a:p>
        </p:txBody>
      </p:sp>
      <p:sp>
        <p:nvSpPr>
          <p:cNvPr id="493" name="Google Shape;493;p43"/>
          <p:cNvSpPr txBox="1">
            <a:spLocks noGrp="1"/>
          </p:cNvSpPr>
          <p:nvPr>
            <p:ph type="body" idx="1"/>
          </p:nvPr>
        </p:nvSpPr>
        <p:spPr>
          <a:xfrm>
            <a:off x="107044" y="402200"/>
            <a:ext cx="8520600" cy="3416400"/>
          </a:xfrm>
          <a:prstGeom prst="rect">
            <a:avLst/>
          </a:prstGeom>
        </p:spPr>
        <p:txBody>
          <a:bodyPr spcFirstLastPara="1" wrap="square" lIns="91425" tIns="91425" rIns="91425" bIns="91425" anchor="t" anchorCtr="0">
            <a:noAutofit/>
          </a:bodyPr>
          <a:lstStyle/>
          <a:p>
            <a:pPr marL="0" lvl="0" indent="0" algn="l" rtl="0">
              <a:spcBef>
                <a:spcPts val="600"/>
              </a:spcBef>
              <a:spcAft>
                <a:spcPts val="0"/>
              </a:spcAft>
              <a:buNone/>
            </a:pPr>
            <a:r>
              <a:rPr lang="en"/>
              <a:t>General strategy: </a:t>
            </a:r>
            <a:endParaRPr/>
          </a:p>
          <a:p>
            <a:pPr marL="457200" lvl="0" indent="-342900" algn="l" rtl="0">
              <a:spcBef>
                <a:spcPts val="600"/>
              </a:spcBef>
              <a:spcAft>
                <a:spcPts val="0"/>
              </a:spcAft>
              <a:buSzPts val="1800"/>
              <a:buChar char="●"/>
            </a:pPr>
            <a:r>
              <a:rPr lang="en"/>
              <a:t>Repeat for i = 0 to N - 1:</a:t>
            </a:r>
            <a:endParaRPr/>
          </a:p>
          <a:p>
            <a:pPr marL="914400" lvl="1" indent="-342900" algn="l" rtl="0">
              <a:spcBef>
                <a:spcPts val="0"/>
              </a:spcBef>
              <a:spcAft>
                <a:spcPts val="0"/>
              </a:spcAft>
              <a:buSzPts val="1800"/>
              <a:buChar char="○"/>
            </a:pPr>
            <a:r>
              <a:rPr lang="en"/>
              <a:t>Designate item i as the traveling item.</a:t>
            </a:r>
            <a:endParaRPr/>
          </a:p>
          <a:p>
            <a:pPr marL="914400" lvl="1" indent="-342900" algn="l" rtl="0">
              <a:spcBef>
                <a:spcPts val="600"/>
              </a:spcBef>
              <a:spcAft>
                <a:spcPts val="0"/>
              </a:spcAft>
              <a:buSzPts val="1800"/>
              <a:buChar char="○"/>
            </a:pPr>
            <a:r>
              <a:rPr lang="en" b="1"/>
              <a:t>Swap item backwards until traveller is in the right place among all previously examined items.</a:t>
            </a:r>
            <a:endParaRPr b="1"/>
          </a:p>
        </p:txBody>
      </p:sp>
      <p:sp>
        <p:nvSpPr>
          <p:cNvPr id="494" name="Google Shape;494;p43"/>
          <p:cNvSpPr/>
          <p:nvPr/>
        </p:nvSpPr>
        <p:spPr>
          <a:xfrm>
            <a:off x="2834175" y="2892875"/>
            <a:ext cx="495300" cy="495300"/>
          </a:xfrm>
          <a:prstGeom prst="rect">
            <a:avLst/>
          </a:prstGeom>
          <a:solidFill>
            <a:schemeClr val="accent3"/>
          </a:solid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800">
                <a:latin typeface="Calibri"/>
                <a:ea typeface="Calibri"/>
                <a:cs typeface="Calibri"/>
                <a:sym typeface="Calibri"/>
              </a:rPr>
              <a:t>15</a:t>
            </a:r>
            <a:endParaRPr sz="1800">
              <a:latin typeface="Calibri"/>
              <a:ea typeface="Calibri"/>
              <a:cs typeface="Calibri"/>
              <a:sym typeface="Calibri"/>
            </a:endParaRPr>
          </a:p>
        </p:txBody>
      </p:sp>
      <p:sp>
        <p:nvSpPr>
          <p:cNvPr id="495" name="Google Shape;495;p43"/>
          <p:cNvSpPr/>
          <p:nvPr/>
        </p:nvSpPr>
        <p:spPr>
          <a:xfrm>
            <a:off x="3319364" y="2892875"/>
            <a:ext cx="495300" cy="495300"/>
          </a:xfrm>
          <a:prstGeom prst="rect">
            <a:avLst/>
          </a:prstGeom>
          <a:solidFill>
            <a:srgbClr val="D9D9D9"/>
          </a:solid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800">
                <a:latin typeface="Calibri"/>
                <a:ea typeface="Calibri"/>
                <a:cs typeface="Calibri"/>
                <a:sym typeface="Calibri"/>
              </a:rPr>
              <a:t>32</a:t>
            </a:r>
            <a:endParaRPr sz="1800">
              <a:latin typeface="Calibri"/>
              <a:ea typeface="Calibri"/>
              <a:cs typeface="Calibri"/>
              <a:sym typeface="Calibri"/>
            </a:endParaRPr>
          </a:p>
        </p:txBody>
      </p:sp>
      <p:sp>
        <p:nvSpPr>
          <p:cNvPr id="496" name="Google Shape;496;p43"/>
          <p:cNvSpPr/>
          <p:nvPr/>
        </p:nvSpPr>
        <p:spPr>
          <a:xfrm>
            <a:off x="3808705" y="2892875"/>
            <a:ext cx="495300" cy="495300"/>
          </a:xfrm>
          <a:prstGeom prst="rect">
            <a:avLst/>
          </a:prstGeom>
          <a:solidFill>
            <a:srgbClr val="B1DD8B"/>
          </a:solid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800">
                <a:latin typeface="Calibri"/>
                <a:ea typeface="Calibri"/>
                <a:cs typeface="Calibri"/>
                <a:sym typeface="Calibri"/>
              </a:rPr>
              <a:t>2</a:t>
            </a:r>
            <a:endParaRPr sz="1800">
              <a:latin typeface="Calibri"/>
              <a:ea typeface="Calibri"/>
              <a:cs typeface="Calibri"/>
              <a:sym typeface="Calibri"/>
            </a:endParaRPr>
          </a:p>
        </p:txBody>
      </p:sp>
      <p:sp>
        <p:nvSpPr>
          <p:cNvPr id="497" name="Google Shape;497;p43"/>
          <p:cNvSpPr/>
          <p:nvPr/>
        </p:nvSpPr>
        <p:spPr>
          <a:xfrm>
            <a:off x="4293894" y="2892875"/>
            <a:ext cx="495300" cy="495300"/>
          </a:xfrm>
          <a:prstGeom prst="rect">
            <a:avLst/>
          </a:prstGeom>
          <a:solidFill>
            <a:srgbClr val="B1DD8B"/>
          </a:solid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800">
                <a:latin typeface="Calibri"/>
                <a:ea typeface="Calibri"/>
                <a:cs typeface="Calibri"/>
                <a:sym typeface="Calibri"/>
              </a:rPr>
              <a:t>17</a:t>
            </a:r>
            <a:endParaRPr sz="1800">
              <a:latin typeface="Calibri"/>
              <a:ea typeface="Calibri"/>
              <a:cs typeface="Calibri"/>
              <a:sym typeface="Calibri"/>
            </a:endParaRPr>
          </a:p>
        </p:txBody>
      </p:sp>
      <p:sp>
        <p:nvSpPr>
          <p:cNvPr id="498" name="Google Shape;498;p43"/>
          <p:cNvSpPr/>
          <p:nvPr/>
        </p:nvSpPr>
        <p:spPr>
          <a:xfrm>
            <a:off x="4778636" y="2892875"/>
            <a:ext cx="495300" cy="495300"/>
          </a:xfrm>
          <a:prstGeom prst="rect">
            <a:avLst/>
          </a:prstGeom>
          <a:solidFill>
            <a:srgbClr val="B1DD8B"/>
          </a:solid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800">
                <a:latin typeface="Calibri"/>
                <a:ea typeface="Calibri"/>
                <a:cs typeface="Calibri"/>
                <a:sym typeface="Calibri"/>
              </a:rPr>
              <a:t>19</a:t>
            </a:r>
            <a:endParaRPr sz="1800">
              <a:latin typeface="Calibri"/>
              <a:ea typeface="Calibri"/>
              <a:cs typeface="Calibri"/>
              <a:sym typeface="Calibri"/>
            </a:endParaRPr>
          </a:p>
        </p:txBody>
      </p:sp>
      <p:sp>
        <p:nvSpPr>
          <p:cNvPr id="499" name="Google Shape;499;p43"/>
          <p:cNvSpPr/>
          <p:nvPr/>
        </p:nvSpPr>
        <p:spPr>
          <a:xfrm>
            <a:off x="5263825" y="2892875"/>
            <a:ext cx="495300" cy="495300"/>
          </a:xfrm>
          <a:prstGeom prst="rect">
            <a:avLst/>
          </a:prstGeom>
          <a:solidFill>
            <a:srgbClr val="B1DD8B"/>
          </a:solid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800">
                <a:latin typeface="Calibri"/>
                <a:ea typeface="Calibri"/>
                <a:cs typeface="Calibri"/>
                <a:sym typeface="Calibri"/>
              </a:rPr>
              <a:t>26</a:t>
            </a:r>
            <a:endParaRPr sz="1800">
              <a:latin typeface="Calibri"/>
              <a:ea typeface="Calibri"/>
              <a:cs typeface="Calibri"/>
              <a:sym typeface="Calibri"/>
            </a:endParaRPr>
          </a:p>
        </p:txBody>
      </p:sp>
      <p:sp>
        <p:nvSpPr>
          <p:cNvPr id="500" name="Google Shape;500;p43"/>
          <p:cNvSpPr/>
          <p:nvPr/>
        </p:nvSpPr>
        <p:spPr>
          <a:xfrm>
            <a:off x="5753166" y="2892875"/>
            <a:ext cx="495300" cy="495300"/>
          </a:xfrm>
          <a:prstGeom prst="rect">
            <a:avLst/>
          </a:prstGeom>
          <a:solidFill>
            <a:srgbClr val="B1DD8B"/>
          </a:solid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800">
                <a:latin typeface="Calibri"/>
                <a:ea typeface="Calibri"/>
                <a:cs typeface="Calibri"/>
                <a:sym typeface="Calibri"/>
              </a:rPr>
              <a:t>41</a:t>
            </a:r>
            <a:endParaRPr sz="1800">
              <a:latin typeface="Calibri"/>
              <a:ea typeface="Calibri"/>
              <a:cs typeface="Calibri"/>
              <a:sym typeface="Calibri"/>
            </a:endParaRPr>
          </a:p>
        </p:txBody>
      </p:sp>
      <p:sp>
        <p:nvSpPr>
          <p:cNvPr id="501" name="Google Shape;501;p43"/>
          <p:cNvSpPr/>
          <p:nvPr/>
        </p:nvSpPr>
        <p:spPr>
          <a:xfrm>
            <a:off x="6238355" y="2892875"/>
            <a:ext cx="495300" cy="495300"/>
          </a:xfrm>
          <a:prstGeom prst="rect">
            <a:avLst/>
          </a:prstGeom>
          <a:solidFill>
            <a:srgbClr val="B1DD8B"/>
          </a:solid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800">
                <a:latin typeface="Calibri"/>
                <a:ea typeface="Calibri"/>
                <a:cs typeface="Calibri"/>
                <a:sym typeface="Calibri"/>
              </a:rPr>
              <a:t>17</a:t>
            </a:r>
            <a:endParaRPr sz="1800">
              <a:latin typeface="Calibri"/>
              <a:ea typeface="Calibri"/>
              <a:cs typeface="Calibri"/>
              <a:sym typeface="Calibri"/>
            </a:endParaRPr>
          </a:p>
        </p:txBody>
      </p:sp>
      <p:sp>
        <p:nvSpPr>
          <p:cNvPr id="502" name="Google Shape;502;p43"/>
          <p:cNvSpPr/>
          <p:nvPr/>
        </p:nvSpPr>
        <p:spPr>
          <a:xfrm>
            <a:off x="6727730" y="2892875"/>
            <a:ext cx="495300" cy="495300"/>
          </a:xfrm>
          <a:prstGeom prst="rect">
            <a:avLst/>
          </a:prstGeom>
          <a:solidFill>
            <a:srgbClr val="B1DD8B"/>
          </a:solid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800">
                <a:latin typeface="Calibri"/>
                <a:ea typeface="Calibri"/>
                <a:cs typeface="Calibri"/>
                <a:sym typeface="Calibri"/>
              </a:rPr>
              <a:t>17</a:t>
            </a:r>
            <a:endParaRPr sz="1800">
              <a:latin typeface="Calibri"/>
              <a:ea typeface="Calibri"/>
              <a:cs typeface="Calibri"/>
              <a:sym typeface="Calibri"/>
            </a:endParaRPr>
          </a:p>
        </p:txBody>
      </p:sp>
      <p:sp>
        <p:nvSpPr>
          <p:cNvPr id="503" name="Google Shape;503;p43"/>
          <p:cNvSpPr txBox="1"/>
          <p:nvPr/>
        </p:nvSpPr>
        <p:spPr>
          <a:xfrm>
            <a:off x="3445024" y="3364800"/>
            <a:ext cx="495300" cy="4953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600">
                <a:latin typeface="Consolas"/>
                <a:ea typeface="Consolas"/>
                <a:cs typeface="Consolas"/>
                <a:sym typeface="Consolas"/>
              </a:rPr>
              <a:t>i</a:t>
            </a:r>
            <a:endParaRPr sz="1600">
              <a:latin typeface="Consolas"/>
              <a:ea typeface="Consolas"/>
              <a:cs typeface="Consolas"/>
              <a:sym typeface="Consolas"/>
            </a:endParaRPr>
          </a:p>
        </p:txBody>
      </p:sp>
      <p:sp>
        <p:nvSpPr>
          <p:cNvPr id="504" name="Google Shape;504;p43"/>
          <p:cNvSpPr txBox="1"/>
          <p:nvPr/>
        </p:nvSpPr>
        <p:spPr>
          <a:xfrm>
            <a:off x="2956941" y="3692259"/>
            <a:ext cx="495300" cy="4953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600">
                <a:latin typeface="Consolas"/>
                <a:ea typeface="Consolas"/>
                <a:cs typeface="Consolas"/>
                <a:sym typeface="Consolas"/>
              </a:rPr>
              <a:t>j</a:t>
            </a:r>
            <a:endParaRPr sz="1600">
              <a:latin typeface="Consolas"/>
              <a:ea typeface="Consolas"/>
              <a:cs typeface="Consolas"/>
              <a:sym typeface="Consolas"/>
            </a:endParaRPr>
          </a:p>
        </p:txBody>
      </p:sp>
      <p:sp>
        <p:nvSpPr>
          <p:cNvPr id="505" name="Google Shape;505;p43"/>
          <p:cNvSpPr/>
          <p:nvPr/>
        </p:nvSpPr>
        <p:spPr>
          <a:xfrm rot="-5400000">
            <a:off x="5381425" y="1010775"/>
            <a:ext cx="260700" cy="3387600"/>
          </a:xfrm>
          <a:prstGeom prst="rightBrace">
            <a:avLst>
              <a:gd name="adj1" fmla="val 8333"/>
              <a:gd name="adj2" fmla="val 50000"/>
            </a:avLst>
          </a:prstGeom>
          <a:noFill/>
          <a:ln w="19050" cap="flat" cmpd="sng">
            <a:solidFill>
              <a:srgbClr val="66666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6" name="Google Shape;506;p43"/>
          <p:cNvSpPr txBox="1"/>
          <p:nvPr/>
        </p:nvSpPr>
        <p:spPr>
          <a:xfrm>
            <a:off x="166800" y="4316400"/>
            <a:ext cx="8972700" cy="827100"/>
          </a:xfrm>
          <a:prstGeom prst="rect">
            <a:avLst/>
          </a:prstGeom>
          <a:noFill/>
          <a:ln>
            <a:noFill/>
          </a:ln>
        </p:spPr>
        <p:txBody>
          <a:bodyPr spcFirstLastPara="1" wrap="square" lIns="91425" tIns="91425" rIns="91425" bIns="91425" anchor="ctr" anchorCtr="0">
            <a:noAutofit/>
          </a:bodyPr>
          <a:lstStyle/>
          <a:p>
            <a:pPr marL="0" lvl="0" indent="0" algn="l" rtl="0">
              <a:spcBef>
                <a:spcPts val="480"/>
              </a:spcBef>
              <a:spcAft>
                <a:spcPts val="0"/>
              </a:spcAft>
              <a:buNone/>
            </a:pPr>
            <a:r>
              <a:rPr lang="en" sz="1800">
                <a:solidFill>
                  <a:schemeClr val="dk1"/>
                </a:solidFill>
                <a:latin typeface="Roboto"/>
                <a:ea typeface="Roboto"/>
                <a:cs typeface="Roboto"/>
                <a:sym typeface="Roboto"/>
              </a:rPr>
              <a:t>In example above: Use j pointer to track current spot of traveling item.</a:t>
            </a:r>
            <a:endParaRPr sz="1800">
              <a:latin typeface="Roboto"/>
              <a:ea typeface="Roboto"/>
              <a:cs typeface="Roboto"/>
              <a:sym typeface="Roboto"/>
            </a:endParaRPr>
          </a:p>
        </p:txBody>
      </p:sp>
      <p:sp>
        <p:nvSpPr>
          <p:cNvPr id="507" name="Google Shape;507;p43"/>
          <p:cNvSpPr txBox="1"/>
          <p:nvPr/>
        </p:nvSpPr>
        <p:spPr>
          <a:xfrm>
            <a:off x="3817875" y="2237025"/>
            <a:ext cx="3387600" cy="3372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a:latin typeface="Roboto"/>
                <a:ea typeface="Roboto"/>
                <a:cs typeface="Roboto"/>
                <a:sym typeface="Roboto"/>
              </a:rPr>
              <a:t>unexamined</a:t>
            </a:r>
            <a:endParaRPr>
              <a:latin typeface="Roboto"/>
              <a:ea typeface="Roboto"/>
              <a:cs typeface="Roboto"/>
              <a:sym typeface="Roboto"/>
            </a:endParaRPr>
          </a:p>
        </p:txBody>
      </p:sp>
      <p:sp>
        <p:nvSpPr>
          <p:cNvPr id="508" name="Google Shape;508;p43"/>
          <p:cNvSpPr txBox="1"/>
          <p:nvPr/>
        </p:nvSpPr>
        <p:spPr>
          <a:xfrm>
            <a:off x="1294775" y="2892875"/>
            <a:ext cx="948300" cy="4953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sz="1800">
                <a:latin typeface="Roboto"/>
                <a:ea typeface="Roboto"/>
                <a:cs typeface="Roboto"/>
                <a:sym typeface="Roboto"/>
              </a:rPr>
              <a:t>Input:</a:t>
            </a:r>
            <a:endParaRPr sz="1800">
              <a:latin typeface="Roboto"/>
              <a:ea typeface="Roboto"/>
              <a:cs typeface="Roboto"/>
              <a:sym typeface="Roboto"/>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512"/>
        <p:cNvGrpSpPr/>
        <p:nvPr/>
      </p:nvGrpSpPr>
      <p:grpSpPr>
        <a:xfrm>
          <a:off x="0" y="0"/>
          <a:ext cx="0" cy="0"/>
          <a:chOff x="0" y="0"/>
          <a:chExt cx="0" cy="0"/>
        </a:xfrm>
      </p:grpSpPr>
      <p:sp>
        <p:nvSpPr>
          <p:cNvPr id="513" name="Google Shape;513;p44"/>
          <p:cNvSpPr txBox="1">
            <a:spLocks noGrp="1"/>
          </p:cNvSpPr>
          <p:nvPr>
            <p:ph type="title"/>
          </p:nvPr>
        </p:nvSpPr>
        <p:spPr>
          <a:xfrm>
            <a:off x="0" y="0"/>
            <a:ext cx="8520600" cy="3936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buFont typeface="Arial"/>
              <a:buNone/>
            </a:pPr>
            <a:r>
              <a:rPr lang="en"/>
              <a:t>In-place Insertion Sort</a:t>
            </a:r>
            <a:endParaRPr/>
          </a:p>
        </p:txBody>
      </p:sp>
      <p:sp>
        <p:nvSpPr>
          <p:cNvPr id="514" name="Google Shape;514;p44"/>
          <p:cNvSpPr txBox="1">
            <a:spLocks noGrp="1"/>
          </p:cNvSpPr>
          <p:nvPr>
            <p:ph type="body" idx="1"/>
          </p:nvPr>
        </p:nvSpPr>
        <p:spPr>
          <a:xfrm>
            <a:off x="107044" y="402200"/>
            <a:ext cx="8520600" cy="3416400"/>
          </a:xfrm>
          <a:prstGeom prst="rect">
            <a:avLst/>
          </a:prstGeom>
        </p:spPr>
        <p:txBody>
          <a:bodyPr spcFirstLastPara="1" wrap="square" lIns="91425" tIns="91425" rIns="91425" bIns="91425" anchor="t" anchorCtr="0">
            <a:noAutofit/>
          </a:bodyPr>
          <a:lstStyle/>
          <a:p>
            <a:pPr marL="0" lvl="0" indent="0" algn="l" rtl="0">
              <a:spcBef>
                <a:spcPts val="600"/>
              </a:spcBef>
              <a:spcAft>
                <a:spcPts val="0"/>
              </a:spcAft>
              <a:buNone/>
            </a:pPr>
            <a:r>
              <a:rPr lang="en"/>
              <a:t>General strategy: </a:t>
            </a:r>
            <a:endParaRPr/>
          </a:p>
          <a:p>
            <a:pPr marL="457200" lvl="0" indent="-342900" algn="l" rtl="0">
              <a:spcBef>
                <a:spcPts val="600"/>
              </a:spcBef>
              <a:spcAft>
                <a:spcPts val="0"/>
              </a:spcAft>
              <a:buSzPts val="1800"/>
              <a:buChar char="●"/>
            </a:pPr>
            <a:r>
              <a:rPr lang="en"/>
              <a:t>Repeat for i = 0 to N - 1:</a:t>
            </a:r>
            <a:endParaRPr/>
          </a:p>
          <a:p>
            <a:pPr marL="914400" lvl="1" indent="-342900" algn="l" rtl="0">
              <a:spcBef>
                <a:spcPts val="0"/>
              </a:spcBef>
              <a:spcAft>
                <a:spcPts val="0"/>
              </a:spcAft>
              <a:buSzPts val="1800"/>
              <a:buChar char="○"/>
            </a:pPr>
            <a:r>
              <a:rPr lang="en"/>
              <a:t>Designate item i as the traveling item.</a:t>
            </a:r>
            <a:endParaRPr/>
          </a:p>
          <a:p>
            <a:pPr marL="914400" lvl="1" indent="-342900" algn="l" rtl="0">
              <a:spcBef>
                <a:spcPts val="600"/>
              </a:spcBef>
              <a:spcAft>
                <a:spcPts val="0"/>
              </a:spcAft>
              <a:buSzPts val="1800"/>
              <a:buChar char="○"/>
            </a:pPr>
            <a:r>
              <a:rPr lang="en" b="1"/>
              <a:t>Swap item backwards until traveller is in the right place among all previously examined items.</a:t>
            </a:r>
            <a:endParaRPr b="1"/>
          </a:p>
        </p:txBody>
      </p:sp>
      <p:sp>
        <p:nvSpPr>
          <p:cNvPr id="515" name="Google Shape;515;p44"/>
          <p:cNvSpPr/>
          <p:nvPr/>
        </p:nvSpPr>
        <p:spPr>
          <a:xfrm>
            <a:off x="2834175" y="2892875"/>
            <a:ext cx="495300" cy="495300"/>
          </a:xfrm>
          <a:prstGeom prst="rect">
            <a:avLst/>
          </a:prstGeom>
          <a:solidFill>
            <a:srgbClr val="D9D9D9"/>
          </a:solid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800">
                <a:latin typeface="Calibri"/>
                <a:ea typeface="Calibri"/>
                <a:cs typeface="Calibri"/>
                <a:sym typeface="Calibri"/>
              </a:rPr>
              <a:t>15</a:t>
            </a:r>
            <a:endParaRPr sz="1800">
              <a:latin typeface="Calibri"/>
              <a:ea typeface="Calibri"/>
              <a:cs typeface="Calibri"/>
              <a:sym typeface="Calibri"/>
            </a:endParaRPr>
          </a:p>
        </p:txBody>
      </p:sp>
      <p:sp>
        <p:nvSpPr>
          <p:cNvPr id="516" name="Google Shape;516;p44"/>
          <p:cNvSpPr/>
          <p:nvPr/>
        </p:nvSpPr>
        <p:spPr>
          <a:xfrm>
            <a:off x="3319364" y="2892875"/>
            <a:ext cx="495300" cy="495300"/>
          </a:xfrm>
          <a:prstGeom prst="rect">
            <a:avLst/>
          </a:prstGeom>
          <a:solidFill>
            <a:srgbClr val="D9D9D9"/>
          </a:solid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800">
                <a:latin typeface="Calibri"/>
                <a:ea typeface="Calibri"/>
                <a:cs typeface="Calibri"/>
                <a:sym typeface="Calibri"/>
              </a:rPr>
              <a:t>32</a:t>
            </a:r>
            <a:endParaRPr sz="1800">
              <a:latin typeface="Calibri"/>
              <a:ea typeface="Calibri"/>
              <a:cs typeface="Calibri"/>
              <a:sym typeface="Calibri"/>
            </a:endParaRPr>
          </a:p>
        </p:txBody>
      </p:sp>
      <p:sp>
        <p:nvSpPr>
          <p:cNvPr id="517" name="Google Shape;517;p44"/>
          <p:cNvSpPr/>
          <p:nvPr/>
        </p:nvSpPr>
        <p:spPr>
          <a:xfrm>
            <a:off x="3808705" y="2892875"/>
            <a:ext cx="495300" cy="495300"/>
          </a:xfrm>
          <a:prstGeom prst="rect">
            <a:avLst/>
          </a:prstGeom>
          <a:solidFill>
            <a:srgbClr val="B1DD8B"/>
          </a:solid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800">
                <a:latin typeface="Calibri"/>
                <a:ea typeface="Calibri"/>
                <a:cs typeface="Calibri"/>
                <a:sym typeface="Calibri"/>
              </a:rPr>
              <a:t>2</a:t>
            </a:r>
            <a:endParaRPr sz="1800">
              <a:latin typeface="Calibri"/>
              <a:ea typeface="Calibri"/>
              <a:cs typeface="Calibri"/>
              <a:sym typeface="Calibri"/>
            </a:endParaRPr>
          </a:p>
        </p:txBody>
      </p:sp>
      <p:sp>
        <p:nvSpPr>
          <p:cNvPr id="518" name="Google Shape;518;p44"/>
          <p:cNvSpPr/>
          <p:nvPr/>
        </p:nvSpPr>
        <p:spPr>
          <a:xfrm>
            <a:off x="4293894" y="2892875"/>
            <a:ext cx="495300" cy="495300"/>
          </a:xfrm>
          <a:prstGeom prst="rect">
            <a:avLst/>
          </a:prstGeom>
          <a:solidFill>
            <a:srgbClr val="B1DD8B"/>
          </a:solid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800">
                <a:latin typeface="Calibri"/>
                <a:ea typeface="Calibri"/>
                <a:cs typeface="Calibri"/>
                <a:sym typeface="Calibri"/>
              </a:rPr>
              <a:t>17</a:t>
            </a:r>
            <a:endParaRPr sz="1800">
              <a:latin typeface="Calibri"/>
              <a:ea typeface="Calibri"/>
              <a:cs typeface="Calibri"/>
              <a:sym typeface="Calibri"/>
            </a:endParaRPr>
          </a:p>
        </p:txBody>
      </p:sp>
      <p:sp>
        <p:nvSpPr>
          <p:cNvPr id="519" name="Google Shape;519;p44"/>
          <p:cNvSpPr/>
          <p:nvPr/>
        </p:nvSpPr>
        <p:spPr>
          <a:xfrm>
            <a:off x="4778636" y="2892875"/>
            <a:ext cx="495300" cy="495300"/>
          </a:xfrm>
          <a:prstGeom prst="rect">
            <a:avLst/>
          </a:prstGeom>
          <a:solidFill>
            <a:srgbClr val="B1DD8B"/>
          </a:solid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800">
                <a:latin typeface="Calibri"/>
                <a:ea typeface="Calibri"/>
                <a:cs typeface="Calibri"/>
                <a:sym typeface="Calibri"/>
              </a:rPr>
              <a:t>19</a:t>
            </a:r>
            <a:endParaRPr sz="1800">
              <a:latin typeface="Calibri"/>
              <a:ea typeface="Calibri"/>
              <a:cs typeface="Calibri"/>
              <a:sym typeface="Calibri"/>
            </a:endParaRPr>
          </a:p>
        </p:txBody>
      </p:sp>
      <p:sp>
        <p:nvSpPr>
          <p:cNvPr id="520" name="Google Shape;520;p44"/>
          <p:cNvSpPr/>
          <p:nvPr/>
        </p:nvSpPr>
        <p:spPr>
          <a:xfrm>
            <a:off x="5263825" y="2892875"/>
            <a:ext cx="495300" cy="495300"/>
          </a:xfrm>
          <a:prstGeom prst="rect">
            <a:avLst/>
          </a:prstGeom>
          <a:solidFill>
            <a:srgbClr val="B1DD8B"/>
          </a:solid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800">
                <a:latin typeface="Calibri"/>
                <a:ea typeface="Calibri"/>
                <a:cs typeface="Calibri"/>
                <a:sym typeface="Calibri"/>
              </a:rPr>
              <a:t>26</a:t>
            </a:r>
            <a:endParaRPr sz="1800">
              <a:latin typeface="Calibri"/>
              <a:ea typeface="Calibri"/>
              <a:cs typeface="Calibri"/>
              <a:sym typeface="Calibri"/>
            </a:endParaRPr>
          </a:p>
        </p:txBody>
      </p:sp>
      <p:sp>
        <p:nvSpPr>
          <p:cNvPr id="521" name="Google Shape;521;p44"/>
          <p:cNvSpPr/>
          <p:nvPr/>
        </p:nvSpPr>
        <p:spPr>
          <a:xfrm>
            <a:off x="5753166" y="2892875"/>
            <a:ext cx="495300" cy="495300"/>
          </a:xfrm>
          <a:prstGeom prst="rect">
            <a:avLst/>
          </a:prstGeom>
          <a:solidFill>
            <a:srgbClr val="B1DD8B"/>
          </a:solid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800">
                <a:latin typeface="Calibri"/>
                <a:ea typeface="Calibri"/>
                <a:cs typeface="Calibri"/>
                <a:sym typeface="Calibri"/>
              </a:rPr>
              <a:t>41</a:t>
            </a:r>
            <a:endParaRPr sz="1800">
              <a:latin typeface="Calibri"/>
              <a:ea typeface="Calibri"/>
              <a:cs typeface="Calibri"/>
              <a:sym typeface="Calibri"/>
            </a:endParaRPr>
          </a:p>
        </p:txBody>
      </p:sp>
      <p:sp>
        <p:nvSpPr>
          <p:cNvPr id="522" name="Google Shape;522;p44"/>
          <p:cNvSpPr/>
          <p:nvPr/>
        </p:nvSpPr>
        <p:spPr>
          <a:xfrm>
            <a:off x="6238355" y="2892875"/>
            <a:ext cx="495300" cy="495300"/>
          </a:xfrm>
          <a:prstGeom prst="rect">
            <a:avLst/>
          </a:prstGeom>
          <a:solidFill>
            <a:srgbClr val="B1DD8B"/>
          </a:solid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800">
                <a:latin typeface="Calibri"/>
                <a:ea typeface="Calibri"/>
                <a:cs typeface="Calibri"/>
                <a:sym typeface="Calibri"/>
              </a:rPr>
              <a:t>17</a:t>
            </a:r>
            <a:endParaRPr sz="1800">
              <a:latin typeface="Calibri"/>
              <a:ea typeface="Calibri"/>
              <a:cs typeface="Calibri"/>
              <a:sym typeface="Calibri"/>
            </a:endParaRPr>
          </a:p>
        </p:txBody>
      </p:sp>
      <p:sp>
        <p:nvSpPr>
          <p:cNvPr id="523" name="Google Shape;523;p44"/>
          <p:cNvSpPr/>
          <p:nvPr/>
        </p:nvSpPr>
        <p:spPr>
          <a:xfrm>
            <a:off x="6727730" y="2892875"/>
            <a:ext cx="495300" cy="495300"/>
          </a:xfrm>
          <a:prstGeom prst="rect">
            <a:avLst/>
          </a:prstGeom>
          <a:solidFill>
            <a:srgbClr val="B1DD8B"/>
          </a:solid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800">
                <a:latin typeface="Calibri"/>
                <a:ea typeface="Calibri"/>
                <a:cs typeface="Calibri"/>
                <a:sym typeface="Calibri"/>
              </a:rPr>
              <a:t>17</a:t>
            </a:r>
            <a:endParaRPr sz="1800">
              <a:latin typeface="Calibri"/>
              <a:ea typeface="Calibri"/>
              <a:cs typeface="Calibri"/>
              <a:sym typeface="Calibri"/>
            </a:endParaRPr>
          </a:p>
        </p:txBody>
      </p:sp>
      <p:sp>
        <p:nvSpPr>
          <p:cNvPr id="524" name="Google Shape;524;p44"/>
          <p:cNvSpPr txBox="1"/>
          <p:nvPr/>
        </p:nvSpPr>
        <p:spPr>
          <a:xfrm>
            <a:off x="3445024" y="3364800"/>
            <a:ext cx="495300" cy="4953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600">
                <a:latin typeface="Consolas"/>
                <a:ea typeface="Consolas"/>
                <a:cs typeface="Consolas"/>
                <a:sym typeface="Consolas"/>
              </a:rPr>
              <a:t>i</a:t>
            </a:r>
            <a:endParaRPr sz="1600">
              <a:latin typeface="Consolas"/>
              <a:ea typeface="Consolas"/>
              <a:cs typeface="Consolas"/>
              <a:sym typeface="Consolas"/>
            </a:endParaRPr>
          </a:p>
        </p:txBody>
      </p:sp>
      <p:sp>
        <p:nvSpPr>
          <p:cNvPr id="525" name="Google Shape;525;p44"/>
          <p:cNvSpPr txBox="1"/>
          <p:nvPr/>
        </p:nvSpPr>
        <p:spPr>
          <a:xfrm>
            <a:off x="2956941" y="3692259"/>
            <a:ext cx="495300" cy="4953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600">
                <a:latin typeface="Consolas"/>
                <a:ea typeface="Consolas"/>
                <a:cs typeface="Consolas"/>
                <a:sym typeface="Consolas"/>
              </a:rPr>
              <a:t>j</a:t>
            </a:r>
            <a:endParaRPr sz="1600">
              <a:latin typeface="Consolas"/>
              <a:ea typeface="Consolas"/>
              <a:cs typeface="Consolas"/>
              <a:sym typeface="Consolas"/>
            </a:endParaRPr>
          </a:p>
        </p:txBody>
      </p:sp>
      <p:sp>
        <p:nvSpPr>
          <p:cNvPr id="526" name="Google Shape;526;p44"/>
          <p:cNvSpPr/>
          <p:nvPr/>
        </p:nvSpPr>
        <p:spPr>
          <a:xfrm rot="-5400000">
            <a:off x="3167759" y="2252775"/>
            <a:ext cx="260700" cy="903600"/>
          </a:xfrm>
          <a:prstGeom prst="rightBrace">
            <a:avLst>
              <a:gd name="adj1" fmla="val 8333"/>
              <a:gd name="adj2" fmla="val 50000"/>
            </a:avLst>
          </a:prstGeom>
          <a:noFill/>
          <a:ln w="19050" cap="flat" cmpd="sng">
            <a:solidFill>
              <a:srgbClr val="66666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7" name="Google Shape;527;p44"/>
          <p:cNvSpPr txBox="1"/>
          <p:nvPr/>
        </p:nvSpPr>
        <p:spPr>
          <a:xfrm>
            <a:off x="2752884" y="2237025"/>
            <a:ext cx="849900" cy="3372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a:t>sorted</a:t>
            </a:r>
            <a:endParaRPr/>
          </a:p>
        </p:txBody>
      </p:sp>
      <p:sp>
        <p:nvSpPr>
          <p:cNvPr id="528" name="Google Shape;528;p44"/>
          <p:cNvSpPr/>
          <p:nvPr/>
        </p:nvSpPr>
        <p:spPr>
          <a:xfrm rot="-5400000">
            <a:off x="5381425" y="1010775"/>
            <a:ext cx="260700" cy="3387600"/>
          </a:xfrm>
          <a:prstGeom prst="rightBrace">
            <a:avLst>
              <a:gd name="adj1" fmla="val 8333"/>
              <a:gd name="adj2" fmla="val 50000"/>
            </a:avLst>
          </a:prstGeom>
          <a:noFill/>
          <a:ln w="19050" cap="flat" cmpd="sng">
            <a:solidFill>
              <a:srgbClr val="66666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9" name="Google Shape;529;p44"/>
          <p:cNvSpPr txBox="1"/>
          <p:nvPr/>
        </p:nvSpPr>
        <p:spPr>
          <a:xfrm>
            <a:off x="166800" y="4316400"/>
            <a:ext cx="8972700" cy="827100"/>
          </a:xfrm>
          <a:prstGeom prst="rect">
            <a:avLst/>
          </a:prstGeom>
          <a:noFill/>
          <a:ln>
            <a:noFill/>
          </a:ln>
        </p:spPr>
        <p:txBody>
          <a:bodyPr spcFirstLastPara="1" wrap="square" lIns="91425" tIns="91425" rIns="91425" bIns="91425" anchor="ctr" anchorCtr="0">
            <a:noAutofit/>
          </a:bodyPr>
          <a:lstStyle/>
          <a:p>
            <a:pPr marL="0" lvl="0" indent="0" algn="l" rtl="0">
              <a:spcBef>
                <a:spcPts val="480"/>
              </a:spcBef>
              <a:spcAft>
                <a:spcPts val="0"/>
              </a:spcAft>
              <a:buNone/>
            </a:pPr>
            <a:r>
              <a:rPr lang="en" sz="1800">
                <a:solidFill>
                  <a:schemeClr val="dk1"/>
                </a:solidFill>
                <a:latin typeface="Roboto"/>
                <a:ea typeface="Roboto"/>
                <a:cs typeface="Roboto"/>
                <a:sym typeface="Roboto"/>
              </a:rPr>
              <a:t>In example above: Use j pointer to track current spot of traveling item.</a:t>
            </a:r>
            <a:endParaRPr sz="1800">
              <a:latin typeface="Roboto"/>
              <a:ea typeface="Roboto"/>
              <a:cs typeface="Roboto"/>
              <a:sym typeface="Roboto"/>
            </a:endParaRPr>
          </a:p>
        </p:txBody>
      </p:sp>
      <p:sp>
        <p:nvSpPr>
          <p:cNvPr id="530" name="Google Shape;530;p44"/>
          <p:cNvSpPr txBox="1"/>
          <p:nvPr/>
        </p:nvSpPr>
        <p:spPr>
          <a:xfrm>
            <a:off x="3817875" y="2237025"/>
            <a:ext cx="3387600" cy="3372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a:latin typeface="Roboto"/>
                <a:ea typeface="Roboto"/>
                <a:cs typeface="Roboto"/>
                <a:sym typeface="Roboto"/>
              </a:rPr>
              <a:t>unexamined</a:t>
            </a:r>
            <a:endParaRPr>
              <a:latin typeface="Roboto"/>
              <a:ea typeface="Roboto"/>
              <a:cs typeface="Roboto"/>
              <a:sym typeface="Roboto"/>
            </a:endParaRPr>
          </a:p>
        </p:txBody>
      </p:sp>
      <p:sp>
        <p:nvSpPr>
          <p:cNvPr id="531" name="Google Shape;531;p44"/>
          <p:cNvSpPr txBox="1"/>
          <p:nvPr/>
        </p:nvSpPr>
        <p:spPr>
          <a:xfrm>
            <a:off x="1294775" y="2892875"/>
            <a:ext cx="948300" cy="4953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sz="1800">
                <a:latin typeface="Roboto"/>
                <a:ea typeface="Roboto"/>
                <a:cs typeface="Roboto"/>
                <a:sym typeface="Roboto"/>
              </a:rPr>
              <a:t>Input:</a:t>
            </a:r>
            <a:endParaRPr sz="1800">
              <a:latin typeface="Roboto"/>
              <a:ea typeface="Roboto"/>
              <a:cs typeface="Roboto"/>
              <a:sym typeface="Roboto"/>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535"/>
        <p:cNvGrpSpPr/>
        <p:nvPr/>
      </p:nvGrpSpPr>
      <p:grpSpPr>
        <a:xfrm>
          <a:off x="0" y="0"/>
          <a:ext cx="0" cy="0"/>
          <a:chOff x="0" y="0"/>
          <a:chExt cx="0" cy="0"/>
        </a:xfrm>
      </p:grpSpPr>
      <p:sp>
        <p:nvSpPr>
          <p:cNvPr id="536" name="Google Shape;536;p45"/>
          <p:cNvSpPr txBox="1">
            <a:spLocks noGrp="1"/>
          </p:cNvSpPr>
          <p:nvPr>
            <p:ph type="title"/>
          </p:nvPr>
        </p:nvSpPr>
        <p:spPr>
          <a:xfrm>
            <a:off x="0" y="0"/>
            <a:ext cx="8520600" cy="3936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buFont typeface="Arial"/>
              <a:buNone/>
            </a:pPr>
            <a:r>
              <a:rPr lang="en"/>
              <a:t>In-place Insertion Sort</a:t>
            </a:r>
            <a:endParaRPr/>
          </a:p>
        </p:txBody>
      </p:sp>
      <p:sp>
        <p:nvSpPr>
          <p:cNvPr id="537" name="Google Shape;537;p45"/>
          <p:cNvSpPr txBox="1">
            <a:spLocks noGrp="1"/>
          </p:cNvSpPr>
          <p:nvPr>
            <p:ph type="body" idx="1"/>
          </p:nvPr>
        </p:nvSpPr>
        <p:spPr>
          <a:xfrm>
            <a:off x="107044" y="402200"/>
            <a:ext cx="8520600" cy="3416400"/>
          </a:xfrm>
          <a:prstGeom prst="rect">
            <a:avLst/>
          </a:prstGeom>
        </p:spPr>
        <p:txBody>
          <a:bodyPr spcFirstLastPara="1" wrap="square" lIns="91425" tIns="91425" rIns="91425" bIns="91425" anchor="t" anchorCtr="0">
            <a:noAutofit/>
          </a:bodyPr>
          <a:lstStyle/>
          <a:p>
            <a:pPr marL="0" lvl="0" indent="0" algn="l" rtl="0">
              <a:spcBef>
                <a:spcPts val="600"/>
              </a:spcBef>
              <a:spcAft>
                <a:spcPts val="0"/>
              </a:spcAft>
              <a:buNone/>
            </a:pPr>
            <a:r>
              <a:rPr lang="en"/>
              <a:t>General strategy: </a:t>
            </a:r>
            <a:endParaRPr/>
          </a:p>
          <a:p>
            <a:pPr marL="457200" lvl="0" indent="-342900" algn="l" rtl="0">
              <a:spcBef>
                <a:spcPts val="600"/>
              </a:spcBef>
              <a:spcAft>
                <a:spcPts val="0"/>
              </a:spcAft>
              <a:buSzPts val="1800"/>
              <a:buChar char="●"/>
            </a:pPr>
            <a:r>
              <a:rPr lang="en"/>
              <a:t>Repeat for i = 0 to N - 1:</a:t>
            </a:r>
            <a:endParaRPr/>
          </a:p>
          <a:p>
            <a:pPr marL="914400" lvl="1" indent="-342900" algn="l" rtl="0">
              <a:spcBef>
                <a:spcPts val="0"/>
              </a:spcBef>
              <a:spcAft>
                <a:spcPts val="0"/>
              </a:spcAft>
              <a:buSzPts val="1800"/>
              <a:buChar char="○"/>
            </a:pPr>
            <a:r>
              <a:rPr lang="en" b="1"/>
              <a:t>Designate item i as the traveling item.</a:t>
            </a:r>
            <a:endParaRPr b="1"/>
          </a:p>
          <a:p>
            <a:pPr marL="914400" lvl="1" indent="-342900" algn="l" rtl="0">
              <a:spcBef>
                <a:spcPts val="600"/>
              </a:spcBef>
              <a:spcAft>
                <a:spcPts val="0"/>
              </a:spcAft>
              <a:buSzPts val="1800"/>
              <a:buChar char="○"/>
            </a:pPr>
            <a:r>
              <a:rPr lang="en"/>
              <a:t>Swap item backwards until traveller is in the right place among all previously examined items.</a:t>
            </a:r>
            <a:endParaRPr/>
          </a:p>
        </p:txBody>
      </p:sp>
      <p:sp>
        <p:nvSpPr>
          <p:cNvPr id="538" name="Google Shape;538;p45"/>
          <p:cNvSpPr/>
          <p:nvPr/>
        </p:nvSpPr>
        <p:spPr>
          <a:xfrm>
            <a:off x="2834175" y="2892875"/>
            <a:ext cx="495300" cy="495300"/>
          </a:xfrm>
          <a:prstGeom prst="rect">
            <a:avLst/>
          </a:prstGeom>
          <a:solidFill>
            <a:srgbClr val="D9D9D9"/>
          </a:solid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800">
                <a:latin typeface="Calibri"/>
                <a:ea typeface="Calibri"/>
                <a:cs typeface="Calibri"/>
                <a:sym typeface="Calibri"/>
              </a:rPr>
              <a:t>15</a:t>
            </a:r>
            <a:endParaRPr sz="1800">
              <a:latin typeface="Calibri"/>
              <a:ea typeface="Calibri"/>
              <a:cs typeface="Calibri"/>
              <a:sym typeface="Calibri"/>
            </a:endParaRPr>
          </a:p>
        </p:txBody>
      </p:sp>
      <p:sp>
        <p:nvSpPr>
          <p:cNvPr id="539" name="Google Shape;539;p45"/>
          <p:cNvSpPr/>
          <p:nvPr/>
        </p:nvSpPr>
        <p:spPr>
          <a:xfrm>
            <a:off x="3319364" y="2892875"/>
            <a:ext cx="495300" cy="495300"/>
          </a:xfrm>
          <a:prstGeom prst="rect">
            <a:avLst/>
          </a:prstGeom>
          <a:solidFill>
            <a:srgbClr val="D9D9D9"/>
          </a:solid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800">
                <a:latin typeface="Calibri"/>
                <a:ea typeface="Calibri"/>
                <a:cs typeface="Calibri"/>
                <a:sym typeface="Calibri"/>
              </a:rPr>
              <a:t>32</a:t>
            </a:r>
            <a:endParaRPr sz="1800">
              <a:latin typeface="Calibri"/>
              <a:ea typeface="Calibri"/>
              <a:cs typeface="Calibri"/>
              <a:sym typeface="Calibri"/>
            </a:endParaRPr>
          </a:p>
        </p:txBody>
      </p:sp>
      <p:sp>
        <p:nvSpPr>
          <p:cNvPr id="540" name="Google Shape;540;p45"/>
          <p:cNvSpPr/>
          <p:nvPr/>
        </p:nvSpPr>
        <p:spPr>
          <a:xfrm>
            <a:off x="3808705" y="2892875"/>
            <a:ext cx="495300" cy="495300"/>
          </a:xfrm>
          <a:prstGeom prst="rect">
            <a:avLst/>
          </a:prstGeom>
          <a:solidFill>
            <a:schemeClr val="accent3"/>
          </a:solid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800">
                <a:latin typeface="Calibri"/>
                <a:ea typeface="Calibri"/>
                <a:cs typeface="Calibri"/>
                <a:sym typeface="Calibri"/>
              </a:rPr>
              <a:t>2</a:t>
            </a:r>
            <a:endParaRPr sz="1800">
              <a:latin typeface="Calibri"/>
              <a:ea typeface="Calibri"/>
              <a:cs typeface="Calibri"/>
              <a:sym typeface="Calibri"/>
            </a:endParaRPr>
          </a:p>
        </p:txBody>
      </p:sp>
      <p:sp>
        <p:nvSpPr>
          <p:cNvPr id="541" name="Google Shape;541;p45"/>
          <p:cNvSpPr/>
          <p:nvPr/>
        </p:nvSpPr>
        <p:spPr>
          <a:xfrm>
            <a:off x="4293894" y="2892875"/>
            <a:ext cx="495300" cy="495300"/>
          </a:xfrm>
          <a:prstGeom prst="rect">
            <a:avLst/>
          </a:prstGeom>
          <a:solidFill>
            <a:srgbClr val="B1DD8B"/>
          </a:solid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800">
                <a:latin typeface="Calibri"/>
                <a:ea typeface="Calibri"/>
                <a:cs typeface="Calibri"/>
                <a:sym typeface="Calibri"/>
              </a:rPr>
              <a:t>17</a:t>
            </a:r>
            <a:endParaRPr sz="1800">
              <a:latin typeface="Calibri"/>
              <a:ea typeface="Calibri"/>
              <a:cs typeface="Calibri"/>
              <a:sym typeface="Calibri"/>
            </a:endParaRPr>
          </a:p>
        </p:txBody>
      </p:sp>
      <p:sp>
        <p:nvSpPr>
          <p:cNvPr id="542" name="Google Shape;542;p45"/>
          <p:cNvSpPr/>
          <p:nvPr/>
        </p:nvSpPr>
        <p:spPr>
          <a:xfrm>
            <a:off x="4778636" y="2892875"/>
            <a:ext cx="495300" cy="495300"/>
          </a:xfrm>
          <a:prstGeom prst="rect">
            <a:avLst/>
          </a:prstGeom>
          <a:solidFill>
            <a:srgbClr val="B1DD8B"/>
          </a:solid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800">
                <a:latin typeface="Calibri"/>
                <a:ea typeface="Calibri"/>
                <a:cs typeface="Calibri"/>
                <a:sym typeface="Calibri"/>
              </a:rPr>
              <a:t>19</a:t>
            </a:r>
            <a:endParaRPr sz="1800">
              <a:latin typeface="Calibri"/>
              <a:ea typeface="Calibri"/>
              <a:cs typeface="Calibri"/>
              <a:sym typeface="Calibri"/>
            </a:endParaRPr>
          </a:p>
        </p:txBody>
      </p:sp>
      <p:sp>
        <p:nvSpPr>
          <p:cNvPr id="543" name="Google Shape;543;p45"/>
          <p:cNvSpPr/>
          <p:nvPr/>
        </p:nvSpPr>
        <p:spPr>
          <a:xfrm>
            <a:off x="5263825" y="2892875"/>
            <a:ext cx="495300" cy="495300"/>
          </a:xfrm>
          <a:prstGeom prst="rect">
            <a:avLst/>
          </a:prstGeom>
          <a:solidFill>
            <a:srgbClr val="B1DD8B"/>
          </a:solid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800">
                <a:latin typeface="Calibri"/>
                <a:ea typeface="Calibri"/>
                <a:cs typeface="Calibri"/>
                <a:sym typeface="Calibri"/>
              </a:rPr>
              <a:t>26</a:t>
            </a:r>
            <a:endParaRPr sz="1800">
              <a:latin typeface="Calibri"/>
              <a:ea typeface="Calibri"/>
              <a:cs typeface="Calibri"/>
              <a:sym typeface="Calibri"/>
            </a:endParaRPr>
          </a:p>
        </p:txBody>
      </p:sp>
      <p:sp>
        <p:nvSpPr>
          <p:cNvPr id="544" name="Google Shape;544;p45"/>
          <p:cNvSpPr/>
          <p:nvPr/>
        </p:nvSpPr>
        <p:spPr>
          <a:xfrm>
            <a:off x="5753166" y="2892875"/>
            <a:ext cx="495300" cy="495300"/>
          </a:xfrm>
          <a:prstGeom prst="rect">
            <a:avLst/>
          </a:prstGeom>
          <a:solidFill>
            <a:srgbClr val="B1DD8B"/>
          </a:solid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800">
                <a:latin typeface="Calibri"/>
                <a:ea typeface="Calibri"/>
                <a:cs typeface="Calibri"/>
                <a:sym typeface="Calibri"/>
              </a:rPr>
              <a:t>41</a:t>
            </a:r>
            <a:endParaRPr sz="1800">
              <a:latin typeface="Calibri"/>
              <a:ea typeface="Calibri"/>
              <a:cs typeface="Calibri"/>
              <a:sym typeface="Calibri"/>
            </a:endParaRPr>
          </a:p>
        </p:txBody>
      </p:sp>
      <p:sp>
        <p:nvSpPr>
          <p:cNvPr id="545" name="Google Shape;545;p45"/>
          <p:cNvSpPr/>
          <p:nvPr/>
        </p:nvSpPr>
        <p:spPr>
          <a:xfrm>
            <a:off x="6238355" y="2892875"/>
            <a:ext cx="495300" cy="495300"/>
          </a:xfrm>
          <a:prstGeom prst="rect">
            <a:avLst/>
          </a:prstGeom>
          <a:solidFill>
            <a:srgbClr val="B1DD8B"/>
          </a:solid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800">
                <a:latin typeface="Calibri"/>
                <a:ea typeface="Calibri"/>
                <a:cs typeface="Calibri"/>
                <a:sym typeface="Calibri"/>
              </a:rPr>
              <a:t>17</a:t>
            </a:r>
            <a:endParaRPr sz="1800">
              <a:latin typeface="Calibri"/>
              <a:ea typeface="Calibri"/>
              <a:cs typeface="Calibri"/>
              <a:sym typeface="Calibri"/>
            </a:endParaRPr>
          </a:p>
        </p:txBody>
      </p:sp>
      <p:sp>
        <p:nvSpPr>
          <p:cNvPr id="546" name="Google Shape;546;p45"/>
          <p:cNvSpPr/>
          <p:nvPr/>
        </p:nvSpPr>
        <p:spPr>
          <a:xfrm>
            <a:off x="6727730" y="2892875"/>
            <a:ext cx="495300" cy="495300"/>
          </a:xfrm>
          <a:prstGeom prst="rect">
            <a:avLst/>
          </a:prstGeom>
          <a:solidFill>
            <a:srgbClr val="B1DD8B"/>
          </a:solid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800">
                <a:latin typeface="Calibri"/>
                <a:ea typeface="Calibri"/>
                <a:cs typeface="Calibri"/>
                <a:sym typeface="Calibri"/>
              </a:rPr>
              <a:t>17</a:t>
            </a:r>
            <a:endParaRPr sz="1800">
              <a:latin typeface="Calibri"/>
              <a:ea typeface="Calibri"/>
              <a:cs typeface="Calibri"/>
              <a:sym typeface="Calibri"/>
            </a:endParaRPr>
          </a:p>
        </p:txBody>
      </p:sp>
      <p:sp>
        <p:nvSpPr>
          <p:cNvPr id="547" name="Google Shape;547;p45"/>
          <p:cNvSpPr txBox="1"/>
          <p:nvPr/>
        </p:nvSpPr>
        <p:spPr>
          <a:xfrm>
            <a:off x="3902224" y="3364800"/>
            <a:ext cx="495300" cy="4953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600">
                <a:latin typeface="Consolas"/>
                <a:ea typeface="Consolas"/>
                <a:cs typeface="Consolas"/>
                <a:sym typeface="Consolas"/>
              </a:rPr>
              <a:t>i</a:t>
            </a:r>
            <a:endParaRPr sz="1600">
              <a:latin typeface="Consolas"/>
              <a:ea typeface="Consolas"/>
              <a:cs typeface="Consolas"/>
              <a:sym typeface="Consolas"/>
            </a:endParaRPr>
          </a:p>
        </p:txBody>
      </p:sp>
      <p:sp>
        <p:nvSpPr>
          <p:cNvPr id="548" name="Google Shape;548;p45"/>
          <p:cNvSpPr txBox="1"/>
          <p:nvPr/>
        </p:nvSpPr>
        <p:spPr>
          <a:xfrm>
            <a:off x="3894000" y="3692259"/>
            <a:ext cx="495300" cy="4953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600">
                <a:latin typeface="Consolas"/>
                <a:ea typeface="Consolas"/>
                <a:cs typeface="Consolas"/>
                <a:sym typeface="Consolas"/>
              </a:rPr>
              <a:t>j</a:t>
            </a:r>
            <a:endParaRPr sz="1600">
              <a:latin typeface="Consolas"/>
              <a:ea typeface="Consolas"/>
              <a:cs typeface="Consolas"/>
              <a:sym typeface="Consolas"/>
            </a:endParaRPr>
          </a:p>
        </p:txBody>
      </p:sp>
      <p:sp>
        <p:nvSpPr>
          <p:cNvPr id="549" name="Google Shape;549;p45"/>
          <p:cNvSpPr/>
          <p:nvPr/>
        </p:nvSpPr>
        <p:spPr>
          <a:xfrm rot="-5400000">
            <a:off x="3167759" y="2252775"/>
            <a:ext cx="260700" cy="903600"/>
          </a:xfrm>
          <a:prstGeom prst="rightBrace">
            <a:avLst>
              <a:gd name="adj1" fmla="val 8333"/>
              <a:gd name="adj2" fmla="val 50000"/>
            </a:avLst>
          </a:prstGeom>
          <a:noFill/>
          <a:ln w="19050" cap="flat" cmpd="sng">
            <a:solidFill>
              <a:srgbClr val="66666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0" name="Google Shape;550;p45"/>
          <p:cNvSpPr txBox="1"/>
          <p:nvPr/>
        </p:nvSpPr>
        <p:spPr>
          <a:xfrm>
            <a:off x="2752884" y="2237025"/>
            <a:ext cx="849900" cy="3372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a:t>sorted</a:t>
            </a:r>
            <a:endParaRPr/>
          </a:p>
        </p:txBody>
      </p:sp>
      <p:sp>
        <p:nvSpPr>
          <p:cNvPr id="551" name="Google Shape;551;p45"/>
          <p:cNvSpPr/>
          <p:nvPr/>
        </p:nvSpPr>
        <p:spPr>
          <a:xfrm rot="-5400000">
            <a:off x="5381425" y="1010775"/>
            <a:ext cx="260700" cy="3387600"/>
          </a:xfrm>
          <a:prstGeom prst="rightBrace">
            <a:avLst>
              <a:gd name="adj1" fmla="val 8333"/>
              <a:gd name="adj2" fmla="val 50000"/>
            </a:avLst>
          </a:prstGeom>
          <a:noFill/>
          <a:ln w="19050" cap="flat" cmpd="sng">
            <a:solidFill>
              <a:srgbClr val="66666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2" name="Google Shape;552;p45"/>
          <p:cNvSpPr txBox="1"/>
          <p:nvPr/>
        </p:nvSpPr>
        <p:spPr>
          <a:xfrm>
            <a:off x="166800" y="4316400"/>
            <a:ext cx="8972700" cy="827100"/>
          </a:xfrm>
          <a:prstGeom prst="rect">
            <a:avLst/>
          </a:prstGeom>
          <a:noFill/>
          <a:ln>
            <a:noFill/>
          </a:ln>
        </p:spPr>
        <p:txBody>
          <a:bodyPr spcFirstLastPara="1" wrap="square" lIns="91425" tIns="91425" rIns="91425" bIns="91425" anchor="ctr" anchorCtr="0">
            <a:noAutofit/>
          </a:bodyPr>
          <a:lstStyle/>
          <a:p>
            <a:pPr marL="0" lvl="0" indent="0" algn="l" rtl="0">
              <a:spcBef>
                <a:spcPts val="480"/>
              </a:spcBef>
              <a:spcAft>
                <a:spcPts val="0"/>
              </a:spcAft>
              <a:buNone/>
            </a:pPr>
            <a:r>
              <a:rPr lang="en" sz="1800">
                <a:solidFill>
                  <a:schemeClr val="dk1"/>
                </a:solidFill>
                <a:latin typeface="Roboto"/>
                <a:ea typeface="Roboto"/>
                <a:cs typeface="Roboto"/>
                <a:sym typeface="Roboto"/>
              </a:rPr>
              <a:t>In example above: Use j pointer to track current spot of traveling item.</a:t>
            </a:r>
            <a:endParaRPr sz="1800">
              <a:latin typeface="Roboto"/>
              <a:ea typeface="Roboto"/>
              <a:cs typeface="Roboto"/>
              <a:sym typeface="Roboto"/>
            </a:endParaRPr>
          </a:p>
        </p:txBody>
      </p:sp>
      <p:sp>
        <p:nvSpPr>
          <p:cNvPr id="553" name="Google Shape;553;p45"/>
          <p:cNvSpPr txBox="1"/>
          <p:nvPr/>
        </p:nvSpPr>
        <p:spPr>
          <a:xfrm>
            <a:off x="3817875" y="2237025"/>
            <a:ext cx="3387600" cy="3372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a:latin typeface="Roboto"/>
                <a:ea typeface="Roboto"/>
                <a:cs typeface="Roboto"/>
                <a:sym typeface="Roboto"/>
              </a:rPr>
              <a:t>unexamined</a:t>
            </a:r>
            <a:endParaRPr>
              <a:latin typeface="Roboto"/>
              <a:ea typeface="Roboto"/>
              <a:cs typeface="Roboto"/>
              <a:sym typeface="Roboto"/>
            </a:endParaRPr>
          </a:p>
        </p:txBody>
      </p:sp>
      <p:sp>
        <p:nvSpPr>
          <p:cNvPr id="554" name="Google Shape;554;p45"/>
          <p:cNvSpPr txBox="1"/>
          <p:nvPr/>
        </p:nvSpPr>
        <p:spPr>
          <a:xfrm>
            <a:off x="1294775" y="2892875"/>
            <a:ext cx="948300" cy="4953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sz="1800">
                <a:latin typeface="Roboto"/>
                <a:ea typeface="Roboto"/>
                <a:cs typeface="Roboto"/>
                <a:sym typeface="Roboto"/>
              </a:rPr>
              <a:t>Input:</a:t>
            </a:r>
            <a:endParaRPr sz="1800">
              <a:latin typeface="Roboto"/>
              <a:ea typeface="Roboto"/>
              <a:cs typeface="Roboto"/>
              <a:sym typeface="Roboto"/>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558"/>
        <p:cNvGrpSpPr/>
        <p:nvPr/>
      </p:nvGrpSpPr>
      <p:grpSpPr>
        <a:xfrm>
          <a:off x="0" y="0"/>
          <a:ext cx="0" cy="0"/>
          <a:chOff x="0" y="0"/>
          <a:chExt cx="0" cy="0"/>
        </a:xfrm>
      </p:grpSpPr>
      <p:sp>
        <p:nvSpPr>
          <p:cNvPr id="559" name="Google Shape;559;p46"/>
          <p:cNvSpPr txBox="1">
            <a:spLocks noGrp="1"/>
          </p:cNvSpPr>
          <p:nvPr>
            <p:ph type="title"/>
          </p:nvPr>
        </p:nvSpPr>
        <p:spPr>
          <a:xfrm>
            <a:off x="0" y="0"/>
            <a:ext cx="8520600" cy="3936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buFont typeface="Arial"/>
              <a:buNone/>
            </a:pPr>
            <a:r>
              <a:rPr lang="en"/>
              <a:t>In-place Insertion Sort</a:t>
            </a:r>
            <a:endParaRPr/>
          </a:p>
        </p:txBody>
      </p:sp>
      <p:sp>
        <p:nvSpPr>
          <p:cNvPr id="560" name="Google Shape;560;p46"/>
          <p:cNvSpPr txBox="1">
            <a:spLocks noGrp="1"/>
          </p:cNvSpPr>
          <p:nvPr>
            <p:ph type="body" idx="1"/>
          </p:nvPr>
        </p:nvSpPr>
        <p:spPr>
          <a:xfrm>
            <a:off x="107044" y="402200"/>
            <a:ext cx="8520600" cy="3416400"/>
          </a:xfrm>
          <a:prstGeom prst="rect">
            <a:avLst/>
          </a:prstGeom>
        </p:spPr>
        <p:txBody>
          <a:bodyPr spcFirstLastPara="1" wrap="square" lIns="91425" tIns="91425" rIns="91425" bIns="91425" anchor="t" anchorCtr="0">
            <a:noAutofit/>
          </a:bodyPr>
          <a:lstStyle/>
          <a:p>
            <a:pPr marL="0" lvl="0" indent="0" algn="l" rtl="0">
              <a:spcBef>
                <a:spcPts val="600"/>
              </a:spcBef>
              <a:spcAft>
                <a:spcPts val="0"/>
              </a:spcAft>
              <a:buNone/>
            </a:pPr>
            <a:r>
              <a:rPr lang="en"/>
              <a:t>General strategy: </a:t>
            </a:r>
            <a:endParaRPr/>
          </a:p>
          <a:p>
            <a:pPr marL="457200" lvl="0" indent="-342900" algn="l" rtl="0">
              <a:spcBef>
                <a:spcPts val="600"/>
              </a:spcBef>
              <a:spcAft>
                <a:spcPts val="0"/>
              </a:spcAft>
              <a:buSzPts val="1800"/>
              <a:buChar char="●"/>
            </a:pPr>
            <a:r>
              <a:rPr lang="en"/>
              <a:t>Repeat for i = 0 to N - 1:</a:t>
            </a:r>
            <a:endParaRPr/>
          </a:p>
          <a:p>
            <a:pPr marL="914400" lvl="1" indent="-342900" algn="l" rtl="0">
              <a:spcBef>
                <a:spcPts val="0"/>
              </a:spcBef>
              <a:spcAft>
                <a:spcPts val="0"/>
              </a:spcAft>
              <a:buSzPts val="1800"/>
              <a:buChar char="○"/>
            </a:pPr>
            <a:r>
              <a:rPr lang="en"/>
              <a:t>Designate item i as the traveling item.</a:t>
            </a:r>
            <a:endParaRPr/>
          </a:p>
          <a:p>
            <a:pPr marL="914400" lvl="1" indent="-342900" algn="l" rtl="0">
              <a:spcBef>
                <a:spcPts val="600"/>
              </a:spcBef>
              <a:spcAft>
                <a:spcPts val="0"/>
              </a:spcAft>
              <a:buSzPts val="1800"/>
              <a:buChar char="○"/>
            </a:pPr>
            <a:r>
              <a:rPr lang="en" b="1"/>
              <a:t>Swap item backwards until traveller is in the right place among all previously examined items.</a:t>
            </a:r>
            <a:endParaRPr b="1"/>
          </a:p>
        </p:txBody>
      </p:sp>
      <p:sp>
        <p:nvSpPr>
          <p:cNvPr id="561" name="Google Shape;561;p46"/>
          <p:cNvSpPr/>
          <p:nvPr/>
        </p:nvSpPr>
        <p:spPr>
          <a:xfrm>
            <a:off x="2834175" y="2892875"/>
            <a:ext cx="495300" cy="495300"/>
          </a:xfrm>
          <a:prstGeom prst="rect">
            <a:avLst/>
          </a:prstGeom>
          <a:solidFill>
            <a:srgbClr val="D9D9D9"/>
          </a:solid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800">
                <a:latin typeface="Calibri"/>
                <a:ea typeface="Calibri"/>
                <a:cs typeface="Calibri"/>
                <a:sym typeface="Calibri"/>
              </a:rPr>
              <a:t>15</a:t>
            </a:r>
            <a:endParaRPr sz="1800">
              <a:latin typeface="Calibri"/>
              <a:ea typeface="Calibri"/>
              <a:cs typeface="Calibri"/>
              <a:sym typeface="Calibri"/>
            </a:endParaRPr>
          </a:p>
        </p:txBody>
      </p:sp>
      <p:sp>
        <p:nvSpPr>
          <p:cNvPr id="562" name="Google Shape;562;p46"/>
          <p:cNvSpPr/>
          <p:nvPr/>
        </p:nvSpPr>
        <p:spPr>
          <a:xfrm>
            <a:off x="3319364" y="2892875"/>
            <a:ext cx="495300" cy="495300"/>
          </a:xfrm>
          <a:prstGeom prst="rect">
            <a:avLst/>
          </a:prstGeom>
          <a:solidFill>
            <a:schemeClr val="accent3"/>
          </a:solid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800">
                <a:latin typeface="Calibri"/>
                <a:ea typeface="Calibri"/>
                <a:cs typeface="Calibri"/>
                <a:sym typeface="Calibri"/>
              </a:rPr>
              <a:t>2</a:t>
            </a:r>
            <a:endParaRPr sz="1800">
              <a:latin typeface="Calibri"/>
              <a:ea typeface="Calibri"/>
              <a:cs typeface="Calibri"/>
              <a:sym typeface="Calibri"/>
            </a:endParaRPr>
          </a:p>
        </p:txBody>
      </p:sp>
      <p:sp>
        <p:nvSpPr>
          <p:cNvPr id="563" name="Google Shape;563;p46"/>
          <p:cNvSpPr/>
          <p:nvPr/>
        </p:nvSpPr>
        <p:spPr>
          <a:xfrm>
            <a:off x="3808705" y="2892875"/>
            <a:ext cx="495300" cy="495300"/>
          </a:xfrm>
          <a:prstGeom prst="rect">
            <a:avLst/>
          </a:prstGeom>
          <a:solidFill>
            <a:srgbClr val="D9D9D9"/>
          </a:solid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800">
                <a:latin typeface="Calibri"/>
                <a:ea typeface="Calibri"/>
                <a:cs typeface="Calibri"/>
                <a:sym typeface="Calibri"/>
              </a:rPr>
              <a:t>32</a:t>
            </a:r>
            <a:endParaRPr sz="1800">
              <a:latin typeface="Calibri"/>
              <a:ea typeface="Calibri"/>
              <a:cs typeface="Calibri"/>
              <a:sym typeface="Calibri"/>
            </a:endParaRPr>
          </a:p>
        </p:txBody>
      </p:sp>
      <p:sp>
        <p:nvSpPr>
          <p:cNvPr id="564" name="Google Shape;564;p46"/>
          <p:cNvSpPr/>
          <p:nvPr/>
        </p:nvSpPr>
        <p:spPr>
          <a:xfrm>
            <a:off x="4293894" y="2892875"/>
            <a:ext cx="495300" cy="495300"/>
          </a:xfrm>
          <a:prstGeom prst="rect">
            <a:avLst/>
          </a:prstGeom>
          <a:solidFill>
            <a:srgbClr val="B1DD8B"/>
          </a:solid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800">
                <a:latin typeface="Calibri"/>
                <a:ea typeface="Calibri"/>
                <a:cs typeface="Calibri"/>
                <a:sym typeface="Calibri"/>
              </a:rPr>
              <a:t>17</a:t>
            </a:r>
            <a:endParaRPr sz="1800">
              <a:latin typeface="Calibri"/>
              <a:ea typeface="Calibri"/>
              <a:cs typeface="Calibri"/>
              <a:sym typeface="Calibri"/>
            </a:endParaRPr>
          </a:p>
        </p:txBody>
      </p:sp>
      <p:sp>
        <p:nvSpPr>
          <p:cNvPr id="565" name="Google Shape;565;p46"/>
          <p:cNvSpPr/>
          <p:nvPr/>
        </p:nvSpPr>
        <p:spPr>
          <a:xfrm>
            <a:off x="4778636" y="2892875"/>
            <a:ext cx="495300" cy="495300"/>
          </a:xfrm>
          <a:prstGeom prst="rect">
            <a:avLst/>
          </a:prstGeom>
          <a:solidFill>
            <a:srgbClr val="B1DD8B"/>
          </a:solid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800">
                <a:latin typeface="Calibri"/>
                <a:ea typeface="Calibri"/>
                <a:cs typeface="Calibri"/>
                <a:sym typeface="Calibri"/>
              </a:rPr>
              <a:t>19</a:t>
            </a:r>
            <a:endParaRPr sz="1800">
              <a:latin typeface="Calibri"/>
              <a:ea typeface="Calibri"/>
              <a:cs typeface="Calibri"/>
              <a:sym typeface="Calibri"/>
            </a:endParaRPr>
          </a:p>
        </p:txBody>
      </p:sp>
      <p:sp>
        <p:nvSpPr>
          <p:cNvPr id="566" name="Google Shape;566;p46"/>
          <p:cNvSpPr/>
          <p:nvPr/>
        </p:nvSpPr>
        <p:spPr>
          <a:xfrm>
            <a:off x="5263825" y="2892875"/>
            <a:ext cx="495300" cy="495300"/>
          </a:xfrm>
          <a:prstGeom prst="rect">
            <a:avLst/>
          </a:prstGeom>
          <a:solidFill>
            <a:srgbClr val="B1DD8B"/>
          </a:solid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800">
                <a:latin typeface="Calibri"/>
                <a:ea typeface="Calibri"/>
                <a:cs typeface="Calibri"/>
                <a:sym typeface="Calibri"/>
              </a:rPr>
              <a:t>26</a:t>
            </a:r>
            <a:endParaRPr sz="1800">
              <a:latin typeface="Calibri"/>
              <a:ea typeface="Calibri"/>
              <a:cs typeface="Calibri"/>
              <a:sym typeface="Calibri"/>
            </a:endParaRPr>
          </a:p>
        </p:txBody>
      </p:sp>
      <p:sp>
        <p:nvSpPr>
          <p:cNvPr id="567" name="Google Shape;567;p46"/>
          <p:cNvSpPr/>
          <p:nvPr/>
        </p:nvSpPr>
        <p:spPr>
          <a:xfrm>
            <a:off x="5753166" y="2892875"/>
            <a:ext cx="495300" cy="495300"/>
          </a:xfrm>
          <a:prstGeom prst="rect">
            <a:avLst/>
          </a:prstGeom>
          <a:solidFill>
            <a:srgbClr val="B1DD8B"/>
          </a:solid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800">
                <a:latin typeface="Calibri"/>
                <a:ea typeface="Calibri"/>
                <a:cs typeface="Calibri"/>
                <a:sym typeface="Calibri"/>
              </a:rPr>
              <a:t>41</a:t>
            </a:r>
            <a:endParaRPr sz="1800">
              <a:latin typeface="Calibri"/>
              <a:ea typeface="Calibri"/>
              <a:cs typeface="Calibri"/>
              <a:sym typeface="Calibri"/>
            </a:endParaRPr>
          </a:p>
        </p:txBody>
      </p:sp>
      <p:sp>
        <p:nvSpPr>
          <p:cNvPr id="568" name="Google Shape;568;p46"/>
          <p:cNvSpPr/>
          <p:nvPr/>
        </p:nvSpPr>
        <p:spPr>
          <a:xfrm>
            <a:off x="6238355" y="2892875"/>
            <a:ext cx="495300" cy="495300"/>
          </a:xfrm>
          <a:prstGeom prst="rect">
            <a:avLst/>
          </a:prstGeom>
          <a:solidFill>
            <a:srgbClr val="B1DD8B"/>
          </a:solid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800">
                <a:latin typeface="Calibri"/>
                <a:ea typeface="Calibri"/>
                <a:cs typeface="Calibri"/>
                <a:sym typeface="Calibri"/>
              </a:rPr>
              <a:t>17</a:t>
            </a:r>
            <a:endParaRPr sz="1800">
              <a:latin typeface="Calibri"/>
              <a:ea typeface="Calibri"/>
              <a:cs typeface="Calibri"/>
              <a:sym typeface="Calibri"/>
            </a:endParaRPr>
          </a:p>
        </p:txBody>
      </p:sp>
      <p:sp>
        <p:nvSpPr>
          <p:cNvPr id="569" name="Google Shape;569;p46"/>
          <p:cNvSpPr/>
          <p:nvPr/>
        </p:nvSpPr>
        <p:spPr>
          <a:xfrm>
            <a:off x="6727730" y="2892875"/>
            <a:ext cx="495300" cy="495300"/>
          </a:xfrm>
          <a:prstGeom prst="rect">
            <a:avLst/>
          </a:prstGeom>
          <a:solidFill>
            <a:srgbClr val="B1DD8B"/>
          </a:solid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800">
                <a:latin typeface="Calibri"/>
                <a:ea typeface="Calibri"/>
                <a:cs typeface="Calibri"/>
                <a:sym typeface="Calibri"/>
              </a:rPr>
              <a:t>17</a:t>
            </a:r>
            <a:endParaRPr sz="1800">
              <a:latin typeface="Calibri"/>
              <a:ea typeface="Calibri"/>
              <a:cs typeface="Calibri"/>
              <a:sym typeface="Calibri"/>
            </a:endParaRPr>
          </a:p>
        </p:txBody>
      </p:sp>
      <p:sp>
        <p:nvSpPr>
          <p:cNvPr id="570" name="Google Shape;570;p46"/>
          <p:cNvSpPr txBox="1"/>
          <p:nvPr/>
        </p:nvSpPr>
        <p:spPr>
          <a:xfrm>
            <a:off x="3902224" y="3364800"/>
            <a:ext cx="495300" cy="4953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600">
                <a:latin typeface="Consolas"/>
                <a:ea typeface="Consolas"/>
                <a:cs typeface="Consolas"/>
                <a:sym typeface="Consolas"/>
              </a:rPr>
              <a:t>i</a:t>
            </a:r>
            <a:endParaRPr sz="1600">
              <a:latin typeface="Consolas"/>
              <a:ea typeface="Consolas"/>
              <a:cs typeface="Consolas"/>
              <a:sym typeface="Consolas"/>
            </a:endParaRPr>
          </a:p>
        </p:txBody>
      </p:sp>
      <p:sp>
        <p:nvSpPr>
          <p:cNvPr id="571" name="Google Shape;571;p46"/>
          <p:cNvSpPr txBox="1"/>
          <p:nvPr/>
        </p:nvSpPr>
        <p:spPr>
          <a:xfrm>
            <a:off x="3436800" y="3692259"/>
            <a:ext cx="495300" cy="4953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600">
                <a:latin typeface="Consolas"/>
                <a:ea typeface="Consolas"/>
                <a:cs typeface="Consolas"/>
                <a:sym typeface="Consolas"/>
              </a:rPr>
              <a:t>j</a:t>
            </a:r>
            <a:endParaRPr sz="1600">
              <a:latin typeface="Consolas"/>
              <a:ea typeface="Consolas"/>
              <a:cs typeface="Consolas"/>
              <a:sym typeface="Consolas"/>
            </a:endParaRPr>
          </a:p>
        </p:txBody>
      </p:sp>
      <p:sp>
        <p:nvSpPr>
          <p:cNvPr id="572" name="Google Shape;572;p46"/>
          <p:cNvSpPr/>
          <p:nvPr/>
        </p:nvSpPr>
        <p:spPr>
          <a:xfrm rot="-5400000">
            <a:off x="5624975" y="1254375"/>
            <a:ext cx="260700" cy="2900400"/>
          </a:xfrm>
          <a:prstGeom prst="rightBrace">
            <a:avLst>
              <a:gd name="adj1" fmla="val 8333"/>
              <a:gd name="adj2" fmla="val 50000"/>
            </a:avLst>
          </a:prstGeom>
          <a:noFill/>
          <a:ln w="19050" cap="flat" cmpd="sng">
            <a:solidFill>
              <a:srgbClr val="66666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3" name="Google Shape;573;p46"/>
          <p:cNvSpPr txBox="1"/>
          <p:nvPr/>
        </p:nvSpPr>
        <p:spPr>
          <a:xfrm>
            <a:off x="243000" y="3744125"/>
            <a:ext cx="2810400" cy="6549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a:solidFill>
                  <a:srgbClr val="BE0712"/>
                </a:solidFill>
                <a:latin typeface="Roboto"/>
                <a:ea typeface="Roboto"/>
                <a:cs typeface="Roboto"/>
                <a:sym typeface="Roboto"/>
              </a:rPr>
              <a:t>Note: We’ve temporarily broken our invariant that the items up through item i should be sorted!</a:t>
            </a:r>
            <a:endParaRPr>
              <a:solidFill>
                <a:srgbClr val="BE0712"/>
              </a:solidFill>
              <a:latin typeface="Roboto"/>
              <a:ea typeface="Roboto"/>
              <a:cs typeface="Roboto"/>
              <a:sym typeface="Roboto"/>
            </a:endParaRPr>
          </a:p>
        </p:txBody>
      </p:sp>
      <p:cxnSp>
        <p:nvCxnSpPr>
          <p:cNvPr id="574" name="Google Shape;574;p46"/>
          <p:cNvCxnSpPr/>
          <p:nvPr/>
        </p:nvCxnSpPr>
        <p:spPr>
          <a:xfrm rot="10800000" flipH="1">
            <a:off x="2617075" y="3534600"/>
            <a:ext cx="657000" cy="215400"/>
          </a:xfrm>
          <a:prstGeom prst="straightConnector1">
            <a:avLst/>
          </a:prstGeom>
          <a:noFill/>
          <a:ln w="9525" cap="flat" cmpd="sng">
            <a:solidFill>
              <a:srgbClr val="BE0712"/>
            </a:solidFill>
            <a:prstDash val="solid"/>
            <a:round/>
            <a:headEnd type="none" w="med" len="med"/>
            <a:tailEnd type="triangle" w="med" len="med"/>
          </a:ln>
        </p:spPr>
      </p:cxnSp>
      <p:sp>
        <p:nvSpPr>
          <p:cNvPr id="575" name="Google Shape;575;p46"/>
          <p:cNvSpPr txBox="1"/>
          <p:nvPr/>
        </p:nvSpPr>
        <p:spPr>
          <a:xfrm>
            <a:off x="166800" y="4316400"/>
            <a:ext cx="8972700" cy="827100"/>
          </a:xfrm>
          <a:prstGeom prst="rect">
            <a:avLst/>
          </a:prstGeom>
          <a:noFill/>
          <a:ln>
            <a:noFill/>
          </a:ln>
        </p:spPr>
        <p:txBody>
          <a:bodyPr spcFirstLastPara="1" wrap="square" lIns="91425" tIns="91425" rIns="91425" bIns="91425" anchor="ctr" anchorCtr="0">
            <a:noAutofit/>
          </a:bodyPr>
          <a:lstStyle/>
          <a:p>
            <a:pPr marL="0" lvl="0" indent="0" algn="l" rtl="0">
              <a:spcBef>
                <a:spcPts val="480"/>
              </a:spcBef>
              <a:spcAft>
                <a:spcPts val="0"/>
              </a:spcAft>
              <a:buNone/>
            </a:pPr>
            <a:r>
              <a:rPr lang="en" sz="1800">
                <a:solidFill>
                  <a:schemeClr val="dk1"/>
                </a:solidFill>
                <a:latin typeface="Roboto"/>
                <a:ea typeface="Roboto"/>
                <a:cs typeface="Roboto"/>
                <a:sym typeface="Roboto"/>
              </a:rPr>
              <a:t>In example above: Use j pointer to track current spot of traveling item.</a:t>
            </a:r>
            <a:endParaRPr sz="1800">
              <a:latin typeface="Roboto"/>
              <a:ea typeface="Roboto"/>
              <a:cs typeface="Roboto"/>
              <a:sym typeface="Roboto"/>
            </a:endParaRPr>
          </a:p>
        </p:txBody>
      </p:sp>
      <p:sp>
        <p:nvSpPr>
          <p:cNvPr id="576" name="Google Shape;576;p46"/>
          <p:cNvSpPr txBox="1"/>
          <p:nvPr/>
        </p:nvSpPr>
        <p:spPr>
          <a:xfrm>
            <a:off x="4305075" y="2237025"/>
            <a:ext cx="2900400" cy="3372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a:latin typeface="Roboto"/>
                <a:ea typeface="Roboto"/>
                <a:cs typeface="Roboto"/>
                <a:sym typeface="Roboto"/>
              </a:rPr>
              <a:t>unexamined</a:t>
            </a:r>
            <a:endParaRPr>
              <a:latin typeface="Roboto"/>
              <a:ea typeface="Roboto"/>
              <a:cs typeface="Roboto"/>
              <a:sym typeface="Roboto"/>
            </a:endParaRPr>
          </a:p>
        </p:txBody>
      </p:sp>
      <p:sp>
        <p:nvSpPr>
          <p:cNvPr id="577" name="Google Shape;577;p46"/>
          <p:cNvSpPr txBox="1"/>
          <p:nvPr/>
        </p:nvSpPr>
        <p:spPr>
          <a:xfrm>
            <a:off x="1294775" y="2892875"/>
            <a:ext cx="948300" cy="4953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sz="1800">
                <a:latin typeface="Roboto"/>
                <a:ea typeface="Roboto"/>
                <a:cs typeface="Roboto"/>
                <a:sym typeface="Roboto"/>
              </a:rPr>
              <a:t>Input:</a:t>
            </a:r>
            <a:endParaRPr sz="1800">
              <a:latin typeface="Roboto"/>
              <a:ea typeface="Roboto"/>
              <a:cs typeface="Roboto"/>
              <a:sym typeface="Roboto"/>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581"/>
        <p:cNvGrpSpPr/>
        <p:nvPr/>
      </p:nvGrpSpPr>
      <p:grpSpPr>
        <a:xfrm>
          <a:off x="0" y="0"/>
          <a:ext cx="0" cy="0"/>
          <a:chOff x="0" y="0"/>
          <a:chExt cx="0" cy="0"/>
        </a:xfrm>
      </p:grpSpPr>
      <p:sp>
        <p:nvSpPr>
          <p:cNvPr id="582" name="Google Shape;582;p47"/>
          <p:cNvSpPr txBox="1">
            <a:spLocks noGrp="1"/>
          </p:cNvSpPr>
          <p:nvPr>
            <p:ph type="body" idx="1"/>
          </p:nvPr>
        </p:nvSpPr>
        <p:spPr>
          <a:xfrm>
            <a:off x="107044" y="402200"/>
            <a:ext cx="8520600" cy="3416400"/>
          </a:xfrm>
          <a:prstGeom prst="rect">
            <a:avLst/>
          </a:prstGeom>
        </p:spPr>
        <p:txBody>
          <a:bodyPr spcFirstLastPara="1" wrap="square" lIns="91425" tIns="91425" rIns="91425" bIns="91425" anchor="t" anchorCtr="0">
            <a:noAutofit/>
          </a:bodyPr>
          <a:lstStyle/>
          <a:p>
            <a:pPr marL="0" lvl="0" indent="0" algn="l" rtl="0">
              <a:spcBef>
                <a:spcPts val="600"/>
              </a:spcBef>
              <a:spcAft>
                <a:spcPts val="0"/>
              </a:spcAft>
              <a:buNone/>
            </a:pPr>
            <a:r>
              <a:rPr lang="en"/>
              <a:t>General strategy: </a:t>
            </a:r>
            <a:endParaRPr/>
          </a:p>
          <a:p>
            <a:pPr marL="457200" lvl="0" indent="-342900" algn="l" rtl="0">
              <a:spcBef>
                <a:spcPts val="600"/>
              </a:spcBef>
              <a:spcAft>
                <a:spcPts val="0"/>
              </a:spcAft>
              <a:buSzPts val="1800"/>
              <a:buChar char="●"/>
            </a:pPr>
            <a:r>
              <a:rPr lang="en"/>
              <a:t>Repeat for i = 0 to N - 1:</a:t>
            </a:r>
            <a:endParaRPr/>
          </a:p>
          <a:p>
            <a:pPr marL="914400" lvl="1" indent="-342900" algn="l" rtl="0">
              <a:spcBef>
                <a:spcPts val="0"/>
              </a:spcBef>
              <a:spcAft>
                <a:spcPts val="0"/>
              </a:spcAft>
              <a:buSzPts val="1800"/>
              <a:buChar char="○"/>
            </a:pPr>
            <a:r>
              <a:rPr lang="en"/>
              <a:t>Designate item i as the traveling item.</a:t>
            </a:r>
            <a:endParaRPr/>
          </a:p>
          <a:p>
            <a:pPr marL="914400" lvl="1" indent="-342900" algn="l" rtl="0">
              <a:spcBef>
                <a:spcPts val="600"/>
              </a:spcBef>
              <a:spcAft>
                <a:spcPts val="0"/>
              </a:spcAft>
              <a:buSzPts val="1800"/>
              <a:buChar char="○"/>
            </a:pPr>
            <a:r>
              <a:rPr lang="en" b="1"/>
              <a:t>Swap item backwards until traveller is in the right place among all previously examined items.</a:t>
            </a:r>
            <a:endParaRPr b="1"/>
          </a:p>
        </p:txBody>
      </p:sp>
      <p:sp>
        <p:nvSpPr>
          <p:cNvPr id="583" name="Google Shape;583;p47"/>
          <p:cNvSpPr txBox="1">
            <a:spLocks noGrp="1"/>
          </p:cNvSpPr>
          <p:nvPr>
            <p:ph type="title"/>
          </p:nvPr>
        </p:nvSpPr>
        <p:spPr>
          <a:xfrm>
            <a:off x="0" y="0"/>
            <a:ext cx="8520600" cy="3936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buFont typeface="Arial"/>
              <a:buNone/>
            </a:pPr>
            <a:r>
              <a:rPr lang="en"/>
              <a:t>In-place Insertion Sort</a:t>
            </a:r>
            <a:endParaRPr/>
          </a:p>
        </p:txBody>
      </p:sp>
      <p:sp>
        <p:nvSpPr>
          <p:cNvPr id="584" name="Google Shape;584;p47"/>
          <p:cNvSpPr/>
          <p:nvPr/>
        </p:nvSpPr>
        <p:spPr>
          <a:xfrm>
            <a:off x="2834175" y="2892875"/>
            <a:ext cx="495300" cy="495300"/>
          </a:xfrm>
          <a:prstGeom prst="rect">
            <a:avLst/>
          </a:prstGeom>
          <a:solidFill>
            <a:schemeClr val="accent3"/>
          </a:solid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800">
                <a:latin typeface="Calibri"/>
                <a:ea typeface="Calibri"/>
                <a:cs typeface="Calibri"/>
                <a:sym typeface="Calibri"/>
              </a:rPr>
              <a:t>2</a:t>
            </a:r>
            <a:endParaRPr sz="1800">
              <a:latin typeface="Calibri"/>
              <a:ea typeface="Calibri"/>
              <a:cs typeface="Calibri"/>
              <a:sym typeface="Calibri"/>
            </a:endParaRPr>
          </a:p>
        </p:txBody>
      </p:sp>
      <p:sp>
        <p:nvSpPr>
          <p:cNvPr id="585" name="Google Shape;585;p47"/>
          <p:cNvSpPr/>
          <p:nvPr/>
        </p:nvSpPr>
        <p:spPr>
          <a:xfrm>
            <a:off x="3319364" y="2892875"/>
            <a:ext cx="495300" cy="495300"/>
          </a:xfrm>
          <a:prstGeom prst="rect">
            <a:avLst/>
          </a:prstGeom>
          <a:solidFill>
            <a:srgbClr val="D9D9D9"/>
          </a:solid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800">
                <a:latin typeface="Calibri"/>
                <a:ea typeface="Calibri"/>
                <a:cs typeface="Calibri"/>
                <a:sym typeface="Calibri"/>
              </a:rPr>
              <a:t>15</a:t>
            </a:r>
            <a:endParaRPr sz="1800">
              <a:latin typeface="Calibri"/>
              <a:ea typeface="Calibri"/>
              <a:cs typeface="Calibri"/>
              <a:sym typeface="Calibri"/>
            </a:endParaRPr>
          </a:p>
        </p:txBody>
      </p:sp>
      <p:sp>
        <p:nvSpPr>
          <p:cNvPr id="586" name="Google Shape;586;p47"/>
          <p:cNvSpPr/>
          <p:nvPr/>
        </p:nvSpPr>
        <p:spPr>
          <a:xfrm>
            <a:off x="3808705" y="2892875"/>
            <a:ext cx="495300" cy="495300"/>
          </a:xfrm>
          <a:prstGeom prst="rect">
            <a:avLst/>
          </a:prstGeom>
          <a:solidFill>
            <a:srgbClr val="D9D9D9"/>
          </a:solid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800">
                <a:latin typeface="Calibri"/>
                <a:ea typeface="Calibri"/>
                <a:cs typeface="Calibri"/>
                <a:sym typeface="Calibri"/>
              </a:rPr>
              <a:t>32</a:t>
            </a:r>
            <a:endParaRPr sz="1800">
              <a:latin typeface="Calibri"/>
              <a:ea typeface="Calibri"/>
              <a:cs typeface="Calibri"/>
              <a:sym typeface="Calibri"/>
            </a:endParaRPr>
          </a:p>
        </p:txBody>
      </p:sp>
      <p:sp>
        <p:nvSpPr>
          <p:cNvPr id="587" name="Google Shape;587;p47"/>
          <p:cNvSpPr/>
          <p:nvPr/>
        </p:nvSpPr>
        <p:spPr>
          <a:xfrm>
            <a:off x="4293894" y="2892875"/>
            <a:ext cx="495300" cy="495300"/>
          </a:xfrm>
          <a:prstGeom prst="rect">
            <a:avLst/>
          </a:prstGeom>
          <a:solidFill>
            <a:srgbClr val="B1DD8B"/>
          </a:solid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800">
                <a:latin typeface="Calibri"/>
                <a:ea typeface="Calibri"/>
                <a:cs typeface="Calibri"/>
                <a:sym typeface="Calibri"/>
              </a:rPr>
              <a:t>17</a:t>
            </a:r>
            <a:endParaRPr sz="1800">
              <a:latin typeface="Calibri"/>
              <a:ea typeface="Calibri"/>
              <a:cs typeface="Calibri"/>
              <a:sym typeface="Calibri"/>
            </a:endParaRPr>
          </a:p>
        </p:txBody>
      </p:sp>
      <p:sp>
        <p:nvSpPr>
          <p:cNvPr id="588" name="Google Shape;588;p47"/>
          <p:cNvSpPr/>
          <p:nvPr/>
        </p:nvSpPr>
        <p:spPr>
          <a:xfrm>
            <a:off x="4778636" y="2892875"/>
            <a:ext cx="495300" cy="495300"/>
          </a:xfrm>
          <a:prstGeom prst="rect">
            <a:avLst/>
          </a:prstGeom>
          <a:solidFill>
            <a:srgbClr val="B1DD8B"/>
          </a:solid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800">
                <a:latin typeface="Calibri"/>
                <a:ea typeface="Calibri"/>
                <a:cs typeface="Calibri"/>
                <a:sym typeface="Calibri"/>
              </a:rPr>
              <a:t>19</a:t>
            </a:r>
            <a:endParaRPr sz="1800">
              <a:latin typeface="Calibri"/>
              <a:ea typeface="Calibri"/>
              <a:cs typeface="Calibri"/>
              <a:sym typeface="Calibri"/>
            </a:endParaRPr>
          </a:p>
        </p:txBody>
      </p:sp>
      <p:sp>
        <p:nvSpPr>
          <p:cNvPr id="589" name="Google Shape;589;p47"/>
          <p:cNvSpPr/>
          <p:nvPr/>
        </p:nvSpPr>
        <p:spPr>
          <a:xfrm>
            <a:off x="5263825" y="2892875"/>
            <a:ext cx="495300" cy="495300"/>
          </a:xfrm>
          <a:prstGeom prst="rect">
            <a:avLst/>
          </a:prstGeom>
          <a:solidFill>
            <a:srgbClr val="B1DD8B"/>
          </a:solid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800">
                <a:latin typeface="Calibri"/>
                <a:ea typeface="Calibri"/>
                <a:cs typeface="Calibri"/>
                <a:sym typeface="Calibri"/>
              </a:rPr>
              <a:t>26</a:t>
            </a:r>
            <a:endParaRPr sz="1800">
              <a:latin typeface="Calibri"/>
              <a:ea typeface="Calibri"/>
              <a:cs typeface="Calibri"/>
              <a:sym typeface="Calibri"/>
            </a:endParaRPr>
          </a:p>
        </p:txBody>
      </p:sp>
      <p:sp>
        <p:nvSpPr>
          <p:cNvPr id="590" name="Google Shape;590;p47"/>
          <p:cNvSpPr/>
          <p:nvPr/>
        </p:nvSpPr>
        <p:spPr>
          <a:xfrm>
            <a:off x="5753166" y="2892875"/>
            <a:ext cx="495300" cy="495300"/>
          </a:xfrm>
          <a:prstGeom prst="rect">
            <a:avLst/>
          </a:prstGeom>
          <a:solidFill>
            <a:srgbClr val="B1DD8B"/>
          </a:solid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800">
                <a:latin typeface="Calibri"/>
                <a:ea typeface="Calibri"/>
                <a:cs typeface="Calibri"/>
                <a:sym typeface="Calibri"/>
              </a:rPr>
              <a:t>41</a:t>
            </a:r>
            <a:endParaRPr sz="1800">
              <a:latin typeface="Calibri"/>
              <a:ea typeface="Calibri"/>
              <a:cs typeface="Calibri"/>
              <a:sym typeface="Calibri"/>
            </a:endParaRPr>
          </a:p>
        </p:txBody>
      </p:sp>
      <p:sp>
        <p:nvSpPr>
          <p:cNvPr id="591" name="Google Shape;591;p47"/>
          <p:cNvSpPr/>
          <p:nvPr/>
        </p:nvSpPr>
        <p:spPr>
          <a:xfrm>
            <a:off x="6238355" y="2892875"/>
            <a:ext cx="495300" cy="495300"/>
          </a:xfrm>
          <a:prstGeom prst="rect">
            <a:avLst/>
          </a:prstGeom>
          <a:solidFill>
            <a:srgbClr val="B1DD8B"/>
          </a:solid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800">
                <a:latin typeface="Calibri"/>
                <a:ea typeface="Calibri"/>
                <a:cs typeface="Calibri"/>
                <a:sym typeface="Calibri"/>
              </a:rPr>
              <a:t>17</a:t>
            </a:r>
            <a:endParaRPr sz="1800">
              <a:latin typeface="Calibri"/>
              <a:ea typeface="Calibri"/>
              <a:cs typeface="Calibri"/>
              <a:sym typeface="Calibri"/>
            </a:endParaRPr>
          </a:p>
        </p:txBody>
      </p:sp>
      <p:sp>
        <p:nvSpPr>
          <p:cNvPr id="592" name="Google Shape;592;p47"/>
          <p:cNvSpPr/>
          <p:nvPr/>
        </p:nvSpPr>
        <p:spPr>
          <a:xfrm>
            <a:off x="6727730" y="2892875"/>
            <a:ext cx="495300" cy="495300"/>
          </a:xfrm>
          <a:prstGeom prst="rect">
            <a:avLst/>
          </a:prstGeom>
          <a:solidFill>
            <a:srgbClr val="B1DD8B"/>
          </a:solid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800">
                <a:latin typeface="Calibri"/>
                <a:ea typeface="Calibri"/>
                <a:cs typeface="Calibri"/>
                <a:sym typeface="Calibri"/>
              </a:rPr>
              <a:t>17</a:t>
            </a:r>
            <a:endParaRPr sz="1800">
              <a:latin typeface="Calibri"/>
              <a:ea typeface="Calibri"/>
              <a:cs typeface="Calibri"/>
              <a:sym typeface="Calibri"/>
            </a:endParaRPr>
          </a:p>
        </p:txBody>
      </p:sp>
      <p:sp>
        <p:nvSpPr>
          <p:cNvPr id="593" name="Google Shape;593;p47"/>
          <p:cNvSpPr txBox="1"/>
          <p:nvPr/>
        </p:nvSpPr>
        <p:spPr>
          <a:xfrm>
            <a:off x="3902224" y="3364800"/>
            <a:ext cx="495300" cy="4953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600">
                <a:latin typeface="Consolas"/>
                <a:ea typeface="Consolas"/>
                <a:cs typeface="Consolas"/>
                <a:sym typeface="Consolas"/>
              </a:rPr>
              <a:t>i</a:t>
            </a:r>
            <a:endParaRPr sz="1600">
              <a:latin typeface="Consolas"/>
              <a:ea typeface="Consolas"/>
              <a:cs typeface="Consolas"/>
              <a:sym typeface="Consolas"/>
            </a:endParaRPr>
          </a:p>
        </p:txBody>
      </p:sp>
      <p:sp>
        <p:nvSpPr>
          <p:cNvPr id="594" name="Google Shape;594;p47"/>
          <p:cNvSpPr txBox="1"/>
          <p:nvPr/>
        </p:nvSpPr>
        <p:spPr>
          <a:xfrm>
            <a:off x="2979600" y="3692259"/>
            <a:ext cx="495300" cy="4953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600">
                <a:latin typeface="Consolas"/>
                <a:ea typeface="Consolas"/>
                <a:cs typeface="Consolas"/>
                <a:sym typeface="Consolas"/>
              </a:rPr>
              <a:t>j</a:t>
            </a:r>
            <a:endParaRPr sz="1600">
              <a:latin typeface="Consolas"/>
              <a:ea typeface="Consolas"/>
              <a:cs typeface="Consolas"/>
              <a:sym typeface="Consolas"/>
            </a:endParaRPr>
          </a:p>
        </p:txBody>
      </p:sp>
      <p:sp>
        <p:nvSpPr>
          <p:cNvPr id="595" name="Google Shape;595;p47"/>
          <p:cNvSpPr txBox="1"/>
          <p:nvPr/>
        </p:nvSpPr>
        <p:spPr>
          <a:xfrm>
            <a:off x="243000" y="3744125"/>
            <a:ext cx="2309400" cy="6549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a:solidFill>
                  <a:srgbClr val="BE0712"/>
                </a:solidFill>
                <a:latin typeface="Roboto"/>
                <a:ea typeface="Roboto"/>
                <a:cs typeface="Roboto"/>
                <a:sym typeface="Roboto"/>
              </a:rPr>
              <a:t>Once the traveller settles, the invariant is restored.</a:t>
            </a:r>
            <a:endParaRPr>
              <a:solidFill>
                <a:srgbClr val="BE0712"/>
              </a:solidFill>
              <a:latin typeface="Roboto"/>
              <a:ea typeface="Roboto"/>
              <a:cs typeface="Roboto"/>
              <a:sym typeface="Roboto"/>
            </a:endParaRPr>
          </a:p>
        </p:txBody>
      </p:sp>
      <p:cxnSp>
        <p:nvCxnSpPr>
          <p:cNvPr id="596" name="Google Shape;596;p47"/>
          <p:cNvCxnSpPr/>
          <p:nvPr/>
        </p:nvCxnSpPr>
        <p:spPr>
          <a:xfrm rot="10800000" flipH="1">
            <a:off x="2159875" y="3534600"/>
            <a:ext cx="657000" cy="215400"/>
          </a:xfrm>
          <a:prstGeom prst="straightConnector1">
            <a:avLst/>
          </a:prstGeom>
          <a:noFill/>
          <a:ln w="9525" cap="flat" cmpd="sng">
            <a:solidFill>
              <a:srgbClr val="BE0712"/>
            </a:solidFill>
            <a:prstDash val="solid"/>
            <a:round/>
            <a:headEnd type="none" w="med" len="med"/>
            <a:tailEnd type="triangle" w="med" len="med"/>
          </a:ln>
        </p:spPr>
      </p:cxnSp>
      <p:sp>
        <p:nvSpPr>
          <p:cNvPr id="597" name="Google Shape;597;p47"/>
          <p:cNvSpPr/>
          <p:nvPr/>
        </p:nvSpPr>
        <p:spPr>
          <a:xfrm rot="-5400000">
            <a:off x="5624975" y="1254375"/>
            <a:ext cx="260700" cy="2900400"/>
          </a:xfrm>
          <a:prstGeom prst="rightBrace">
            <a:avLst>
              <a:gd name="adj1" fmla="val 8333"/>
              <a:gd name="adj2" fmla="val 50000"/>
            </a:avLst>
          </a:prstGeom>
          <a:noFill/>
          <a:ln w="19050" cap="flat" cmpd="sng">
            <a:solidFill>
              <a:srgbClr val="66666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8" name="Google Shape;598;p47"/>
          <p:cNvSpPr txBox="1"/>
          <p:nvPr/>
        </p:nvSpPr>
        <p:spPr>
          <a:xfrm>
            <a:off x="166800" y="4316400"/>
            <a:ext cx="8972700" cy="827100"/>
          </a:xfrm>
          <a:prstGeom prst="rect">
            <a:avLst/>
          </a:prstGeom>
          <a:noFill/>
          <a:ln>
            <a:noFill/>
          </a:ln>
        </p:spPr>
        <p:txBody>
          <a:bodyPr spcFirstLastPara="1" wrap="square" lIns="91425" tIns="91425" rIns="91425" bIns="91425" anchor="ctr" anchorCtr="0">
            <a:noAutofit/>
          </a:bodyPr>
          <a:lstStyle/>
          <a:p>
            <a:pPr marL="0" lvl="0" indent="0" algn="l" rtl="0">
              <a:spcBef>
                <a:spcPts val="480"/>
              </a:spcBef>
              <a:spcAft>
                <a:spcPts val="0"/>
              </a:spcAft>
              <a:buNone/>
            </a:pPr>
            <a:r>
              <a:rPr lang="en" sz="1800">
                <a:solidFill>
                  <a:schemeClr val="dk1"/>
                </a:solidFill>
                <a:latin typeface="Roboto"/>
                <a:ea typeface="Roboto"/>
                <a:cs typeface="Roboto"/>
                <a:sym typeface="Roboto"/>
              </a:rPr>
              <a:t>In example above: Use j pointer to track current spot of traveling item.</a:t>
            </a:r>
            <a:endParaRPr sz="1800">
              <a:latin typeface="Roboto"/>
              <a:ea typeface="Roboto"/>
              <a:cs typeface="Roboto"/>
              <a:sym typeface="Roboto"/>
            </a:endParaRPr>
          </a:p>
        </p:txBody>
      </p:sp>
      <p:sp>
        <p:nvSpPr>
          <p:cNvPr id="599" name="Google Shape;599;p47"/>
          <p:cNvSpPr txBox="1"/>
          <p:nvPr/>
        </p:nvSpPr>
        <p:spPr>
          <a:xfrm>
            <a:off x="4305075" y="2237025"/>
            <a:ext cx="2900400" cy="3372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a:latin typeface="Roboto"/>
                <a:ea typeface="Roboto"/>
                <a:cs typeface="Roboto"/>
                <a:sym typeface="Roboto"/>
              </a:rPr>
              <a:t>unexamined</a:t>
            </a:r>
            <a:endParaRPr>
              <a:latin typeface="Roboto"/>
              <a:ea typeface="Roboto"/>
              <a:cs typeface="Roboto"/>
              <a:sym typeface="Roboto"/>
            </a:endParaRPr>
          </a:p>
        </p:txBody>
      </p:sp>
      <p:sp>
        <p:nvSpPr>
          <p:cNvPr id="600" name="Google Shape;600;p47"/>
          <p:cNvSpPr txBox="1"/>
          <p:nvPr/>
        </p:nvSpPr>
        <p:spPr>
          <a:xfrm>
            <a:off x="1294775" y="2892875"/>
            <a:ext cx="948300" cy="4953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sz="1800">
                <a:latin typeface="Roboto"/>
                <a:ea typeface="Roboto"/>
                <a:cs typeface="Roboto"/>
                <a:sym typeface="Roboto"/>
              </a:rPr>
              <a:t>Input:</a:t>
            </a:r>
            <a:endParaRPr sz="1800">
              <a:latin typeface="Roboto"/>
              <a:ea typeface="Roboto"/>
              <a:cs typeface="Roboto"/>
              <a:sym typeface="Roboto"/>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604"/>
        <p:cNvGrpSpPr/>
        <p:nvPr/>
      </p:nvGrpSpPr>
      <p:grpSpPr>
        <a:xfrm>
          <a:off x="0" y="0"/>
          <a:ext cx="0" cy="0"/>
          <a:chOff x="0" y="0"/>
          <a:chExt cx="0" cy="0"/>
        </a:xfrm>
      </p:grpSpPr>
      <p:sp>
        <p:nvSpPr>
          <p:cNvPr id="605" name="Google Shape;605;p48"/>
          <p:cNvSpPr txBox="1">
            <a:spLocks noGrp="1"/>
          </p:cNvSpPr>
          <p:nvPr>
            <p:ph type="title"/>
          </p:nvPr>
        </p:nvSpPr>
        <p:spPr>
          <a:xfrm>
            <a:off x="0" y="0"/>
            <a:ext cx="8520600" cy="3936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buFont typeface="Arial"/>
              <a:buNone/>
            </a:pPr>
            <a:r>
              <a:rPr lang="en"/>
              <a:t>In-place Insertion Sort</a:t>
            </a:r>
            <a:endParaRPr/>
          </a:p>
        </p:txBody>
      </p:sp>
      <p:sp>
        <p:nvSpPr>
          <p:cNvPr id="606" name="Google Shape;606;p48"/>
          <p:cNvSpPr txBox="1">
            <a:spLocks noGrp="1"/>
          </p:cNvSpPr>
          <p:nvPr>
            <p:ph type="body" idx="1"/>
          </p:nvPr>
        </p:nvSpPr>
        <p:spPr>
          <a:xfrm>
            <a:off x="107044" y="402200"/>
            <a:ext cx="8520600" cy="3416400"/>
          </a:xfrm>
          <a:prstGeom prst="rect">
            <a:avLst/>
          </a:prstGeom>
        </p:spPr>
        <p:txBody>
          <a:bodyPr spcFirstLastPara="1" wrap="square" lIns="91425" tIns="91425" rIns="91425" bIns="91425" anchor="t" anchorCtr="0">
            <a:noAutofit/>
          </a:bodyPr>
          <a:lstStyle/>
          <a:p>
            <a:pPr marL="0" lvl="0" indent="0" algn="l" rtl="0">
              <a:spcBef>
                <a:spcPts val="600"/>
              </a:spcBef>
              <a:spcAft>
                <a:spcPts val="0"/>
              </a:spcAft>
              <a:buNone/>
            </a:pPr>
            <a:r>
              <a:rPr lang="en"/>
              <a:t>General strategy: </a:t>
            </a:r>
            <a:endParaRPr/>
          </a:p>
          <a:p>
            <a:pPr marL="457200" lvl="0" indent="-342900" algn="l" rtl="0">
              <a:spcBef>
                <a:spcPts val="600"/>
              </a:spcBef>
              <a:spcAft>
                <a:spcPts val="0"/>
              </a:spcAft>
              <a:buSzPts val="1800"/>
              <a:buChar char="●"/>
            </a:pPr>
            <a:r>
              <a:rPr lang="en"/>
              <a:t>Repeat for i = 0 to N - 1:</a:t>
            </a:r>
            <a:endParaRPr/>
          </a:p>
          <a:p>
            <a:pPr marL="914400" lvl="1" indent="-342900" algn="l" rtl="0">
              <a:spcBef>
                <a:spcPts val="0"/>
              </a:spcBef>
              <a:spcAft>
                <a:spcPts val="0"/>
              </a:spcAft>
              <a:buSzPts val="1800"/>
              <a:buChar char="○"/>
            </a:pPr>
            <a:r>
              <a:rPr lang="en"/>
              <a:t>Designate item i as the traveling item.</a:t>
            </a:r>
            <a:endParaRPr/>
          </a:p>
          <a:p>
            <a:pPr marL="914400" lvl="1" indent="-342900" algn="l" rtl="0">
              <a:spcBef>
                <a:spcPts val="600"/>
              </a:spcBef>
              <a:spcAft>
                <a:spcPts val="0"/>
              </a:spcAft>
              <a:buSzPts val="1800"/>
              <a:buChar char="○"/>
            </a:pPr>
            <a:r>
              <a:rPr lang="en" b="1"/>
              <a:t>Swap item backwards until traveller is in the right place among all previously examined items.</a:t>
            </a:r>
            <a:endParaRPr b="1"/>
          </a:p>
        </p:txBody>
      </p:sp>
      <p:sp>
        <p:nvSpPr>
          <p:cNvPr id="607" name="Google Shape;607;p48"/>
          <p:cNvSpPr/>
          <p:nvPr/>
        </p:nvSpPr>
        <p:spPr>
          <a:xfrm>
            <a:off x="2834175" y="2892875"/>
            <a:ext cx="495300" cy="495300"/>
          </a:xfrm>
          <a:prstGeom prst="rect">
            <a:avLst/>
          </a:prstGeom>
          <a:solidFill>
            <a:srgbClr val="D9D9D9"/>
          </a:solid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800">
                <a:latin typeface="Calibri"/>
                <a:ea typeface="Calibri"/>
                <a:cs typeface="Calibri"/>
                <a:sym typeface="Calibri"/>
              </a:rPr>
              <a:t>2</a:t>
            </a:r>
            <a:endParaRPr sz="1800">
              <a:latin typeface="Calibri"/>
              <a:ea typeface="Calibri"/>
              <a:cs typeface="Calibri"/>
              <a:sym typeface="Calibri"/>
            </a:endParaRPr>
          </a:p>
        </p:txBody>
      </p:sp>
      <p:sp>
        <p:nvSpPr>
          <p:cNvPr id="608" name="Google Shape;608;p48"/>
          <p:cNvSpPr/>
          <p:nvPr/>
        </p:nvSpPr>
        <p:spPr>
          <a:xfrm>
            <a:off x="3319364" y="2892875"/>
            <a:ext cx="495300" cy="495300"/>
          </a:xfrm>
          <a:prstGeom prst="rect">
            <a:avLst/>
          </a:prstGeom>
          <a:solidFill>
            <a:srgbClr val="D9D9D9"/>
          </a:solid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800">
                <a:latin typeface="Calibri"/>
                <a:ea typeface="Calibri"/>
                <a:cs typeface="Calibri"/>
                <a:sym typeface="Calibri"/>
              </a:rPr>
              <a:t>15</a:t>
            </a:r>
            <a:endParaRPr sz="1800">
              <a:latin typeface="Calibri"/>
              <a:ea typeface="Calibri"/>
              <a:cs typeface="Calibri"/>
              <a:sym typeface="Calibri"/>
            </a:endParaRPr>
          </a:p>
        </p:txBody>
      </p:sp>
      <p:sp>
        <p:nvSpPr>
          <p:cNvPr id="609" name="Google Shape;609;p48"/>
          <p:cNvSpPr/>
          <p:nvPr/>
        </p:nvSpPr>
        <p:spPr>
          <a:xfrm>
            <a:off x="3808705" y="2892875"/>
            <a:ext cx="495300" cy="495300"/>
          </a:xfrm>
          <a:prstGeom prst="rect">
            <a:avLst/>
          </a:prstGeom>
          <a:solidFill>
            <a:srgbClr val="D9D9D9"/>
          </a:solid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800">
                <a:latin typeface="Calibri"/>
                <a:ea typeface="Calibri"/>
                <a:cs typeface="Calibri"/>
                <a:sym typeface="Calibri"/>
              </a:rPr>
              <a:t>32</a:t>
            </a:r>
            <a:endParaRPr sz="1800">
              <a:latin typeface="Calibri"/>
              <a:ea typeface="Calibri"/>
              <a:cs typeface="Calibri"/>
              <a:sym typeface="Calibri"/>
            </a:endParaRPr>
          </a:p>
        </p:txBody>
      </p:sp>
      <p:sp>
        <p:nvSpPr>
          <p:cNvPr id="610" name="Google Shape;610;p48"/>
          <p:cNvSpPr/>
          <p:nvPr/>
        </p:nvSpPr>
        <p:spPr>
          <a:xfrm>
            <a:off x="4293894" y="2892875"/>
            <a:ext cx="495300" cy="495300"/>
          </a:xfrm>
          <a:prstGeom prst="rect">
            <a:avLst/>
          </a:prstGeom>
          <a:solidFill>
            <a:srgbClr val="B1DD8B"/>
          </a:solid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800">
                <a:latin typeface="Calibri"/>
                <a:ea typeface="Calibri"/>
                <a:cs typeface="Calibri"/>
                <a:sym typeface="Calibri"/>
              </a:rPr>
              <a:t>17</a:t>
            </a:r>
            <a:endParaRPr sz="1800">
              <a:latin typeface="Calibri"/>
              <a:ea typeface="Calibri"/>
              <a:cs typeface="Calibri"/>
              <a:sym typeface="Calibri"/>
            </a:endParaRPr>
          </a:p>
        </p:txBody>
      </p:sp>
      <p:sp>
        <p:nvSpPr>
          <p:cNvPr id="611" name="Google Shape;611;p48"/>
          <p:cNvSpPr/>
          <p:nvPr/>
        </p:nvSpPr>
        <p:spPr>
          <a:xfrm>
            <a:off x="4778636" y="2892875"/>
            <a:ext cx="495300" cy="495300"/>
          </a:xfrm>
          <a:prstGeom prst="rect">
            <a:avLst/>
          </a:prstGeom>
          <a:solidFill>
            <a:srgbClr val="B1DD8B"/>
          </a:solid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800">
                <a:latin typeface="Calibri"/>
                <a:ea typeface="Calibri"/>
                <a:cs typeface="Calibri"/>
                <a:sym typeface="Calibri"/>
              </a:rPr>
              <a:t>19</a:t>
            </a:r>
            <a:endParaRPr sz="1800">
              <a:latin typeface="Calibri"/>
              <a:ea typeface="Calibri"/>
              <a:cs typeface="Calibri"/>
              <a:sym typeface="Calibri"/>
            </a:endParaRPr>
          </a:p>
        </p:txBody>
      </p:sp>
      <p:sp>
        <p:nvSpPr>
          <p:cNvPr id="612" name="Google Shape;612;p48"/>
          <p:cNvSpPr/>
          <p:nvPr/>
        </p:nvSpPr>
        <p:spPr>
          <a:xfrm>
            <a:off x="5263825" y="2892875"/>
            <a:ext cx="495300" cy="495300"/>
          </a:xfrm>
          <a:prstGeom prst="rect">
            <a:avLst/>
          </a:prstGeom>
          <a:solidFill>
            <a:srgbClr val="B1DD8B"/>
          </a:solid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800">
                <a:latin typeface="Calibri"/>
                <a:ea typeface="Calibri"/>
                <a:cs typeface="Calibri"/>
                <a:sym typeface="Calibri"/>
              </a:rPr>
              <a:t>26</a:t>
            </a:r>
            <a:endParaRPr sz="1800">
              <a:latin typeface="Calibri"/>
              <a:ea typeface="Calibri"/>
              <a:cs typeface="Calibri"/>
              <a:sym typeface="Calibri"/>
            </a:endParaRPr>
          </a:p>
        </p:txBody>
      </p:sp>
      <p:sp>
        <p:nvSpPr>
          <p:cNvPr id="613" name="Google Shape;613;p48"/>
          <p:cNvSpPr/>
          <p:nvPr/>
        </p:nvSpPr>
        <p:spPr>
          <a:xfrm>
            <a:off x="5753166" y="2892875"/>
            <a:ext cx="495300" cy="495300"/>
          </a:xfrm>
          <a:prstGeom prst="rect">
            <a:avLst/>
          </a:prstGeom>
          <a:solidFill>
            <a:srgbClr val="B1DD8B"/>
          </a:solid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800">
                <a:latin typeface="Calibri"/>
                <a:ea typeface="Calibri"/>
                <a:cs typeface="Calibri"/>
                <a:sym typeface="Calibri"/>
              </a:rPr>
              <a:t>41</a:t>
            </a:r>
            <a:endParaRPr sz="1800">
              <a:latin typeface="Calibri"/>
              <a:ea typeface="Calibri"/>
              <a:cs typeface="Calibri"/>
              <a:sym typeface="Calibri"/>
            </a:endParaRPr>
          </a:p>
        </p:txBody>
      </p:sp>
      <p:sp>
        <p:nvSpPr>
          <p:cNvPr id="614" name="Google Shape;614;p48"/>
          <p:cNvSpPr/>
          <p:nvPr/>
        </p:nvSpPr>
        <p:spPr>
          <a:xfrm>
            <a:off x="6238355" y="2892875"/>
            <a:ext cx="495300" cy="495300"/>
          </a:xfrm>
          <a:prstGeom prst="rect">
            <a:avLst/>
          </a:prstGeom>
          <a:solidFill>
            <a:srgbClr val="B1DD8B"/>
          </a:solid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800">
                <a:latin typeface="Calibri"/>
                <a:ea typeface="Calibri"/>
                <a:cs typeface="Calibri"/>
                <a:sym typeface="Calibri"/>
              </a:rPr>
              <a:t>17</a:t>
            </a:r>
            <a:endParaRPr sz="1800">
              <a:latin typeface="Calibri"/>
              <a:ea typeface="Calibri"/>
              <a:cs typeface="Calibri"/>
              <a:sym typeface="Calibri"/>
            </a:endParaRPr>
          </a:p>
        </p:txBody>
      </p:sp>
      <p:sp>
        <p:nvSpPr>
          <p:cNvPr id="615" name="Google Shape;615;p48"/>
          <p:cNvSpPr/>
          <p:nvPr/>
        </p:nvSpPr>
        <p:spPr>
          <a:xfrm>
            <a:off x="6727730" y="2892875"/>
            <a:ext cx="495300" cy="495300"/>
          </a:xfrm>
          <a:prstGeom prst="rect">
            <a:avLst/>
          </a:prstGeom>
          <a:solidFill>
            <a:srgbClr val="B1DD8B"/>
          </a:solid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800">
                <a:latin typeface="Calibri"/>
                <a:ea typeface="Calibri"/>
                <a:cs typeface="Calibri"/>
                <a:sym typeface="Calibri"/>
              </a:rPr>
              <a:t>17</a:t>
            </a:r>
            <a:endParaRPr sz="1800">
              <a:latin typeface="Calibri"/>
              <a:ea typeface="Calibri"/>
              <a:cs typeface="Calibri"/>
              <a:sym typeface="Calibri"/>
            </a:endParaRPr>
          </a:p>
        </p:txBody>
      </p:sp>
      <p:sp>
        <p:nvSpPr>
          <p:cNvPr id="616" name="Google Shape;616;p48"/>
          <p:cNvSpPr txBox="1"/>
          <p:nvPr/>
        </p:nvSpPr>
        <p:spPr>
          <a:xfrm>
            <a:off x="3902224" y="3364800"/>
            <a:ext cx="495300" cy="4953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600">
                <a:latin typeface="Consolas"/>
                <a:ea typeface="Consolas"/>
                <a:cs typeface="Consolas"/>
                <a:sym typeface="Consolas"/>
              </a:rPr>
              <a:t>i</a:t>
            </a:r>
            <a:endParaRPr sz="1600">
              <a:latin typeface="Consolas"/>
              <a:ea typeface="Consolas"/>
              <a:cs typeface="Consolas"/>
              <a:sym typeface="Consolas"/>
            </a:endParaRPr>
          </a:p>
        </p:txBody>
      </p:sp>
      <p:sp>
        <p:nvSpPr>
          <p:cNvPr id="617" name="Google Shape;617;p48"/>
          <p:cNvSpPr txBox="1"/>
          <p:nvPr/>
        </p:nvSpPr>
        <p:spPr>
          <a:xfrm>
            <a:off x="2979600" y="3692259"/>
            <a:ext cx="495300" cy="4953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600">
                <a:latin typeface="Consolas"/>
                <a:ea typeface="Consolas"/>
                <a:cs typeface="Consolas"/>
                <a:sym typeface="Consolas"/>
              </a:rPr>
              <a:t>j</a:t>
            </a:r>
            <a:endParaRPr sz="1600">
              <a:latin typeface="Consolas"/>
              <a:ea typeface="Consolas"/>
              <a:cs typeface="Consolas"/>
              <a:sym typeface="Consolas"/>
            </a:endParaRPr>
          </a:p>
        </p:txBody>
      </p:sp>
      <p:sp>
        <p:nvSpPr>
          <p:cNvPr id="618" name="Google Shape;618;p48"/>
          <p:cNvSpPr/>
          <p:nvPr/>
        </p:nvSpPr>
        <p:spPr>
          <a:xfrm rot="-5400000">
            <a:off x="5624975" y="1254375"/>
            <a:ext cx="260700" cy="2900400"/>
          </a:xfrm>
          <a:prstGeom prst="rightBrace">
            <a:avLst>
              <a:gd name="adj1" fmla="val 8333"/>
              <a:gd name="adj2" fmla="val 50000"/>
            </a:avLst>
          </a:prstGeom>
          <a:noFill/>
          <a:ln w="19050" cap="flat" cmpd="sng">
            <a:solidFill>
              <a:srgbClr val="66666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9" name="Google Shape;619;p48"/>
          <p:cNvSpPr/>
          <p:nvPr/>
        </p:nvSpPr>
        <p:spPr>
          <a:xfrm rot="-5400000">
            <a:off x="3417045" y="2003475"/>
            <a:ext cx="260700" cy="1402200"/>
          </a:xfrm>
          <a:prstGeom prst="rightBrace">
            <a:avLst>
              <a:gd name="adj1" fmla="val 8333"/>
              <a:gd name="adj2" fmla="val 50000"/>
            </a:avLst>
          </a:prstGeom>
          <a:noFill/>
          <a:ln w="19050" cap="flat" cmpd="sng">
            <a:solidFill>
              <a:srgbClr val="66666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0" name="Google Shape;620;p48"/>
          <p:cNvSpPr txBox="1"/>
          <p:nvPr/>
        </p:nvSpPr>
        <p:spPr>
          <a:xfrm>
            <a:off x="3210084" y="2237025"/>
            <a:ext cx="849900" cy="3372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a:t>sorted</a:t>
            </a:r>
            <a:endParaRPr/>
          </a:p>
        </p:txBody>
      </p:sp>
      <p:sp>
        <p:nvSpPr>
          <p:cNvPr id="621" name="Google Shape;621;p48"/>
          <p:cNvSpPr txBox="1"/>
          <p:nvPr/>
        </p:nvSpPr>
        <p:spPr>
          <a:xfrm>
            <a:off x="166800" y="4316400"/>
            <a:ext cx="8972700" cy="827100"/>
          </a:xfrm>
          <a:prstGeom prst="rect">
            <a:avLst/>
          </a:prstGeom>
          <a:noFill/>
          <a:ln>
            <a:noFill/>
          </a:ln>
        </p:spPr>
        <p:txBody>
          <a:bodyPr spcFirstLastPara="1" wrap="square" lIns="91425" tIns="91425" rIns="91425" bIns="91425" anchor="ctr" anchorCtr="0">
            <a:noAutofit/>
          </a:bodyPr>
          <a:lstStyle/>
          <a:p>
            <a:pPr marL="0" lvl="0" indent="0" algn="l" rtl="0">
              <a:spcBef>
                <a:spcPts val="480"/>
              </a:spcBef>
              <a:spcAft>
                <a:spcPts val="0"/>
              </a:spcAft>
              <a:buNone/>
            </a:pPr>
            <a:r>
              <a:rPr lang="en" sz="1800">
                <a:solidFill>
                  <a:schemeClr val="dk1"/>
                </a:solidFill>
                <a:latin typeface="Roboto"/>
                <a:ea typeface="Roboto"/>
                <a:cs typeface="Roboto"/>
                <a:sym typeface="Roboto"/>
              </a:rPr>
              <a:t>In example above: Use j pointer to track current spot of traveling item.</a:t>
            </a:r>
            <a:endParaRPr sz="1800">
              <a:latin typeface="Roboto"/>
              <a:ea typeface="Roboto"/>
              <a:cs typeface="Roboto"/>
              <a:sym typeface="Roboto"/>
            </a:endParaRPr>
          </a:p>
        </p:txBody>
      </p:sp>
      <p:sp>
        <p:nvSpPr>
          <p:cNvPr id="622" name="Google Shape;622;p48"/>
          <p:cNvSpPr txBox="1"/>
          <p:nvPr/>
        </p:nvSpPr>
        <p:spPr>
          <a:xfrm>
            <a:off x="4305075" y="2237025"/>
            <a:ext cx="2900400" cy="3372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a:latin typeface="Roboto"/>
                <a:ea typeface="Roboto"/>
                <a:cs typeface="Roboto"/>
                <a:sym typeface="Roboto"/>
              </a:rPr>
              <a:t>unexamined</a:t>
            </a:r>
            <a:endParaRPr>
              <a:latin typeface="Roboto"/>
              <a:ea typeface="Roboto"/>
              <a:cs typeface="Roboto"/>
              <a:sym typeface="Roboto"/>
            </a:endParaRPr>
          </a:p>
        </p:txBody>
      </p:sp>
      <p:sp>
        <p:nvSpPr>
          <p:cNvPr id="623" name="Google Shape;623;p48"/>
          <p:cNvSpPr txBox="1"/>
          <p:nvPr/>
        </p:nvSpPr>
        <p:spPr>
          <a:xfrm>
            <a:off x="1294775" y="2892875"/>
            <a:ext cx="948300" cy="4953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sz="1800">
                <a:latin typeface="Roboto"/>
                <a:ea typeface="Roboto"/>
                <a:cs typeface="Roboto"/>
                <a:sym typeface="Roboto"/>
              </a:rPr>
              <a:t>Input:</a:t>
            </a:r>
            <a:endParaRPr sz="1800">
              <a:latin typeface="Roboto"/>
              <a:ea typeface="Roboto"/>
              <a:cs typeface="Roboto"/>
              <a:sym typeface="Roboto"/>
            </a:endParaRP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627"/>
        <p:cNvGrpSpPr/>
        <p:nvPr/>
      </p:nvGrpSpPr>
      <p:grpSpPr>
        <a:xfrm>
          <a:off x="0" y="0"/>
          <a:ext cx="0" cy="0"/>
          <a:chOff x="0" y="0"/>
          <a:chExt cx="0" cy="0"/>
        </a:xfrm>
      </p:grpSpPr>
      <p:sp>
        <p:nvSpPr>
          <p:cNvPr id="628" name="Google Shape;628;p49"/>
          <p:cNvSpPr txBox="1">
            <a:spLocks noGrp="1"/>
          </p:cNvSpPr>
          <p:nvPr>
            <p:ph type="title"/>
          </p:nvPr>
        </p:nvSpPr>
        <p:spPr>
          <a:xfrm>
            <a:off x="0" y="0"/>
            <a:ext cx="8520600" cy="3936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buFont typeface="Arial"/>
              <a:buNone/>
            </a:pPr>
            <a:r>
              <a:rPr lang="en"/>
              <a:t>In-place Insertion Sort</a:t>
            </a:r>
            <a:endParaRPr/>
          </a:p>
        </p:txBody>
      </p:sp>
      <p:sp>
        <p:nvSpPr>
          <p:cNvPr id="629" name="Google Shape;629;p49"/>
          <p:cNvSpPr txBox="1">
            <a:spLocks noGrp="1"/>
          </p:cNvSpPr>
          <p:nvPr>
            <p:ph type="body" idx="1"/>
          </p:nvPr>
        </p:nvSpPr>
        <p:spPr>
          <a:xfrm>
            <a:off x="107044" y="402200"/>
            <a:ext cx="8520600" cy="3416400"/>
          </a:xfrm>
          <a:prstGeom prst="rect">
            <a:avLst/>
          </a:prstGeom>
        </p:spPr>
        <p:txBody>
          <a:bodyPr spcFirstLastPara="1" wrap="square" lIns="91425" tIns="91425" rIns="91425" bIns="91425" anchor="t" anchorCtr="0">
            <a:noAutofit/>
          </a:bodyPr>
          <a:lstStyle/>
          <a:p>
            <a:pPr marL="0" lvl="0" indent="0" algn="l" rtl="0">
              <a:spcBef>
                <a:spcPts val="600"/>
              </a:spcBef>
              <a:spcAft>
                <a:spcPts val="0"/>
              </a:spcAft>
              <a:buNone/>
            </a:pPr>
            <a:r>
              <a:rPr lang="en"/>
              <a:t>General strategy: </a:t>
            </a:r>
            <a:endParaRPr/>
          </a:p>
          <a:p>
            <a:pPr marL="457200" lvl="0" indent="-342900" algn="l" rtl="0">
              <a:spcBef>
                <a:spcPts val="600"/>
              </a:spcBef>
              <a:spcAft>
                <a:spcPts val="0"/>
              </a:spcAft>
              <a:buSzPts val="1800"/>
              <a:buChar char="●"/>
            </a:pPr>
            <a:r>
              <a:rPr lang="en"/>
              <a:t>Repeat for i = 0 to N - 1:</a:t>
            </a:r>
            <a:endParaRPr/>
          </a:p>
          <a:p>
            <a:pPr marL="914400" lvl="1" indent="-342900" algn="l" rtl="0">
              <a:spcBef>
                <a:spcPts val="0"/>
              </a:spcBef>
              <a:spcAft>
                <a:spcPts val="0"/>
              </a:spcAft>
              <a:buSzPts val="1800"/>
              <a:buChar char="○"/>
            </a:pPr>
            <a:r>
              <a:rPr lang="en" b="1"/>
              <a:t>Designate item i as the traveling item.</a:t>
            </a:r>
            <a:endParaRPr b="1"/>
          </a:p>
          <a:p>
            <a:pPr marL="914400" lvl="1" indent="-342900" algn="l" rtl="0">
              <a:spcBef>
                <a:spcPts val="600"/>
              </a:spcBef>
              <a:spcAft>
                <a:spcPts val="0"/>
              </a:spcAft>
              <a:buSzPts val="1800"/>
              <a:buChar char="○"/>
            </a:pPr>
            <a:r>
              <a:rPr lang="en"/>
              <a:t>Swap item backwards until traveller is in the right place among all previously examined items.</a:t>
            </a:r>
            <a:endParaRPr/>
          </a:p>
        </p:txBody>
      </p:sp>
      <p:sp>
        <p:nvSpPr>
          <p:cNvPr id="630" name="Google Shape;630;p49"/>
          <p:cNvSpPr/>
          <p:nvPr/>
        </p:nvSpPr>
        <p:spPr>
          <a:xfrm>
            <a:off x="2834175" y="2892875"/>
            <a:ext cx="495300" cy="495300"/>
          </a:xfrm>
          <a:prstGeom prst="rect">
            <a:avLst/>
          </a:prstGeom>
          <a:solidFill>
            <a:srgbClr val="D9D9D9"/>
          </a:solid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800">
                <a:latin typeface="Calibri"/>
                <a:ea typeface="Calibri"/>
                <a:cs typeface="Calibri"/>
                <a:sym typeface="Calibri"/>
              </a:rPr>
              <a:t>2</a:t>
            </a:r>
            <a:endParaRPr sz="1800">
              <a:latin typeface="Calibri"/>
              <a:ea typeface="Calibri"/>
              <a:cs typeface="Calibri"/>
              <a:sym typeface="Calibri"/>
            </a:endParaRPr>
          </a:p>
        </p:txBody>
      </p:sp>
      <p:sp>
        <p:nvSpPr>
          <p:cNvPr id="631" name="Google Shape;631;p49"/>
          <p:cNvSpPr/>
          <p:nvPr/>
        </p:nvSpPr>
        <p:spPr>
          <a:xfrm>
            <a:off x="3319364" y="2892875"/>
            <a:ext cx="495300" cy="495300"/>
          </a:xfrm>
          <a:prstGeom prst="rect">
            <a:avLst/>
          </a:prstGeom>
          <a:solidFill>
            <a:srgbClr val="D9D9D9"/>
          </a:solid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800">
                <a:latin typeface="Calibri"/>
                <a:ea typeface="Calibri"/>
                <a:cs typeface="Calibri"/>
                <a:sym typeface="Calibri"/>
              </a:rPr>
              <a:t>15</a:t>
            </a:r>
            <a:endParaRPr sz="1800">
              <a:latin typeface="Calibri"/>
              <a:ea typeface="Calibri"/>
              <a:cs typeface="Calibri"/>
              <a:sym typeface="Calibri"/>
            </a:endParaRPr>
          </a:p>
        </p:txBody>
      </p:sp>
      <p:sp>
        <p:nvSpPr>
          <p:cNvPr id="632" name="Google Shape;632;p49"/>
          <p:cNvSpPr/>
          <p:nvPr/>
        </p:nvSpPr>
        <p:spPr>
          <a:xfrm>
            <a:off x="3808705" y="2892875"/>
            <a:ext cx="495300" cy="495300"/>
          </a:xfrm>
          <a:prstGeom prst="rect">
            <a:avLst/>
          </a:prstGeom>
          <a:solidFill>
            <a:srgbClr val="D9D9D9"/>
          </a:solid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800">
                <a:latin typeface="Calibri"/>
                <a:ea typeface="Calibri"/>
                <a:cs typeface="Calibri"/>
                <a:sym typeface="Calibri"/>
              </a:rPr>
              <a:t>32</a:t>
            </a:r>
            <a:endParaRPr sz="1800">
              <a:latin typeface="Calibri"/>
              <a:ea typeface="Calibri"/>
              <a:cs typeface="Calibri"/>
              <a:sym typeface="Calibri"/>
            </a:endParaRPr>
          </a:p>
        </p:txBody>
      </p:sp>
      <p:sp>
        <p:nvSpPr>
          <p:cNvPr id="633" name="Google Shape;633;p49"/>
          <p:cNvSpPr/>
          <p:nvPr/>
        </p:nvSpPr>
        <p:spPr>
          <a:xfrm>
            <a:off x="4293894" y="2892875"/>
            <a:ext cx="495300" cy="495300"/>
          </a:xfrm>
          <a:prstGeom prst="rect">
            <a:avLst/>
          </a:prstGeom>
          <a:solidFill>
            <a:schemeClr val="accent3"/>
          </a:solid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800">
                <a:latin typeface="Calibri"/>
                <a:ea typeface="Calibri"/>
                <a:cs typeface="Calibri"/>
                <a:sym typeface="Calibri"/>
              </a:rPr>
              <a:t>17</a:t>
            </a:r>
            <a:endParaRPr sz="1800">
              <a:latin typeface="Calibri"/>
              <a:ea typeface="Calibri"/>
              <a:cs typeface="Calibri"/>
              <a:sym typeface="Calibri"/>
            </a:endParaRPr>
          </a:p>
        </p:txBody>
      </p:sp>
      <p:sp>
        <p:nvSpPr>
          <p:cNvPr id="634" name="Google Shape;634;p49"/>
          <p:cNvSpPr/>
          <p:nvPr/>
        </p:nvSpPr>
        <p:spPr>
          <a:xfrm>
            <a:off x="4778636" y="2892875"/>
            <a:ext cx="495300" cy="495300"/>
          </a:xfrm>
          <a:prstGeom prst="rect">
            <a:avLst/>
          </a:prstGeom>
          <a:solidFill>
            <a:srgbClr val="B1DD8B"/>
          </a:solid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800">
                <a:latin typeface="Calibri"/>
                <a:ea typeface="Calibri"/>
                <a:cs typeface="Calibri"/>
                <a:sym typeface="Calibri"/>
              </a:rPr>
              <a:t>19</a:t>
            </a:r>
            <a:endParaRPr sz="1800">
              <a:latin typeface="Calibri"/>
              <a:ea typeface="Calibri"/>
              <a:cs typeface="Calibri"/>
              <a:sym typeface="Calibri"/>
            </a:endParaRPr>
          </a:p>
        </p:txBody>
      </p:sp>
      <p:sp>
        <p:nvSpPr>
          <p:cNvPr id="635" name="Google Shape;635;p49"/>
          <p:cNvSpPr/>
          <p:nvPr/>
        </p:nvSpPr>
        <p:spPr>
          <a:xfrm>
            <a:off x="5263825" y="2892875"/>
            <a:ext cx="495300" cy="495300"/>
          </a:xfrm>
          <a:prstGeom prst="rect">
            <a:avLst/>
          </a:prstGeom>
          <a:solidFill>
            <a:srgbClr val="B1DD8B"/>
          </a:solid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800">
                <a:latin typeface="Calibri"/>
                <a:ea typeface="Calibri"/>
                <a:cs typeface="Calibri"/>
                <a:sym typeface="Calibri"/>
              </a:rPr>
              <a:t>26</a:t>
            </a:r>
            <a:endParaRPr sz="1800">
              <a:latin typeface="Calibri"/>
              <a:ea typeface="Calibri"/>
              <a:cs typeface="Calibri"/>
              <a:sym typeface="Calibri"/>
            </a:endParaRPr>
          </a:p>
        </p:txBody>
      </p:sp>
      <p:sp>
        <p:nvSpPr>
          <p:cNvPr id="636" name="Google Shape;636;p49"/>
          <p:cNvSpPr/>
          <p:nvPr/>
        </p:nvSpPr>
        <p:spPr>
          <a:xfrm>
            <a:off x="5753166" y="2892875"/>
            <a:ext cx="495300" cy="495300"/>
          </a:xfrm>
          <a:prstGeom prst="rect">
            <a:avLst/>
          </a:prstGeom>
          <a:solidFill>
            <a:srgbClr val="B1DD8B"/>
          </a:solid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800">
                <a:latin typeface="Calibri"/>
                <a:ea typeface="Calibri"/>
                <a:cs typeface="Calibri"/>
                <a:sym typeface="Calibri"/>
              </a:rPr>
              <a:t>41</a:t>
            </a:r>
            <a:endParaRPr sz="1800">
              <a:latin typeface="Calibri"/>
              <a:ea typeface="Calibri"/>
              <a:cs typeface="Calibri"/>
              <a:sym typeface="Calibri"/>
            </a:endParaRPr>
          </a:p>
        </p:txBody>
      </p:sp>
      <p:sp>
        <p:nvSpPr>
          <p:cNvPr id="637" name="Google Shape;637;p49"/>
          <p:cNvSpPr/>
          <p:nvPr/>
        </p:nvSpPr>
        <p:spPr>
          <a:xfrm>
            <a:off x="6238355" y="2892875"/>
            <a:ext cx="495300" cy="495300"/>
          </a:xfrm>
          <a:prstGeom prst="rect">
            <a:avLst/>
          </a:prstGeom>
          <a:solidFill>
            <a:srgbClr val="B1DD8B"/>
          </a:solid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800">
                <a:latin typeface="Calibri"/>
                <a:ea typeface="Calibri"/>
                <a:cs typeface="Calibri"/>
                <a:sym typeface="Calibri"/>
              </a:rPr>
              <a:t>17</a:t>
            </a:r>
            <a:endParaRPr sz="1800">
              <a:latin typeface="Calibri"/>
              <a:ea typeface="Calibri"/>
              <a:cs typeface="Calibri"/>
              <a:sym typeface="Calibri"/>
            </a:endParaRPr>
          </a:p>
        </p:txBody>
      </p:sp>
      <p:sp>
        <p:nvSpPr>
          <p:cNvPr id="638" name="Google Shape;638;p49"/>
          <p:cNvSpPr/>
          <p:nvPr/>
        </p:nvSpPr>
        <p:spPr>
          <a:xfrm>
            <a:off x="6727730" y="2892875"/>
            <a:ext cx="495300" cy="495300"/>
          </a:xfrm>
          <a:prstGeom prst="rect">
            <a:avLst/>
          </a:prstGeom>
          <a:solidFill>
            <a:srgbClr val="B1DD8B"/>
          </a:solid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800">
                <a:latin typeface="Calibri"/>
                <a:ea typeface="Calibri"/>
                <a:cs typeface="Calibri"/>
                <a:sym typeface="Calibri"/>
              </a:rPr>
              <a:t>17</a:t>
            </a:r>
            <a:endParaRPr sz="1800">
              <a:latin typeface="Calibri"/>
              <a:ea typeface="Calibri"/>
              <a:cs typeface="Calibri"/>
              <a:sym typeface="Calibri"/>
            </a:endParaRPr>
          </a:p>
        </p:txBody>
      </p:sp>
      <p:sp>
        <p:nvSpPr>
          <p:cNvPr id="639" name="Google Shape;639;p49"/>
          <p:cNvSpPr txBox="1"/>
          <p:nvPr/>
        </p:nvSpPr>
        <p:spPr>
          <a:xfrm>
            <a:off x="4435624" y="3364800"/>
            <a:ext cx="495300" cy="4953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600">
                <a:latin typeface="Consolas"/>
                <a:ea typeface="Consolas"/>
                <a:cs typeface="Consolas"/>
                <a:sym typeface="Consolas"/>
              </a:rPr>
              <a:t>i</a:t>
            </a:r>
            <a:endParaRPr sz="1600">
              <a:latin typeface="Consolas"/>
              <a:ea typeface="Consolas"/>
              <a:cs typeface="Consolas"/>
              <a:sym typeface="Consolas"/>
            </a:endParaRPr>
          </a:p>
        </p:txBody>
      </p:sp>
      <p:sp>
        <p:nvSpPr>
          <p:cNvPr id="640" name="Google Shape;640;p49"/>
          <p:cNvSpPr txBox="1"/>
          <p:nvPr/>
        </p:nvSpPr>
        <p:spPr>
          <a:xfrm>
            <a:off x="4427400" y="3692259"/>
            <a:ext cx="495300" cy="4953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600">
                <a:latin typeface="Consolas"/>
                <a:ea typeface="Consolas"/>
                <a:cs typeface="Consolas"/>
                <a:sym typeface="Consolas"/>
              </a:rPr>
              <a:t>j</a:t>
            </a:r>
            <a:endParaRPr sz="1600">
              <a:latin typeface="Consolas"/>
              <a:ea typeface="Consolas"/>
              <a:cs typeface="Consolas"/>
              <a:sym typeface="Consolas"/>
            </a:endParaRPr>
          </a:p>
        </p:txBody>
      </p:sp>
      <p:sp>
        <p:nvSpPr>
          <p:cNvPr id="641" name="Google Shape;641;p49"/>
          <p:cNvSpPr/>
          <p:nvPr/>
        </p:nvSpPr>
        <p:spPr>
          <a:xfrm rot="-5400000">
            <a:off x="5624975" y="1254375"/>
            <a:ext cx="260700" cy="2900400"/>
          </a:xfrm>
          <a:prstGeom prst="rightBrace">
            <a:avLst>
              <a:gd name="adj1" fmla="val 8333"/>
              <a:gd name="adj2" fmla="val 50000"/>
            </a:avLst>
          </a:prstGeom>
          <a:noFill/>
          <a:ln w="19050" cap="flat" cmpd="sng">
            <a:solidFill>
              <a:srgbClr val="66666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2" name="Google Shape;642;p49"/>
          <p:cNvSpPr/>
          <p:nvPr/>
        </p:nvSpPr>
        <p:spPr>
          <a:xfrm rot="-5400000">
            <a:off x="3417045" y="2003475"/>
            <a:ext cx="260700" cy="1402200"/>
          </a:xfrm>
          <a:prstGeom prst="rightBrace">
            <a:avLst>
              <a:gd name="adj1" fmla="val 8333"/>
              <a:gd name="adj2" fmla="val 50000"/>
            </a:avLst>
          </a:prstGeom>
          <a:noFill/>
          <a:ln w="19050" cap="flat" cmpd="sng">
            <a:solidFill>
              <a:srgbClr val="66666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3" name="Google Shape;643;p49"/>
          <p:cNvSpPr txBox="1"/>
          <p:nvPr/>
        </p:nvSpPr>
        <p:spPr>
          <a:xfrm>
            <a:off x="3210084" y="2237025"/>
            <a:ext cx="849900" cy="3372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a:t>sorted</a:t>
            </a:r>
            <a:endParaRPr/>
          </a:p>
        </p:txBody>
      </p:sp>
      <p:sp>
        <p:nvSpPr>
          <p:cNvPr id="644" name="Google Shape;644;p49"/>
          <p:cNvSpPr txBox="1"/>
          <p:nvPr/>
        </p:nvSpPr>
        <p:spPr>
          <a:xfrm>
            <a:off x="166800" y="4316400"/>
            <a:ext cx="8972700" cy="827100"/>
          </a:xfrm>
          <a:prstGeom prst="rect">
            <a:avLst/>
          </a:prstGeom>
          <a:noFill/>
          <a:ln>
            <a:noFill/>
          </a:ln>
        </p:spPr>
        <p:txBody>
          <a:bodyPr spcFirstLastPara="1" wrap="square" lIns="91425" tIns="91425" rIns="91425" bIns="91425" anchor="ctr" anchorCtr="0">
            <a:noAutofit/>
          </a:bodyPr>
          <a:lstStyle/>
          <a:p>
            <a:pPr marL="0" lvl="0" indent="0" algn="l" rtl="0">
              <a:spcBef>
                <a:spcPts val="480"/>
              </a:spcBef>
              <a:spcAft>
                <a:spcPts val="0"/>
              </a:spcAft>
              <a:buNone/>
            </a:pPr>
            <a:r>
              <a:rPr lang="en" sz="1800">
                <a:solidFill>
                  <a:schemeClr val="dk1"/>
                </a:solidFill>
                <a:latin typeface="Roboto"/>
                <a:ea typeface="Roboto"/>
                <a:cs typeface="Roboto"/>
                <a:sym typeface="Roboto"/>
              </a:rPr>
              <a:t>In example above: Use j pointer to track current spot of traveling item.</a:t>
            </a:r>
            <a:endParaRPr sz="1800">
              <a:latin typeface="Roboto"/>
              <a:ea typeface="Roboto"/>
              <a:cs typeface="Roboto"/>
              <a:sym typeface="Roboto"/>
            </a:endParaRPr>
          </a:p>
        </p:txBody>
      </p:sp>
      <p:sp>
        <p:nvSpPr>
          <p:cNvPr id="645" name="Google Shape;645;p49"/>
          <p:cNvSpPr txBox="1"/>
          <p:nvPr/>
        </p:nvSpPr>
        <p:spPr>
          <a:xfrm>
            <a:off x="4305075" y="2237025"/>
            <a:ext cx="2900400" cy="3372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a:latin typeface="Roboto"/>
                <a:ea typeface="Roboto"/>
                <a:cs typeface="Roboto"/>
                <a:sym typeface="Roboto"/>
              </a:rPr>
              <a:t>unexamined</a:t>
            </a:r>
            <a:endParaRPr>
              <a:latin typeface="Roboto"/>
              <a:ea typeface="Roboto"/>
              <a:cs typeface="Roboto"/>
              <a:sym typeface="Roboto"/>
            </a:endParaRPr>
          </a:p>
        </p:txBody>
      </p:sp>
      <p:sp>
        <p:nvSpPr>
          <p:cNvPr id="646" name="Google Shape;646;p49"/>
          <p:cNvSpPr txBox="1"/>
          <p:nvPr/>
        </p:nvSpPr>
        <p:spPr>
          <a:xfrm>
            <a:off x="1294775" y="2892875"/>
            <a:ext cx="948300" cy="4953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sz="1800">
                <a:latin typeface="Roboto"/>
                <a:ea typeface="Roboto"/>
                <a:cs typeface="Roboto"/>
                <a:sym typeface="Roboto"/>
              </a:rPr>
              <a:t>Input:</a:t>
            </a:r>
            <a:endParaRPr sz="1800">
              <a:latin typeface="Roboto"/>
              <a:ea typeface="Roboto"/>
              <a:cs typeface="Roboto"/>
              <a:sym typeface="Roboto"/>
            </a:endParaRP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650"/>
        <p:cNvGrpSpPr/>
        <p:nvPr/>
      </p:nvGrpSpPr>
      <p:grpSpPr>
        <a:xfrm>
          <a:off x="0" y="0"/>
          <a:ext cx="0" cy="0"/>
          <a:chOff x="0" y="0"/>
          <a:chExt cx="0" cy="0"/>
        </a:xfrm>
      </p:grpSpPr>
      <p:sp>
        <p:nvSpPr>
          <p:cNvPr id="651" name="Google Shape;651;p50"/>
          <p:cNvSpPr txBox="1">
            <a:spLocks noGrp="1"/>
          </p:cNvSpPr>
          <p:nvPr>
            <p:ph type="title"/>
          </p:nvPr>
        </p:nvSpPr>
        <p:spPr>
          <a:xfrm>
            <a:off x="0" y="0"/>
            <a:ext cx="8520600" cy="3936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buFont typeface="Arial"/>
              <a:buNone/>
            </a:pPr>
            <a:r>
              <a:rPr lang="en"/>
              <a:t>In-place Insertion Sort</a:t>
            </a:r>
            <a:endParaRPr/>
          </a:p>
        </p:txBody>
      </p:sp>
      <p:sp>
        <p:nvSpPr>
          <p:cNvPr id="652" name="Google Shape;652;p50"/>
          <p:cNvSpPr txBox="1">
            <a:spLocks noGrp="1"/>
          </p:cNvSpPr>
          <p:nvPr>
            <p:ph type="body" idx="1"/>
          </p:nvPr>
        </p:nvSpPr>
        <p:spPr>
          <a:xfrm>
            <a:off x="107044" y="402200"/>
            <a:ext cx="8520600" cy="3416400"/>
          </a:xfrm>
          <a:prstGeom prst="rect">
            <a:avLst/>
          </a:prstGeom>
        </p:spPr>
        <p:txBody>
          <a:bodyPr spcFirstLastPara="1" wrap="square" lIns="91425" tIns="91425" rIns="91425" bIns="91425" anchor="t" anchorCtr="0">
            <a:noAutofit/>
          </a:bodyPr>
          <a:lstStyle/>
          <a:p>
            <a:pPr marL="0" lvl="0" indent="0" algn="l" rtl="0">
              <a:spcBef>
                <a:spcPts val="600"/>
              </a:spcBef>
              <a:spcAft>
                <a:spcPts val="0"/>
              </a:spcAft>
              <a:buNone/>
            </a:pPr>
            <a:r>
              <a:rPr lang="en"/>
              <a:t>General strategy: </a:t>
            </a:r>
            <a:endParaRPr/>
          </a:p>
          <a:p>
            <a:pPr marL="457200" lvl="0" indent="-342900" algn="l" rtl="0">
              <a:spcBef>
                <a:spcPts val="600"/>
              </a:spcBef>
              <a:spcAft>
                <a:spcPts val="0"/>
              </a:spcAft>
              <a:buSzPts val="1800"/>
              <a:buChar char="●"/>
            </a:pPr>
            <a:r>
              <a:rPr lang="en"/>
              <a:t>Repeat for i = 0 to N - 1:</a:t>
            </a:r>
            <a:endParaRPr/>
          </a:p>
          <a:p>
            <a:pPr marL="914400" lvl="1" indent="-342900" algn="l" rtl="0">
              <a:spcBef>
                <a:spcPts val="0"/>
              </a:spcBef>
              <a:spcAft>
                <a:spcPts val="0"/>
              </a:spcAft>
              <a:buSzPts val="1800"/>
              <a:buChar char="○"/>
            </a:pPr>
            <a:r>
              <a:rPr lang="en"/>
              <a:t>Designate item i as the traveling item.</a:t>
            </a:r>
            <a:endParaRPr/>
          </a:p>
          <a:p>
            <a:pPr marL="914400" lvl="1" indent="-342900" algn="l" rtl="0">
              <a:spcBef>
                <a:spcPts val="600"/>
              </a:spcBef>
              <a:spcAft>
                <a:spcPts val="0"/>
              </a:spcAft>
              <a:buSzPts val="1800"/>
              <a:buChar char="○"/>
            </a:pPr>
            <a:r>
              <a:rPr lang="en" b="1"/>
              <a:t>Swap item backwards until traveller is in the right place among all previously examined items.</a:t>
            </a:r>
            <a:endParaRPr b="1"/>
          </a:p>
        </p:txBody>
      </p:sp>
      <p:sp>
        <p:nvSpPr>
          <p:cNvPr id="653" name="Google Shape;653;p50"/>
          <p:cNvSpPr/>
          <p:nvPr/>
        </p:nvSpPr>
        <p:spPr>
          <a:xfrm>
            <a:off x="2834175" y="2892875"/>
            <a:ext cx="495300" cy="495300"/>
          </a:xfrm>
          <a:prstGeom prst="rect">
            <a:avLst/>
          </a:prstGeom>
          <a:solidFill>
            <a:srgbClr val="D9D9D9"/>
          </a:solid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800">
                <a:latin typeface="Calibri"/>
                <a:ea typeface="Calibri"/>
                <a:cs typeface="Calibri"/>
                <a:sym typeface="Calibri"/>
              </a:rPr>
              <a:t>2</a:t>
            </a:r>
            <a:endParaRPr sz="1800">
              <a:latin typeface="Calibri"/>
              <a:ea typeface="Calibri"/>
              <a:cs typeface="Calibri"/>
              <a:sym typeface="Calibri"/>
            </a:endParaRPr>
          </a:p>
        </p:txBody>
      </p:sp>
      <p:sp>
        <p:nvSpPr>
          <p:cNvPr id="654" name="Google Shape;654;p50"/>
          <p:cNvSpPr/>
          <p:nvPr/>
        </p:nvSpPr>
        <p:spPr>
          <a:xfrm>
            <a:off x="3319364" y="2892875"/>
            <a:ext cx="495300" cy="495300"/>
          </a:xfrm>
          <a:prstGeom prst="rect">
            <a:avLst/>
          </a:prstGeom>
          <a:solidFill>
            <a:srgbClr val="D9D9D9"/>
          </a:solid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800">
                <a:latin typeface="Calibri"/>
                <a:ea typeface="Calibri"/>
                <a:cs typeface="Calibri"/>
                <a:sym typeface="Calibri"/>
              </a:rPr>
              <a:t>15</a:t>
            </a:r>
            <a:endParaRPr sz="1800">
              <a:latin typeface="Calibri"/>
              <a:ea typeface="Calibri"/>
              <a:cs typeface="Calibri"/>
              <a:sym typeface="Calibri"/>
            </a:endParaRPr>
          </a:p>
        </p:txBody>
      </p:sp>
      <p:sp>
        <p:nvSpPr>
          <p:cNvPr id="655" name="Google Shape;655;p50"/>
          <p:cNvSpPr/>
          <p:nvPr/>
        </p:nvSpPr>
        <p:spPr>
          <a:xfrm>
            <a:off x="3808705" y="2892875"/>
            <a:ext cx="495300" cy="495300"/>
          </a:xfrm>
          <a:prstGeom prst="rect">
            <a:avLst/>
          </a:prstGeom>
          <a:solidFill>
            <a:schemeClr val="accent3"/>
          </a:solid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800">
                <a:latin typeface="Calibri"/>
                <a:ea typeface="Calibri"/>
                <a:cs typeface="Calibri"/>
                <a:sym typeface="Calibri"/>
              </a:rPr>
              <a:t>17</a:t>
            </a:r>
            <a:endParaRPr sz="1800">
              <a:latin typeface="Calibri"/>
              <a:ea typeface="Calibri"/>
              <a:cs typeface="Calibri"/>
              <a:sym typeface="Calibri"/>
            </a:endParaRPr>
          </a:p>
        </p:txBody>
      </p:sp>
      <p:sp>
        <p:nvSpPr>
          <p:cNvPr id="656" name="Google Shape;656;p50"/>
          <p:cNvSpPr/>
          <p:nvPr/>
        </p:nvSpPr>
        <p:spPr>
          <a:xfrm>
            <a:off x="4293894" y="2892875"/>
            <a:ext cx="495300" cy="495300"/>
          </a:xfrm>
          <a:prstGeom prst="rect">
            <a:avLst/>
          </a:prstGeom>
          <a:solidFill>
            <a:srgbClr val="D9D9D9"/>
          </a:solid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800">
                <a:latin typeface="Calibri"/>
                <a:ea typeface="Calibri"/>
                <a:cs typeface="Calibri"/>
                <a:sym typeface="Calibri"/>
              </a:rPr>
              <a:t>32</a:t>
            </a:r>
            <a:endParaRPr sz="1800">
              <a:latin typeface="Calibri"/>
              <a:ea typeface="Calibri"/>
              <a:cs typeface="Calibri"/>
              <a:sym typeface="Calibri"/>
            </a:endParaRPr>
          </a:p>
        </p:txBody>
      </p:sp>
      <p:sp>
        <p:nvSpPr>
          <p:cNvPr id="657" name="Google Shape;657;p50"/>
          <p:cNvSpPr/>
          <p:nvPr/>
        </p:nvSpPr>
        <p:spPr>
          <a:xfrm>
            <a:off x="4778636" y="2892875"/>
            <a:ext cx="495300" cy="495300"/>
          </a:xfrm>
          <a:prstGeom prst="rect">
            <a:avLst/>
          </a:prstGeom>
          <a:solidFill>
            <a:srgbClr val="B1DD8B"/>
          </a:solid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800">
                <a:latin typeface="Calibri"/>
                <a:ea typeface="Calibri"/>
                <a:cs typeface="Calibri"/>
                <a:sym typeface="Calibri"/>
              </a:rPr>
              <a:t>19</a:t>
            </a:r>
            <a:endParaRPr sz="1800">
              <a:latin typeface="Calibri"/>
              <a:ea typeface="Calibri"/>
              <a:cs typeface="Calibri"/>
              <a:sym typeface="Calibri"/>
            </a:endParaRPr>
          </a:p>
        </p:txBody>
      </p:sp>
      <p:sp>
        <p:nvSpPr>
          <p:cNvPr id="658" name="Google Shape;658;p50"/>
          <p:cNvSpPr/>
          <p:nvPr/>
        </p:nvSpPr>
        <p:spPr>
          <a:xfrm>
            <a:off x="5263825" y="2892875"/>
            <a:ext cx="495300" cy="495300"/>
          </a:xfrm>
          <a:prstGeom prst="rect">
            <a:avLst/>
          </a:prstGeom>
          <a:solidFill>
            <a:srgbClr val="B1DD8B"/>
          </a:solid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800">
                <a:latin typeface="Calibri"/>
                <a:ea typeface="Calibri"/>
                <a:cs typeface="Calibri"/>
                <a:sym typeface="Calibri"/>
              </a:rPr>
              <a:t>26</a:t>
            </a:r>
            <a:endParaRPr sz="1800">
              <a:latin typeface="Calibri"/>
              <a:ea typeface="Calibri"/>
              <a:cs typeface="Calibri"/>
              <a:sym typeface="Calibri"/>
            </a:endParaRPr>
          </a:p>
        </p:txBody>
      </p:sp>
      <p:sp>
        <p:nvSpPr>
          <p:cNvPr id="659" name="Google Shape;659;p50"/>
          <p:cNvSpPr/>
          <p:nvPr/>
        </p:nvSpPr>
        <p:spPr>
          <a:xfrm>
            <a:off x="5753166" y="2892875"/>
            <a:ext cx="495300" cy="495300"/>
          </a:xfrm>
          <a:prstGeom prst="rect">
            <a:avLst/>
          </a:prstGeom>
          <a:solidFill>
            <a:srgbClr val="B1DD8B"/>
          </a:solid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800">
                <a:latin typeface="Calibri"/>
                <a:ea typeface="Calibri"/>
                <a:cs typeface="Calibri"/>
                <a:sym typeface="Calibri"/>
              </a:rPr>
              <a:t>41</a:t>
            </a:r>
            <a:endParaRPr sz="1800">
              <a:latin typeface="Calibri"/>
              <a:ea typeface="Calibri"/>
              <a:cs typeface="Calibri"/>
              <a:sym typeface="Calibri"/>
            </a:endParaRPr>
          </a:p>
        </p:txBody>
      </p:sp>
      <p:sp>
        <p:nvSpPr>
          <p:cNvPr id="660" name="Google Shape;660;p50"/>
          <p:cNvSpPr/>
          <p:nvPr/>
        </p:nvSpPr>
        <p:spPr>
          <a:xfrm>
            <a:off x="6238355" y="2892875"/>
            <a:ext cx="495300" cy="495300"/>
          </a:xfrm>
          <a:prstGeom prst="rect">
            <a:avLst/>
          </a:prstGeom>
          <a:solidFill>
            <a:srgbClr val="B1DD8B"/>
          </a:solid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800">
                <a:latin typeface="Calibri"/>
                <a:ea typeface="Calibri"/>
                <a:cs typeface="Calibri"/>
                <a:sym typeface="Calibri"/>
              </a:rPr>
              <a:t>17</a:t>
            </a:r>
            <a:endParaRPr sz="1800">
              <a:latin typeface="Calibri"/>
              <a:ea typeface="Calibri"/>
              <a:cs typeface="Calibri"/>
              <a:sym typeface="Calibri"/>
            </a:endParaRPr>
          </a:p>
        </p:txBody>
      </p:sp>
      <p:sp>
        <p:nvSpPr>
          <p:cNvPr id="661" name="Google Shape;661;p50"/>
          <p:cNvSpPr/>
          <p:nvPr/>
        </p:nvSpPr>
        <p:spPr>
          <a:xfrm>
            <a:off x="6727730" y="2892875"/>
            <a:ext cx="495300" cy="495300"/>
          </a:xfrm>
          <a:prstGeom prst="rect">
            <a:avLst/>
          </a:prstGeom>
          <a:solidFill>
            <a:srgbClr val="B1DD8B"/>
          </a:solid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800">
                <a:latin typeface="Calibri"/>
                <a:ea typeface="Calibri"/>
                <a:cs typeface="Calibri"/>
                <a:sym typeface="Calibri"/>
              </a:rPr>
              <a:t>17</a:t>
            </a:r>
            <a:endParaRPr sz="1800">
              <a:latin typeface="Calibri"/>
              <a:ea typeface="Calibri"/>
              <a:cs typeface="Calibri"/>
              <a:sym typeface="Calibri"/>
            </a:endParaRPr>
          </a:p>
        </p:txBody>
      </p:sp>
      <p:sp>
        <p:nvSpPr>
          <p:cNvPr id="662" name="Google Shape;662;p50"/>
          <p:cNvSpPr txBox="1"/>
          <p:nvPr/>
        </p:nvSpPr>
        <p:spPr>
          <a:xfrm>
            <a:off x="4435624" y="3364800"/>
            <a:ext cx="495300" cy="4953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600">
                <a:latin typeface="Consolas"/>
                <a:ea typeface="Consolas"/>
                <a:cs typeface="Consolas"/>
                <a:sym typeface="Consolas"/>
              </a:rPr>
              <a:t>i</a:t>
            </a:r>
            <a:endParaRPr sz="1600">
              <a:latin typeface="Consolas"/>
              <a:ea typeface="Consolas"/>
              <a:cs typeface="Consolas"/>
              <a:sym typeface="Consolas"/>
            </a:endParaRPr>
          </a:p>
        </p:txBody>
      </p:sp>
      <p:sp>
        <p:nvSpPr>
          <p:cNvPr id="663" name="Google Shape;663;p50"/>
          <p:cNvSpPr txBox="1"/>
          <p:nvPr/>
        </p:nvSpPr>
        <p:spPr>
          <a:xfrm>
            <a:off x="3916659" y="3692259"/>
            <a:ext cx="495300" cy="4953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600">
                <a:latin typeface="Consolas"/>
                <a:ea typeface="Consolas"/>
                <a:cs typeface="Consolas"/>
                <a:sym typeface="Consolas"/>
              </a:rPr>
              <a:t>j</a:t>
            </a:r>
            <a:endParaRPr sz="1600">
              <a:latin typeface="Consolas"/>
              <a:ea typeface="Consolas"/>
              <a:cs typeface="Consolas"/>
              <a:sym typeface="Consolas"/>
            </a:endParaRPr>
          </a:p>
        </p:txBody>
      </p:sp>
      <p:sp>
        <p:nvSpPr>
          <p:cNvPr id="664" name="Google Shape;664;p50"/>
          <p:cNvSpPr/>
          <p:nvPr/>
        </p:nvSpPr>
        <p:spPr>
          <a:xfrm rot="-5400000">
            <a:off x="5879950" y="1509225"/>
            <a:ext cx="260700" cy="2390700"/>
          </a:xfrm>
          <a:prstGeom prst="rightBrace">
            <a:avLst>
              <a:gd name="adj1" fmla="val 8333"/>
              <a:gd name="adj2" fmla="val 50000"/>
            </a:avLst>
          </a:prstGeom>
          <a:noFill/>
          <a:ln w="19050" cap="flat" cmpd="sng">
            <a:solidFill>
              <a:srgbClr val="66666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5" name="Google Shape;665;p50"/>
          <p:cNvSpPr txBox="1"/>
          <p:nvPr/>
        </p:nvSpPr>
        <p:spPr>
          <a:xfrm>
            <a:off x="166800" y="4316400"/>
            <a:ext cx="8972700" cy="827100"/>
          </a:xfrm>
          <a:prstGeom prst="rect">
            <a:avLst/>
          </a:prstGeom>
          <a:noFill/>
          <a:ln>
            <a:noFill/>
          </a:ln>
        </p:spPr>
        <p:txBody>
          <a:bodyPr spcFirstLastPara="1" wrap="square" lIns="91425" tIns="91425" rIns="91425" bIns="91425" anchor="ctr" anchorCtr="0">
            <a:noAutofit/>
          </a:bodyPr>
          <a:lstStyle/>
          <a:p>
            <a:pPr marL="0" lvl="0" indent="0" algn="l" rtl="0">
              <a:spcBef>
                <a:spcPts val="480"/>
              </a:spcBef>
              <a:spcAft>
                <a:spcPts val="0"/>
              </a:spcAft>
              <a:buNone/>
            </a:pPr>
            <a:r>
              <a:rPr lang="en" sz="1800">
                <a:solidFill>
                  <a:schemeClr val="dk1"/>
                </a:solidFill>
                <a:latin typeface="Roboto"/>
                <a:ea typeface="Roboto"/>
                <a:cs typeface="Roboto"/>
                <a:sym typeface="Roboto"/>
              </a:rPr>
              <a:t>In example above: Use j pointer to track current spot of traveling item.</a:t>
            </a:r>
            <a:endParaRPr sz="1800">
              <a:latin typeface="Roboto"/>
              <a:ea typeface="Roboto"/>
              <a:cs typeface="Roboto"/>
              <a:sym typeface="Roboto"/>
            </a:endParaRPr>
          </a:p>
        </p:txBody>
      </p:sp>
      <p:sp>
        <p:nvSpPr>
          <p:cNvPr id="666" name="Google Shape;666;p50"/>
          <p:cNvSpPr txBox="1"/>
          <p:nvPr/>
        </p:nvSpPr>
        <p:spPr>
          <a:xfrm>
            <a:off x="4814775" y="2237025"/>
            <a:ext cx="2390700" cy="3372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a:latin typeface="Roboto"/>
                <a:ea typeface="Roboto"/>
                <a:cs typeface="Roboto"/>
                <a:sym typeface="Roboto"/>
              </a:rPr>
              <a:t>unexamined</a:t>
            </a:r>
            <a:endParaRPr>
              <a:latin typeface="Roboto"/>
              <a:ea typeface="Roboto"/>
              <a:cs typeface="Roboto"/>
              <a:sym typeface="Roboto"/>
            </a:endParaRPr>
          </a:p>
        </p:txBody>
      </p:sp>
      <p:sp>
        <p:nvSpPr>
          <p:cNvPr id="667" name="Google Shape;667;p50"/>
          <p:cNvSpPr txBox="1"/>
          <p:nvPr/>
        </p:nvSpPr>
        <p:spPr>
          <a:xfrm>
            <a:off x="1294775" y="2892875"/>
            <a:ext cx="948300" cy="4953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sz="1800">
                <a:latin typeface="Roboto"/>
                <a:ea typeface="Roboto"/>
                <a:cs typeface="Roboto"/>
                <a:sym typeface="Roboto"/>
              </a:rPr>
              <a:t>Input:</a:t>
            </a:r>
            <a:endParaRPr sz="1800">
              <a:latin typeface="Roboto"/>
              <a:ea typeface="Roboto"/>
              <a:cs typeface="Roboto"/>
              <a:sym typeface="Roboto"/>
            </a:endParaRP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671"/>
        <p:cNvGrpSpPr/>
        <p:nvPr/>
      </p:nvGrpSpPr>
      <p:grpSpPr>
        <a:xfrm>
          <a:off x="0" y="0"/>
          <a:ext cx="0" cy="0"/>
          <a:chOff x="0" y="0"/>
          <a:chExt cx="0" cy="0"/>
        </a:xfrm>
      </p:grpSpPr>
      <p:sp>
        <p:nvSpPr>
          <p:cNvPr id="672" name="Google Shape;672;p51"/>
          <p:cNvSpPr txBox="1">
            <a:spLocks noGrp="1"/>
          </p:cNvSpPr>
          <p:nvPr>
            <p:ph type="body" idx="1"/>
          </p:nvPr>
        </p:nvSpPr>
        <p:spPr>
          <a:xfrm>
            <a:off x="107044" y="402200"/>
            <a:ext cx="8520600" cy="3416400"/>
          </a:xfrm>
          <a:prstGeom prst="rect">
            <a:avLst/>
          </a:prstGeom>
        </p:spPr>
        <p:txBody>
          <a:bodyPr spcFirstLastPara="1" wrap="square" lIns="91425" tIns="91425" rIns="91425" bIns="91425" anchor="t" anchorCtr="0">
            <a:noAutofit/>
          </a:bodyPr>
          <a:lstStyle/>
          <a:p>
            <a:pPr marL="0" lvl="0" indent="0" algn="l" rtl="0">
              <a:spcBef>
                <a:spcPts val="600"/>
              </a:spcBef>
              <a:spcAft>
                <a:spcPts val="0"/>
              </a:spcAft>
              <a:buNone/>
            </a:pPr>
            <a:r>
              <a:rPr lang="en"/>
              <a:t>General strategy: </a:t>
            </a:r>
            <a:endParaRPr/>
          </a:p>
          <a:p>
            <a:pPr marL="457200" lvl="0" indent="-342900" algn="l" rtl="0">
              <a:spcBef>
                <a:spcPts val="600"/>
              </a:spcBef>
              <a:spcAft>
                <a:spcPts val="0"/>
              </a:spcAft>
              <a:buSzPts val="1800"/>
              <a:buChar char="●"/>
            </a:pPr>
            <a:r>
              <a:rPr lang="en"/>
              <a:t>Repeat for i = 0 to N - 1:</a:t>
            </a:r>
            <a:endParaRPr/>
          </a:p>
          <a:p>
            <a:pPr marL="914400" lvl="1" indent="-342900" algn="l" rtl="0">
              <a:spcBef>
                <a:spcPts val="0"/>
              </a:spcBef>
              <a:spcAft>
                <a:spcPts val="0"/>
              </a:spcAft>
              <a:buSzPts val="1800"/>
              <a:buChar char="○"/>
            </a:pPr>
            <a:r>
              <a:rPr lang="en"/>
              <a:t>Designate item i as the traveling item.</a:t>
            </a:r>
            <a:endParaRPr/>
          </a:p>
          <a:p>
            <a:pPr marL="914400" lvl="1" indent="-342900" algn="l" rtl="0">
              <a:spcBef>
                <a:spcPts val="600"/>
              </a:spcBef>
              <a:spcAft>
                <a:spcPts val="0"/>
              </a:spcAft>
              <a:buSzPts val="1800"/>
              <a:buChar char="○"/>
            </a:pPr>
            <a:r>
              <a:rPr lang="en" b="1"/>
              <a:t>Swap item backwards until traveller is in the right place among all previously examined items.</a:t>
            </a:r>
            <a:endParaRPr b="1"/>
          </a:p>
        </p:txBody>
      </p:sp>
      <p:sp>
        <p:nvSpPr>
          <p:cNvPr id="673" name="Google Shape;673;p51"/>
          <p:cNvSpPr txBox="1">
            <a:spLocks noGrp="1"/>
          </p:cNvSpPr>
          <p:nvPr>
            <p:ph type="title"/>
          </p:nvPr>
        </p:nvSpPr>
        <p:spPr>
          <a:xfrm>
            <a:off x="0" y="0"/>
            <a:ext cx="8520600" cy="3936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buFont typeface="Arial"/>
              <a:buNone/>
            </a:pPr>
            <a:r>
              <a:rPr lang="en"/>
              <a:t>In-place Insertion Sort</a:t>
            </a:r>
            <a:endParaRPr/>
          </a:p>
        </p:txBody>
      </p:sp>
      <p:sp>
        <p:nvSpPr>
          <p:cNvPr id="674" name="Google Shape;674;p51"/>
          <p:cNvSpPr/>
          <p:nvPr/>
        </p:nvSpPr>
        <p:spPr>
          <a:xfrm>
            <a:off x="2834175" y="2892875"/>
            <a:ext cx="495300" cy="495300"/>
          </a:xfrm>
          <a:prstGeom prst="rect">
            <a:avLst/>
          </a:prstGeom>
          <a:solidFill>
            <a:srgbClr val="D9D9D9"/>
          </a:solid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800">
                <a:latin typeface="Calibri"/>
                <a:ea typeface="Calibri"/>
                <a:cs typeface="Calibri"/>
                <a:sym typeface="Calibri"/>
              </a:rPr>
              <a:t>2</a:t>
            </a:r>
            <a:endParaRPr sz="1800">
              <a:latin typeface="Calibri"/>
              <a:ea typeface="Calibri"/>
              <a:cs typeface="Calibri"/>
              <a:sym typeface="Calibri"/>
            </a:endParaRPr>
          </a:p>
        </p:txBody>
      </p:sp>
      <p:sp>
        <p:nvSpPr>
          <p:cNvPr id="675" name="Google Shape;675;p51"/>
          <p:cNvSpPr/>
          <p:nvPr/>
        </p:nvSpPr>
        <p:spPr>
          <a:xfrm>
            <a:off x="3319364" y="2892875"/>
            <a:ext cx="495300" cy="495300"/>
          </a:xfrm>
          <a:prstGeom prst="rect">
            <a:avLst/>
          </a:prstGeom>
          <a:solidFill>
            <a:srgbClr val="D9D9D9"/>
          </a:solid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800">
                <a:latin typeface="Calibri"/>
                <a:ea typeface="Calibri"/>
                <a:cs typeface="Calibri"/>
                <a:sym typeface="Calibri"/>
              </a:rPr>
              <a:t>15</a:t>
            </a:r>
            <a:endParaRPr sz="1800">
              <a:latin typeface="Calibri"/>
              <a:ea typeface="Calibri"/>
              <a:cs typeface="Calibri"/>
              <a:sym typeface="Calibri"/>
            </a:endParaRPr>
          </a:p>
        </p:txBody>
      </p:sp>
      <p:sp>
        <p:nvSpPr>
          <p:cNvPr id="676" name="Google Shape;676;p51"/>
          <p:cNvSpPr/>
          <p:nvPr/>
        </p:nvSpPr>
        <p:spPr>
          <a:xfrm>
            <a:off x="3808705" y="2892875"/>
            <a:ext cx="495300" cy="495300"/>
          </a:xfrm>
          <a:prstGeom prst="rect">
            <a:avLst/>
          </a:prstGeom>
          <a:solidFill>
            <a:srgbClr val="D9D9D9"/>
          </a:solid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800">
                <a:latin typeface="Calibri"/>
                <a:ea typeface="Calibri"/>
                <a:cs typeface="Calibri"/>
                <a:sym typeface="Calibri"/>
              </a:rPr>
              <a:t>17</a:t>
            </a:r>
            <a:endParaRPr sz="1800">
              <a:latin typeface="Calibri"/>
              <a:ea typeface="Calibri"/>
              <a:cs typeface="Calibri"/>
              <a:sym typeface="Calibri"/>
            </a:endParaRPr>
          </a:p>
        </p:txBody>
      </p:sp>
      <p:sp>
        <p:nvSpPr>
          <p:cNvPr id="677" name="Google Shape;677;p51"/>
          <p:cNvSpPr/>
          <p:nvPr/>
        </p:nvSpPr>
        <p:spPr>
          <a:xfrm>
            <a:off x="4293894" y="2892875"/>
            <a:ext cx="495300" cy="495300"/>
          </a:xfrm>
          <a:prstGeom prst="rect">
            <a:avLst/>
          </a:prstGeom>
          <a:solidFill>
            <a:srgbClr val="D9D9D9"/>
          </a:solid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800">
                <a:latin typeface="Calibri"/>
                <a:ea typeface="Calibri"/>
                <a:cs typeface="Calibri"/>
                <a:sym typeface="Calibri"/>
              </a:rPr>
              <a:t>32</a:t>
            </a:r>
            <a:endParaRPr sz="1800">
              <a:latin typeface="Calibri"/>
              <a:ea typeface="Calibri"/>
              <a:cs typeface="Calibri"/>
              <a:sym typeface="Calibri"/>
            </a:endParaRPr>
          </a:p>
        </p:txBody>
      </p:sp>
      <p:sp>
        <p:nvSpPr>
          <p:cNvPr id="678" name="Google Shape;678;p51"/>
          <p:cNvSpPr/>
          <p:nvPr/>
        </p:nvSpPr>
        <p:spPr>
          <a:xfrm>
            <a:off x="4778636" y="2892875"/>
            <a:ext cx="495300" cy="495300"/>
          </a:xfrm>
          <a:prstGeom prst="rect">
            <a:avLst/>
          </a:prstGeom>
          <a:solidFill>
            <a:srgbClr val="B1DD8B"/>
          </a:solid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800">
                <a:latin typeface="Calibri"/>
                <a:ea typeface="Calibri"/>
                <a:cs typeface="Calibri"/>
                <a:sym typeface="Calibri"/>
              </a:rPr>
              <a:t>19</a:t>
            </a:r>
            <a:endParaRPr sz="1800">
              <a:latin typeface="Calibri"/>
              <a:ea typeface="Calibri"/>
              <a:cs typeface="Calibri"/>
              <a:sym typeface="Calibri"/>
            </a:endParaRPr>
          </a:p>
        </p:txBody>
      </p:sp>
      <p:sp>
        <p:nvSpPr>
          <p:cNvPr id="679" name="Google Shape;679;p51"/>
          <p:cNvSpPr/>
          <p:nvPr/>
        </p:nvSpPr>
        <p:spPr>
          <a:xfrm>
            <a:off x="5263825" y="2892875"/>
            <a:ext cx="495300" cy="495300"/>
          </a:xfrm>
          <a:prstGeom prst="rect">
            <a:avLst/>
          </a:prstGeom>
          <a:solidFill>
            <a:srgbClr val="B1DD8B"/>
          </a:solid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800">
                <a:latin typeface="Calibri"/>
                <a:ea typeface="Calibri"/>
                <a:cs typeface="Calibri"/>
                <a:sym typeface="Calibri"/>
              </a:rPr>
              <a:t>26</a:t>
            </a:r>
            <a:endParaRPr sz="1800">
              <a:latin typeface="Calibri"/>
              <a:ea typeface="Calibri"/>
              <a:cs typeface="Calibri"/>
              <a:sym typeface="Calibri"/>
            </a:endParaRPr>
          </a:p>
        </p:txBody>
      </p:sp>
      <p:sp>
        <p:nvSpPr>
          <p:cNvPr id="680" name="Google Shape;680;p51"/>
          <p:cNvSpPr/>
          <p:nvPr/>
        </p:nvSpPr>
        <p:spPr>
          <a:xfrm>
            <a:off x="5753166" y="2892875"/>
            <a:ext cx="495300" cy="495300"/>
          </a:xfrm>
          <a:prstGeom prst="rect">
            <a:avLst/>
          </a:prstGeom>
          <a:solidFill>
            <a:srgbClr val="B1DD8B"/>
          </a:solid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800">
                <a:latin typeface="Calibri"/>
                <a:ea typeface="Calibri"/>
                <a:cs typeface="Calibri"/>
                <a:sym typeface="Calibri"/>
              </a:rPr>
              <a:t>41</a:t>
            </a:r>
            <a:endParaRPr sz="1800">
              <a:latin typeface="Calibri"/>
              <a:ea typeface="Calibri"/>
              <a:cs typeface="Calibri"/>
              <a:sym typeface="Calibri"/>
            </a:endParaRPr>
          </a:p>
        </p:txBody>
      </p:sp>
      <p:sp>
        <p:nvSpPr>
          <p:cNvPr id="681" name="Google Shape;681;p51"/>
          <p:cNvSpPr/>
          <p:nvPr/>
        </p:nvSpPr>
        <p:spPr>
          <a:xfrm>
            <a:off x="6238355" y="2892875"/>
            <a:ext cx="495300" cy="495300"/>
          </a:xfrm>
          <a:prstGeom prst="rect">
            <a:avLst/>
          </a:prstGeom>
          <a:solidFill>
            <a:srgbClr val="B1DD8B"/>
          </a:solid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800">
                <a:latin typeface="Calibri"/>
                <a:ea typeface="Calibri"/>
                <a:cs typeface="Calibri"/>
                <a:sym typeface="Calibri"/>
              </a:rPr>
              <a:t>17</a:t>
            </a:r>
            <a:endParaRPr sz="1800">
              <a:latin typeface="Calibri"/>
              <a:ea typeface="Calibri"/>
              <a:cs typeface="Calibri"/>
              <a:sym typeface="Calibri"/>
            </a:endParaRPr>
          </a:p>
        </p:txBody>
      </p:sp>
      <p:sp>
        <p:nvSpPr>
          <p:cNvPr id="682" name="Google Shape;682;p51"/>
          <p:cNvSpPr/>
          <p:nvPr/>
        </p:nvSpPr>
        <p:spPr>
          <a:xfrm>
            <a:off x="6727730" y="2892875"/>
            <a:ext cx="495300" cy="495300"/>
          </a:xfrm>
          <a:prstGeom prst="rect">
            <a:avLst/>
          </a:prstGeom>
          <a:solidFill>
            <a:srgbClr val="B1DD8B"/>
          </a:solid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800">
                <a:latin typeface="Calibri"/>
                <a:ea typeface="Calibri"/>
                <a:cs typeface="Calibri"/>
                <a:sym typeface="Calibri"/>
              </a:rPr>
              <a:t>17</a:t>
            </a:r>
            <a:endParaRPr sz="1800">
              <a:latin typeface="Calibri"/>
              <a:ea typeface="Calibri"/>
              <a:cs typeface="Calibri"/>
              <a:sym typeface="Calibri"/>
            </a:endParaRPr>
          </a:p>
        </p:txBody>
      </p:sp>
      <p:sp>
        <p:nvSpPr>
          <p:cNvPr id="683" name="Google Shape;683;p51"/>
          <p:cNvSpPr txBox="1"/>
          <p:nvPr/>
        </p:nvSpPr>
        <p:spPr>
          <a:xfrm>
            <a:off x="4435624" y="3364800"/>
            <a:ext cx="495300" cy="4953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600">
                <a:latin typeface="Consolas"/>
                <a:ea typeface="Consolas"/>
                <a:cs typeface="Consolas"/>
                <a:sym typeface="Consolas"/>
              </a:rPr>
              <a:t>i</a:t>
            </a:r>
            <a:endParaRPr sz="1600">
              <a:latin typeface="Consolas"/>
              <a:ea typeface="Consolas"/>
              <a:cs typeface="Consolas"/>
              <a:sym typeface="Consolas"/>
            </a:endParaRPr>
          </a:p>
        </p:txBody>
      </p:sp>
      <p:sp>
        <p:nvSpPr>
          <p:cNvPr id="684" name="Google Shape;684;p51"/>
          <p:cNvSpPr txBox="1"/>
          <p:nvPr/>
        </p:nvSpPr>
        <p:spPr>
          <a:xfrm>
            <a:off x="3916659" y="3692259"/>
            <a:ext cx="495300" cy="4953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600">
                <a:latin typeface="Consolas"/>
                <a:ea typeface="Consolas"/>
                <a:cs typeface="Consolas"/>
                <a:sym typeface="Consolas"/>
              </a:rPr>
              <a:t>j</a:t>
            </a:r>
            <a:endParaRPr sz="1600">
              <a:latin typeface="Consolas"/>
              <a:ea typeface="Consolas"/>
              <a:cs typeface="Consolas"/>
              <a:sym typeface="Consolas"/>
            </a:endParaRPr>
          </a:p>
        </p:txBody>
      </p:sp>
      <p:sp>
        <p:nvSpPr>
          <p:cNvPr id="685" name="Google Shape;685;p51"/>
          <p:cNvSpPr/>
          <p:nvPr/>
        </p:nvSpPr>
        <p:spPr>
          <a:xfrm rot="-5400000">
            <a:off x="5879950" y="1509225"/>
            <a:ext cx="260700" cy="2390700"/>
          </a:xfrm>
          <a:prstGeom prst="rightBrace">
            <a:avLst>
              <a:gd name="adj1" fmla="val 8333"/>
              <a:gd name="adj2" fmla="val 50000"/>
            </a:avLst>
          </a:prstGeom>
          <a:noFill/>
          <a:ln w="19050" cap="flat" cmpd="sng">
            <a:solidFill>
              <a:srgbClr val="66666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6" name="Google Shape;686;p51"/>
          <p:cNvSpPr/>
          <p:nvPr/>
        </p:nvSpPr>
        <p:spPr>
          <a:xfrm rot="-5400000">
            <a:off x="3666352" y="1754175"/>
            <a:ext cx="260700" cy="1900800"/>
          </a:xfrm>
          <a:prstGeom prst="rightBrace">
            <a:avLst>
              <a:gd name="adj1" fmla="val 8333"/>
              <a:gd name="adj2" fmla="val 50000"/>
            </a:avLst>
          </a:prstGeom>
          <a:noFill/>
          <a:ln w="19050" cap="flat" cmpd="sng">
            <a:solidFill>
              <a:srgbClr val="66666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7" name="Google Shape;687;p51"/>
          <p:cNvSpPr txBox="1"/>
          <p:nvPr/>
        </p:nvSpPr>
        <p:spPr>
          <a:xfrm>
            <a:off x="3461342" y="2237025"/>
            <a:ext cx="849900" cy="3372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a:t>sorted</a:t>
            </a:r>
            <a:endParaRPr/>
          </a:p>
        </p:txBody>
      </p:sp>
      <p:sp>
        <p:nvSpPr>
          <p:cNvPr id="688" name="Google Shape;688;p51"/>
          <p:cNvSpPr txBox="1"/>
          <p:nvPr/>
        </p:nvSpPr>
        <p:spPr>
          <a:xfrm>
            <a:off x="166800" y="4316400"/>
            <a:ext cx="8972700" cy="827100"/>
          </a:xfrm>
          <a:prstGeom prst="rect">
            <a:avLst/>
          </a:prstGeom>
          <a:noFill/>
          <a:ln>
            <a:noFill/>
          </a:ln>
        </p:spPr>
        <p:txBody>
          <a:bodyPr spcFirstLastPara="1" wrap="square" lIns="91425" tIns="91425" rIns="91425" bIns="91425" anchor="ctr" anchorCtr="0">
            <a:noAutofit/>
          </a:bodyPr>
          <a:lstStyle/>
          <a:p>
            <a:pPr marL="0" lvl="0" indent="0" algn="l" rtl="0">
              <a:spcBef>
                <a:spcPts val="480"/>
              </a:spcBef>
              <a:spcAft>
                <a:spcPts val="0"/>
              </a:spcAft>
              <a:buNone/>
            </a:pPr>
            <a:r>
              <a:rPr lang="en" sz="1800">
                <a:solidFill>
                  <a:schemeClr val="dk1"/>
                </a:solidFill>
                <a:latin typeface="Roboto"/>
                <a:ea typeface="Roboto"/>
                <a:cs typeface="Roboto"/>
                <a:sym typeface="Roboto"/>
              </a:rPr>
              <a:t>In example above: Use j pointer to track current spot of traveling item.</a:t>
            </a:r>
            <a:endParaRPr sz="1800">
              <a:latin typeface="Roboto"/>
              <a:ea typeface="Roboto"/>
              <a:cs typeface="Roboto"/>
              <a:sym typeface="Roboto"/>
            </a:endParaRPr>
          </a:p>
        </p:txBody>
      </p:sp>
      <p:sp>
        <p:nvSpPr>
          <p:cNvPr id="689" name="Google Shape;689;p51"/>
          <p:cNvSpPr txBox="1"/>
          <p:nvPr/>
        </p:nvSpPr>
        <p:spPr>
          <a:xfrm>
            <a:off x="4814775" y="2237025"/>
            <a:ext cx="2390700" cy="3372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a:latin typeface="Roboto"/>
                <a:ea typeface="Roboto"/>
                <a:cs typeface="Roboto"/>
                <a:sym typeface="Roboto"/>
              </a:rPr>
              <a:t>unexamined</a:t>
            </a:r>
            <a:endParaRPr>
              <a:latin typeface="Roboto"/>
              <a:ea typeface="Roboto"/>
              <a:cs typeface="Roboto"/>
              <a:sym typeface="Roboto"/>
            </a:endParaRPr>
          </a:p>
        </p:txBody>
      </p:sp>
      <p:sp>
        <p:nvSpPr>
          <p:cNvPr id="690" name="Google Shape;690;p51"/>
          <p:cNvSpPr txBox="1"/>
          <p:nvPr/>
        </p:nvSpPr>
        <p:spPr>
          <a:xfrm>
            <a:off x="1294775" y="2892875"/>
            <a:ext cx="948300" cy="4953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sz="1800">
                <a:latin typeface="Roboto"/>
                <a:ea typeface="Roboto"/>
                <a:cs typeface="Roboto"/>
                <a:sym typeface="Roboto"/>
              </a:rPr>
              <a:t>Input:</a:t>
            </a:r>
            <a:endParaRPr sz="1800">
              <a:latin typeface="Roboto"/>
              <a:ea typeface="Roboto"/>
              <a:cs typeface="Roboto"/>
              <a:sym typeface="Roboto"/>
            </a:endParaRP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Shape 694"/>
        <p:cNvGrpSpPr/>
        <p:nvPr/>
      </p:nvGrpSpPr>
      <p:grpSpPr>
        <a:xfrm>
          <a:off x="0" y="0"/>
          <a:ext cx="0" cy="0"/>
          <a:chOff x="0" y="0"/>
          <a:chExt cx="0" cy="0"/>
        </a:xfrm>
      </p:grpSpPr>
      <p:sp>
        <p:nvSpPr>
          <p:cNvPr id="695" name="Google Shape;695;p52"/>
          <p:cNvSpPr txBox="1">
            <a:spLocks noGrp="1"/>
          </p:cNvSpPr>
          <p:nvPr>
            <p:ph type="title"/>
          </p:nvPr>
        </p:nvSpPr>
        <p:spPr>
          <a:xfrm>
            <a:off x="0" y="0"/>
            <a:ext cx="8520600" cy="3936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buFont typeface="Arial"/>
              <a:buNone/>
            </a:pPr>
            <a:r>
              <a:rPr lang="en"/>
              <a:t>In-place Insertion Sort</a:t>
            </a:r>
            <a:endParaRPr/>
          </a:p>
        </p:txBody>
      </p:sp>
      <p:sp>
        <p:nvSpPr>
          <p:cNvPr id="696" name="Google Shape;696;p52"/>
          <p:cNvSpPr txBox="1">
            <a:spLocks noGrp="1"/>
          </p:cNvSpPr>
          <p:nvPr>
            <p:ph type="body" idx="1"/>
          </p:nvPr>
        </p:nvSpPr>
        <p:spPr>
          <a:xfrm>
            <a:off x="107044" y="402200"/>
            <a:ext cx="8520600" cy="3416400"/>
          </a:xfrm>
          <a:prstGeom prst="rect">
            <a:avLst/>
          </a:prstGeom>
        </p:spPr>
        <p:txBody>
          <a:bodyPr spcFirstLastPara="1" wrap="square" lIns="91425" tIns="91425" rIns="91425" bIns="91425" anchor="t" anchorCtr="0">
            <a:noAutofit/>
          </a:bodyPr>
          <a:lstStyle/>
          <a:p>
            <a:pPr marL="0" lvl="0" indent="0" algn="l" rtl="0">
              <a:spcBef>
                <a:spcPts val="600"/>
              </a:spcBef>
              <a:spcAft>
                <a:spcPts val="0"/>
              </a:spcAft>
              <a:buNone/>
            </a:pPr>
            <a:r>
              <a:rPr lang="en"/>
              <a:t>General strategy: </a:t>
            </a:r>
            <a:endParaRPr/>
          </a:p>
          <a:p>
            <a:pPr marL="457200" lvl="0" indent="-342900" algn="l" rtl="0">
              <a:spcBef>
                <a:spcPts val="600"/>
              </a:spcBef>
              <a:spcAft>
                <a:spcPts val="0"/>
              </a:spcAft>
              <a:buSzPts val="1800"/>
              <a:buChar char="●"/>
            </a:pPr>
            <a:r>
              <a:rPr lang="en"/>
              <a:t>Repeat for i = 0 to N - 1:</a:t>
            </a:r>
            <a:endParaRPr/>
          </a:p>
          <a:p>
            <a:pPr marL="914400" lvl="1" indent="-342900" algn="l" rtl="0">
              <a:spcBef>
                <a:spcPts val="0"/>
              </a:spcBef>
              <a:spcAft>
                <a:spcPts val="0"/>
              </a:spcAft>
              <a:buSzPts val="1800"/>
              <a:buChar char="○"/>
            </a:pPr>
            <a:r>
              <a:rPr lang="en" b="1"/>
              <a:t>Designate item i as the traveling item.</a:t>
            </a:r>
            <a:endParaRPr b="1"/>
          </a:p>
          <a:p>
            <a:pPr marL="914400" lvl="1" indent="-342900" algn="l" rtl="0">
              <a:spcBef>
                <a:spcPts val="600"/>
              </a:spcBef>
              <a:spcAft>
                <a:spcPts val="0"/>
              </a:spcAft>
              <a:buSzPts val="1800"/>
              <a:buChar char="○"/>
            </a:pPr>
            <a:r>
              <a:rPr lang="en"/>
              <a:t>Swap item backwards until traveller is in the right place among all previously examined items.</a:t>
            </a:r>
            <a:endParaRPr/>
          </a:p>
        </p:txBody>
      </p:sp>
      <p:sp>
        <p:nvSpPr>
          <p:cNvPr id="697" name="Google Shape;697;p52"/>
          <p:cNvSpPr/>
          <p:nvPr/>
        </p:nvSpPr>
        <p:spPr>
          <a:xfrm>
            <a:off x="2834175" y="2892875"/>
            <a:ext cx="495300" cy="495300"/>
          </a:xfrm>
          <a:prstGeom prst="rect">
            <a:avLst/>
          </a:prstGeom>
          <a:solidFill>
            <a:srgbClr val="D9D9D9"/>
          </a:solid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800">
                <a:latin typeface="Calibri"/>
                <a:ea typeface="Calibri"/>
                <a:cs typeface="Calibri"/>
                <a:sym typeface="Calibri"/>
              </a:rPr>
              <a:t>2</a:t>
            </a:r>
            <a:endParaRPr sz="1800">
              <a:latin typeface="Calibri"/>
              <a:ea typeface="Calibri"/>
              <a:cs typeface="Calibri"/>
              <a:sym typeface="Calibri"/>
            </a:endParaRPr>
          </a:p>
        </p:txBody>
      </p:sp>
      <p:sp>
        <p:nvSpPr>
          <p:cNvPr id="698" name="Google Shape;698;p52"/>
          <p:cNvSpPr/>
          <p:nvPr/>
        </p:nvSpPr>
        <p:spPr>
          <a:xfrm>
            <a:off x="3319364" y="2892875"/>
            <a:ext cx="495300" cy="495300"/>
          </a:xfrm>
          <a:prstGeom prst="rect">
            <a:avLst/>
          </a:prstGeom>
          <a:solidFill>
            <a:srgbClr val="D9D9D9"/>
          </a:solid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800">
                <a:latin typeface="Calibri"/>
                <a:ea typeface="Calibri"/>
                <a:cs typeface="Calibri"/>
                <a:sym typeface="Calibri"/>
              </a:rPr>
              <a:t>15</a:t>
            </a:r>
            <a:endParaRPr sz="1800">
              <a:latin typeface="Calibri"/>
              <a:ea typeface="Calibri"/>
              <a:cs typeface="Calibri"/>
              <a:sym typeface="Calibri"/>
            </a:endParaRPr>
          </a:p>
        </p:txBody>
      </p:sp>
      <p:sp>
        <p:nvSpPr>
          <p:cNvPr id="699" name="Google Shape;699;p52"/>
          <p:cNvSpPr/>
          <p:nvPr/>
        </p:nvSpPr>
        <p:spPr>
          <a:xfrm>
            <a:off x="3808705" y="2892875"/>
            <a:ext cx="495300" cy="495300"/>
          </a:xfrm>
          <a:prstGeom prst="rect">
            <a:avLst/>
          </a:prstGeom>
          <a:solidFill>
            <a:srgbClr val="D9D9D9"/>
          </a:solid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800">
                <a:latin typeface="Calibri"/>
                <a:ea typeface="Calibri"/>
                <a:cs typeface="Calibri"/>
                <a:sym typeface="Calibri"/>
              </a:rPr>
              <a:t>17</a:t>
            </a:r>
            <a:endParaRPr sz="1800">
              <a:latin typeface="Calibri"/>
              <a:ea typeface="Calibri"/>
              <a:cs typeface="Calibri"/>
              <a:sym typeface="Calibri"/>
            </a:endParaRPr>
          </a:p>
        </p:txBody>
      </p:sp>
      <p:sp>
        <p:nvSpPr>
          <p:cNvPr id="700" name="Google Shape;700;p52"/>
          <p:cNvSpPr/>
          <p:nvPr/>
        </p:nvSpPr>
        <p:spPr>
          <a:xfrm>
            <a:off x="4293894" y="2892875"/>
            <a:ext cx="495300" cy="495300"/>
          </a:xfrm>
          <a:prstGeom prst="rect">
            <a:avLst/>
          </a:prstGeom>
          <a:solidFill>
            <a:srgbClr val="D9D9D9"/>
          </a:solid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800">
                <a:latin typeface="Calibri"/>
                <a:ea typeface="Calibri"/>
                <a:cs typeface="Calibri"/>
                <a:sym typeface="Calibri"/>
              </a:rPr>
              <a:t>32</a:t>
            </a:r>
            <a:endParaRPr sz="1800">
              <a:latin typeface="Calibri"/>
              <a:ea typeface="Calibri"/>
              <a:cs typeface="Calibri"/>
              <a:sym typeface="Calibri"/>
            </a:endParaRPr>
          </a:p>
        </p:txBody>
      </p:sp>
      <p:sp>
        <p:nvSpPr>
          <p:cNvPr id="701" name="Google Shape;701;p52"/>
          <p:cNvSpPr/>
          <p:nvPr/>
        </p:nvSpPr>
        <p:spPr>
          <a:xfrm>
            <a:off x="4778636" y="2892875"/>
            <a:ext cx="495300" cy="495300"/>
          </a:xfrm>
          <a:prstGeom prst="rect">
            <a:avLst/>
          </a:prstGeom>
          <a:solidFill>
            <a:schemeClr val="accent3"/>
          </a:solid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800">
                <a:latin typeface="Calibri"/>
                <a:ea typeface="Calibri"/>
                <a:cs typeface="Calibri"/>
                <a:sym typeface="Calibri"/>
              </a:rPr>
              <a:t>19</a:t>
            </a:r>
            <a:endParaRPr sz="1800">
              <a:latin typeface="Calibri"/>
              <a:ea typeface="Calibri"/>
              <a:cs typeface="Calibri"/>
              <a:sym typeface="Calibri"/>
            </a:endParaRPr>
          </a:p>
        </p:txBody>
      </p:sp>
      <p:sp>
        <p:nvSpPr>
          <p:cNvPr id="702" name="Google Shape;702;p52"/>
          <p:cNvSpPr/>
          <p:nvPr/>
        </p:nvSpPr>
        <p:spPr>
          <a:xfrm>
            <a:off x="5263825" y="2892875"/>
            <a:ext cx="495300" cy="495300"/>
          </a:xfrm>
          <a:prstGeom prst="rect">
            <a:avLst/>
          </a:prstGeom>
          <a:solidFill>
            <a:srgbClr val="B1DD8B"/>
          </a:solid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800">
                <a:latin typeface="Calibri"/>
                <a:ea typeface="Calibri"/>
                <a:cs typeface="Calibri"/>
                <a:sym typeface="Calibri"/>
              </a:rPr>
              <a:t>26</a:t>
            </a:r>
            <a:endParaRPr sz="1800">
              <a:latin typeface="Calibri"/>
              <a:ea typeface="Calibri"/>
              <a:cs typeface="Calibri"/>
              <a:sym typeface="Calibri"/>
            </a:endParaRPr>
          </a:p>
        </p:txBody>
      </p:sp>
      <p:sp>
        <p:nvSpPr>
          <p:cNvPr id="703" name="Google Shape;703;p52"/>
          <p:cNvSpPr/>
          <p:nvPr/>
        </p:nvSpPr>
        <p:spPr>
          <a:xfrm>
            <a:off x="5753166" y="2892875"/>
            <a:ext cx="495300" cy="495300"/>
          </a:xfrm>
          <a:prstGeom prst="rect">
            <a:avLst/>
          </a:prstGeom>
          <a:solidFill>
            <a:srgbClr val="B1DD8B"/>
          </a:solid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800">
                <a:latin typeface="Calibri"/>
                <a:ea typeface="Calibri"/>
                <a:cs typeface="Calibri"/>
                <a:sym typeface="Calibri"/>
              </a:rPr>
              <a:t>41</a:t>
            </a:r>
            <a:endParaRPr sz="1800">
              <a:latin typeface="Calibri"/>
              <a:ea typeface="Calibri"/>
              <a:cs typeface="Calibri"/>
              <a:sym typeface="Calibri"/>
            </a:endParaRPr>
          </a:p>
        </p:txBody>
      </p:sp>
      <p:sp>
        <p:nvSpPr>
          <p:cNvPr id="704" name="Google Shape;704;p52"/>
          <p:cNvSpPr/>
          <p:nvPr/>
        </p:nvSpPr>
        <p:spPr>
          <a:xfrm>
            <a:off x="6238355" y="2892875"/>
            <a:ext cx="495300" cy="495300"/>
          </a:xfrm>
          <a:prstGeom prst="rect">
            <a:avLst/>
          </a:prstGeom>
          <a:solidFill>
            <a:srgbClr val="B1DD8B"/>
          </a:solid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800">
                <a:latin typeface="Calibri"/>
                <a:ea typeface="Calibri"/>
                <a:cs typeface="Calibri"/>
                <a:sym typeface="Calibri"/>
              </a:rPr>
              <a:t>17</a:t>
            </a:r>
            <a:endParaRPr sz="1800">
              <a:latin typeface="Calibri"/>
              <a:ea typeface="Calibri"/>
              <a:cs typeface="Calibri"/>
              <a:sym typeface="Calibri"/>
            </a:endParaRPr>
          </a:p>
        </p:txBody>
      </p:sp>
      <p:sp>
        <p:nvSpPr>
          <p:cNvPr id="705" name="Google Shape;705;p52"/>
          <p:cNvSpPr/>
          <p:nvPr/>
        </p:nvSpPr>
        <p:spPr>
          <a:xfrm>
            <a:off x="6727730" y="2892875"/>
            <a:ext cx="495300" cy="495300"/>
          </a:xfrm>
          <a:prstGeom prst="rect">
            <a:avLst/>
          </a:prstGeom>
          <a:solidFill>
            <a:srgbClr val="B1DD8B"/>
          </a:solid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800">
                <a:latin typeface="Calibri"/>
                <a:ea typeface="Calibri"/>
                <a:cs typeface="Calibri"/>
                <a:sym typeface="Calibri"/>
              </a:rPr>
              <a:t>17</a:t>
            </a:r>
            <a:endParaRPr sz="1800">
              <a:latin typeface="Calibri"/>
              <a:ea typeface="Calibri"/>
              <a:cs typeface="Calibri"/>
              <a:sym typeface="Calibri"/>
            </a:endParaRPr>
          </a:p>
        </p:txBody>
      </p:sp>
      <p:sp>
        <p:nvSpPr>
          <p:cNvPr id="706" name="Google Shape;706;p52"/>
          <p:cNvSpPr txBox="1"/>
          <p:nvPr/>
        </p:nvSpPr>
        <p:spPr>
          <a:xfrm>
            <a:off x="4907259" y="3692259"/>
            <a:ext cx="495300" cy="4953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600">
                <a:latin typeface="Consolas"/>
                <a:ea typeface="Consolas"/>
                <a:cs typeface="Consolas"/>
                <a:sym typeface="Consolas"/>
              </a:rPr>
              <a:t>j</a:t>
            </a:r>
            <a:endParaRPr sz="1600">
              <a:latin typeface="Consolas"/>
              <a:ea typeface="Consolas"/>
              <a:cs typeface="Consolas"/>
              <a:sym typeface="Consolas"/>
            </a:endParaRPr>
          </a:p>
        </p:txBody>
      </p:sp>
      <p:sp>
        <p:nvSpPr>
          <p:cNvPr id="707" name="Google Shape;707;p52"/>
          <p:cNvSpPr/>
          <p:nvPr/>
        </p:nvSpPr>
        <p:spPr>
          <a:xfrm rot="-5400000">
            <a:off x="5879950" y="1509225"/>
            <a:ext cx="260700" cy="2390700"/>
          </a:xfrm>
          <a:prstGeom prst="rightBrace">
            <a:avLst>
              <a:gd name="adj1" fmla="val 8333"/>
              <a:gd name="adj2" fmla="val 50000"/>
            </a:avLst>
          </a:prstGeom>
          <a:noFill/>
          <a:ln w="19050" cap="flat" cmpd="sng">
            <a:solidFill>
              <a:srgbClr val="66666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8" name="Google Shape;708;p52"/>
          <p:cNvSpPr/>
          <p:nvPr/>
        </p:nvSpPr>
        <p:spPr>
          <a:xfrm rot="-5400000">
            <a:off x="3666352" y="1754175"/>
            <a:ext cx="260700" cy="1900800"/>
          </a:xfrm>
          <a:prstGeom prst="rightBrace">
            <a:avLst>
              <a:gd name="adj1" fmla="val 8333"/>
              <a:gd name="adj2" fmla="val 50000"/>
            </a:avLst>
          </a:prstGeom>
          <a:noFill/>
          <a:ln w="19050" cap="flat" cmpd="sng">
            <a:solidFill>
              <a:srgbClr val="66666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9" name="Google Shape;709;p52"/>
          <p:cNvSpPr txBox="1"/>
          <p:nvPr/>
        </p:nvSpPr>
        <p:spPr>
          <a:xfrm>
            <a:off x="3461342" y="2237025"/>
            <a:ext cx="849900" cy="3372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a:t>sorted</a:t>
            </a:r>
            <a:endParaRPr/>
          </a:p>
        </p:txBody>
      </p:sp>
      <p:sp>
        <p:nvSpPr>
          <p:cNvPr id="710" name="Google Shape;710;p52"/>
          <p:cNvSpPr txBox="1"/>
          <p:nvPr/>
        </p:nvSpPr>
        <p:spPr>
          <a:xfrm>
            <a:off x="4892824" y="3364800"/>
            <a:ext cx="495300" cy="4953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600">
                <a:latin typeface="Consolas"/>
                <a:ea typeface="Consolas"/>
                <a:cs typeface="Consolas"/>
                <a:sym typeface="Consolas"/>
              </a:rPr>
              <a:t>i</a:t>
            </a:r>
            <a:endParaRPr sz="1600">
              <a:latin typeface="Consolas"/>
              <a:ea typeface="Consolas"/>
              <a:cs typeface="Consolas"/>
              <a:sym typeface="Consolas"/>
            </a:endParaRPr>
          </a:p>
        </p:txBody>
      </p:sp>
      <p:sp>
        <p:nvSpPr>
          <p:cNvPr id="711" name="Google Shape;711;p52"/>
          <p:cNvSpPr txBox="1"/>
          <p:nvPr/>
        </p:nvSpPr>
        <p:spPr>
          <a:xfrm>
            <a:off x="166800" y="4316400"/>
            <a:ext cx="8972700" cy="827100"/>
          </a:xfrm>
          <a:prstGeom prst="rect">
            <a:avLst/>
          </a:prstGeom>
          <a:noFill/>
          <a:ln>
            <a:noFill/>
          </a:ln>
        </p:spPr>
        <p:txBody>
          <a:bodyPr spcFirstLastPara="1" wrap="square" lIns="91425" tIns="91425" rIns="91425" bIns="91425" anchor="ctr" anchorCtr="0">
            <a:noAutofit/>
          </a:bodyPr>
          <a:lstStyle/>
          <a:p>
            <a:pPr marL="0" lvl="0" indent="0" algn="l" rtl="0">
              <a:spcBef>
                <a:spcPts val="480"/>
              </a:spcBef>
              <a:spcAft>
                <a:spcPts val="0"/>
              </a:spcAft>
              <a:buNone/>
            </a:pPr>
            <a:r>
              <a:rPr lang="en" sz="1800">
                <a:solidFill>
                  <a:schemeClr val="dk1"/>
                </a:solidFill>
                <a:latin typeface="Roboto"/>
                <a:ea typeface="Roboto"/>
                <a:cs typeface="Roboto"/>
                <a:sym typeface="Roboto"/>
              </a:rPr>
              <a:t>In example above: Use j pointer to track current spot of traveling item.</a:t>
            </a:r>
            <a:endParaRPr sz="1800">
              <a:latin typeface="Roboto"/>
              <a:ea typeface="Roboto"/>
              <a:cs typeface="Roboto"/>
              <a:sym typeface="Roboto"/>
            </a:endParaRPr>
          </a:p>
        </p:txBody>
      </p:sp>
      <p:sp>
        <p:nvSpPr>
          <p:cNvPr id="712" name="Google Shape;712;p52"/>
          <p:cNvSpPr txBox="1"/>
          <p:nvPr/>
        </p:nvSpPr>
        <p:spPr>
          <a:xfrm>
            <a:off x="4814775" y="2237025"/>
            <a:ext cx="2390700" cy="3372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a:latin typeface="Roboto"/>
                <a:ea typeface="Roboto"/>
                <a:cs typeface="Roboto"/>
                <a:sym typeface="Roboto"/>
              </a:rPr>
              <a:t>unexamined</a:t>
            </a:r>
            <a:endParaRPr>
              <a:latin typeface="Roboto"/>
              <a:ea typeface="Roboto"/>
              <a:cs typeface="Roboto"/>
              <a:sym typeface="Roboto"/>
            </a:endParaRPr>
          </a:p>
        </p:txBody>
      </p:sp>
      <p:sp>
        <p:nvSpPr>
          <p:cNvPr id="713" name="Google Shape;713;p52"/>
          <p:cNvSpPr txBox="1"/>
          <p:nvPr/>
        </p:nvSpPr>
        <p:spPr>
          <a:xfrm>
            <a:off x="1294775" y="2892875"/>
            <a:ext cx="948300" cy="4953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sz="1800">
                <a:latin typeface="Roboto"/>
                <a:ea typeface="Roboto"/>
                <a:cs typeface="Roboto"/>
                <a:sym typeface="Roboto"/>
              </a:rPr>
              <a:t>Input:</a:t>
            </a:r>
            <a:endParaRPr sz="1800">
              <a:latin typeface="Roboto"/>
              <a:ea typeface="Roboto"/>
              <a:cs typeface="Roboto"/>
              <a:sym typeface="Roboto"/>
            </a:endParaRP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Shape 717"/>
        <p:cNvGrpSpPr/>
        <p:nvPr/>
      </p:nvGrpSpPr>
      <p:grpSpPr>
        <a:xfrm>
          <a:off x="0" y="0"/>
          <a:ext cx="0" cy="0"/>
          <a:chOff x="0" y="0"/>
          <a:chExt cx="0" cy="0"/>
        </a:xfrm>
      </p:grpSpPr>
      <p:sp>
        <p:nvSpPr>
          <p:cNvPr id="718" name="Google Shape;718;p53"/>
          <p:cNvSpPr txBox="1">
            <a:spLocks noGrp="1"/>
          </p:cNvSpPr>
          <p:nvPr>
            <p:ph type="title"/>
          </p:nvPr>
        </p:nvSpPr>
        <p:spPr>
          <a:xfrm>
            <a:off x="0" y="0"/>
            <a:ext cx="8520600" cy="3936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buFont typeface="Arial"/>
              <a:buNone/>
            </a:pPr>
            <a:r>
              <a:rPr lang="en"/>
              <a:t>In-place Insertion Sort</a:t>
            </a:r>
            <a:endParaRPr/>
          </a:p>
        </p:txBody>
      </p:sp>
      <p:sp>
        <p:nvSpPr>
          <p:cNvPr id="719" name="Google Shape;719;p53"/>
          <p:cNvSpPr txBox="1">
            <a:spLocks noGrp="1"/>
          </p:cNvSpPr>
          <p:nvPr>
            <p:ph type="body" idx="1"/>
          </p:nvPr>
        </p:nvSpPr>
        <p:spPr>
          <a:xfrm>
            <a:off x="107044" y="402200"/>
            <a:ext cx="8520600" cy="3416400"/>
          </a:xfrm>
          <a:prstGeom prst="rect">
            <a:avLst/>
          </a:prstGeom>
        </p:spPr>
        <p:txBody>
          <a:bodyPr spcFirstLastPara="1" wrap="square" lIns="91425" tIns="91425" rIns="91425" bIns="91425" anchor="t" anchorCtr="0">
            <a:noAutofit/>
          </a:bodyPr>
          <a:lstStyle/>
          <a:p>
            <a:pPr marL="0" lvl="0" indent="0" algn="l" rtl="0">
              <a:spcBef>
                <a:spcPts val="600"/>
              </a:spcBef>
              <a:spcAft>
                <a:spcPts val="0"/>
              </a:spcAft>
              <a:buNone/>
            </a:pPr>
            <a:r>
              <a:rPr lang="en"/>
              <a:t>General strategy: </a:t>
            </a:r>
            <a:endParaRPr/>
          </a:p>
          <a:p>
            <a:pPr marL="457200" lvl="0" indent="-342900" algn="l" rtl="0">
              <a:spcBef>
                <a:spcPts val="600"/>
              </a:spcBef>
              <a:spcAft>
                <a:spcPts val="0"/>
              </a:spcAft>
              <a:buSzPts val="1800"/>
              <a:buChar char="●"/>
            </a:pPr>
            <a:r>
              <a:rPr lang="en"/>
              <a:t>Repeat for i = 0 to N - 1:</a:t>
            </a:r>
            <a:endParaRPr/>
          </a:p>
          <a:p>
            <a:pPr marL="914400" lvl="1" indent="-342900" algn="l" rtl="0">
              <a:spcBef>
                <a:spcPts val="0"/>
              </a:spcBef>
              <a:spcAft>
                <a:spcPts val="0"/>
              </a:spcAft>
              <a:buSzPts val="1800"/>
              <a:buChar char="○"/>
            </a:pPr>
            <a:r>
              <a:rPr lang="en"/>
              <a:t>Designate item i as the traveling item.</a:t>
            </a:r>
            <a:endParaRPr/>
          </a:p>
          <a:p>
            <a:pPr marL="914400" lvl="1" indent="-342900" algn="l" rtl="0">
              <a:spcBef>
                <a:spcPts val="600"/>
              </a:spcBef>
              <a:spcAft>
                <a:spcPts val="0"/>
              </a:spcAft>
              <a:buSzPts val="1800"/>
              <a:buChar char="○"/>
            </a:pPr>
            <a:r>
              <a:rPr lang="en" b="1"/>
              <a:t>Swap item backwards until traveller is in the right place among all previously examined items.</a:t>
            </a:r>
            <a:endParaRPr b="1"/>
          </a:p>
        </p:txBody>
      </p:sp>
      <p:sp>
        <p:nvSpPr>
          <p:cNvPr id="720" name="Google Shape;720;p53"/>
          <p:cNvSpPr/>
          <p:nvPr/>
        </p:nvSpPr>
        <p:spPr>
          <a:xfrm>
            <a:off x="2834175" y="2892875"/>
            <a:ext cx="495300" cy="495300"/>
          </a:xfrm>
          <a:prstGeom prst="rect">
            <a:avLst/>
          </a:prstGeom>
          <a:solidFill>
            <a:srgbClr val="D9D9D9"/>
          </a:solid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800">
                <a:latin typeface="Calibri"/>
                <a:ea typeface="Calibri"/>
                <a:cs typeface="Calibri"/>
                <a:sym typeface="Calibri"/>
              </a:rPr>
              <a:t>2</a:t>
            </a:r>
            <a:endParaRPr sz="1800">
              <a:latin typeface="Calibri"/>
              <a:ea typeface="Calibri"/>
              <a:cs typeface="Calibri"/>
              <a:sym typeface="Calibri"/>
            </a:endParaRPr>
          </a:p>
        </p:txBody>
      </p:sp>
      <p:sp>
        <p:nvSpPr>
          <p:cNvPr id="721" name="Google Shape;721;p53"/>
          <p:cNvSpPr/>
          <p:nvPr/>
        </p:nvSpPr>
        <p:spPr>
          <a:xfrm>
            <a:off x="3319364" y="2892875"/>
            <a:ext cx="495300" cy="495300"/>
          </a:xfrm>
          <a:prstGeom prst="rect">
            <a:avLst/>
          </a:prstGeom>
          <a:solidFill>
            <a:srgbClr val="D9D9D9"/>
          </a:solid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800">
                <a:latin typeface="Calibri"/>
                <a:ea typeface="Calibri"/>
                <a:cs typeface="Calibri"/>
                <a:sym typeface="Calibri"/>
              </a:rPr>
              <a:t>15</a:t>
            </a:r>
            <a:endParaRPr sz="1800">
              <a:latin typeface="Calibri"/>
              <a:ea typeface="Calibri"/>
              <a:cs typeface="Calibri"/>
              <a:sym typeface="Calibri"/>
            </a:endParaRPr>
          </a:p>
        </p:txBody>
      </p:sp>
      <p:sp>
        <p:nvSpPr>
          <p:cNvPr id="722" name="Google Shape;722;p53"/>
          <p:cNvSpPr/>
          <p:nvPr/>
        </p:nvSpPr>
        <p:spPr>
          <a:xfrm>
            <a:off x="3808705" y="2892875"/>
            <a:ext cx="495300" cy="495300"/>
          </a:xfrm>
          <a:prstGeom prst="rect">
            <a:avLst/>
          </a:prstGeom>
          <a:solidFill>
            <a:srgbClr val="D9D9D9"/>
          </a:solid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800">
                <a:latin typeface="Calibri"/>
                <a:ea typeface="Calibri"/>
                <a:cs typeface="Calibri"/>
                <a:sym typeface="Calibri"/>
              </a:rPr>
              <a:t>17</a:t>
            </a:r>
            <a:endParaRPr sz="1800">
              <a:latin typeface="Calibri"/>
              <a:ea typeface="Calibri"/>
              <a:cs typeface="Calibri"/>
              <a:sym typeface="Calibri"/>
            </a:endParaRPr>
          </a:p>
        </p:txBody>
      </p:sp>
      <p:sp>
        <p:nvSpPr>
          <p:cNvPr id="723" name="Google Shape;723;p53"/>
          <p:cNvSpPr/>
          <p:nvPr/>
        </p:nvSpPr>
        <p:spPr>
          <a:xfrm>
            <a:off x="4293894" y="2892875"/>
            <a:ext cx="495300" cy="495300"/>
          </a:xfrm>
          <a:prstGeom prst="rect">
            <a:avLst/>
          </a:prstGeom>
          <a:solidFill>
            <a:schemeClr val="accent3"/>
          </a:solid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800">
                <a:latin typeface="Calibri"/>
                <a:ea typeface="Calibri"/>
                <a:cs typeface="Calibri"/>
                <a:sym typeface="Calibri"/>
              </a:rPr>
              <a:t>19</a:t>
            </a:r>
            <a:endParaRPr sz="1800">
              <a:latin typeface="Calibri"/>
              <a:ea typeface="Calibri"/>
              <a:cs typeface="Calibri"/>
              <a:sym typeface="Calibri"/>
            </a:endParaRPr>
          </a:p>
        </p:txBody>
      </p:sp>
      <p:sp>
        <p:nvSpPr>
          <p:cNvPr id="724" name="Google Shape;724;p53"/>
          <p:cNvSpPr/>
          <p:nvPr/>
        </p:nvSpPr>
        <p:spPr>
          <a:xfrm>
            <a:off x="4778636" y="2892875"/>
            <a:ext cx="495300" cy="495300"/>
          </a:xfrm>
          <a:prstGeom prst="rect">
            <a:avLst/>
          </a:prstGeom>
          <a:solidFill>
            <a:srgbClr val="D9D9D9"/>
          </a:solid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800">
                <a:latin typeface="Calibri"/>
                <a:ea typeface="Calibri"/>
                <a:cs typeface="Calibri"/>
                <a:sym typeface="Calibri"/>
              </a:rPr>
              <a:t>32</a:t>
            </a:r>
            <a:endParaRPr sz="1800">
              <a:latin typeface="Calibri"/>
              <a:ea typeface="Calibri"/>
              <a:cs typeface="Calibri"/>
              <a:sym typeface="Calibri"/>
            </a:endParaRPr>
          </a:p>
        </p:txBody>
      </p:sp>
      <p:sp>
        <p:nvSpPr>
          <p:cNvPr id="725" name="Google Shape;725;p53"/>
          <p:cNvSpPr/>
          <p:nvPr/>
        </p:nvSpPr>
        <p:spPr>
          <a:xfrm>
            <a:off x="5263825" y="2892875"/>
            <a:ext cx="495300" cy="495300"/>
          </a:xfrm>
          <a:prstGeom prst="rect">
            <a:avLst/>
          </a:prstGeom>
          <a:solidFill>
            <a:srgbClr val="B1DD8B"/>
          </a:solid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800">
                <a:latin typeface="Calibri"/>
                <a:ea typeface="Calibri"/>
                <a:cs typeface="Calibri"/>
                <a:sym typeface="Calibri"/>
              </a:rPr>
              <a:t>26</a:t>
            </a:r>
            <a:endParaRPr sz="1800">
              <a:latin typeface="Calibri"/>
              <a:ea typeface="Calibri"/>
              <a:cs typeface="Calibri"/>
              <a:sym typeface="Calibri"/>
            </a:endParaRPr>
          </a:p>
        </p:txBody>
      </p:sp>
      <p:sp>
        <p:nvSpPr>
          <p:cNvPr id="726" name="Google Shape;726;p53"/>
          <p:cNvSpPr/>
          <p:nvPr/>
        </p:nvSpPr>
        <p:spPr>
          <a:xfrm>
            <a:off x="5753166" y="2892875"/>
            <a:ext cx="495300" cy="495300"/>
          </a:xfrm>
          <a:prstGeom prst="rect">
            <a:avLst/>
          </a:prstGeom>
          <a:solidFill>
            <a:srgbClr val="B1DD8B"/>
          </a:solid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800">
                <a:latin typeface="Calibri"/>
                <a:ea typeface="Calibri"/>
                <a:cs typeface="Calibri"/>
                <a:sym typeface="Calibri"/>
              </a:rPr>
              <a:t>41</a:t>
            </a:r>
            <a:endParaRPr sz="1800">
              <a:latin typeface="Calibri"/>
              <a:ea typeface="Calibri"/>
              <a:cs typeface="Calibri"/>
              <a:sym typeface="Calibri"/>
            </a:endParaRPr>
          </a:p>
        </p:txBody>
      </p:sp>
      <p:sp>
        <p:nvSpPr>
          <p:cNvPr id="727" name="Google Shape;727;p53"/>
          <p:cNvSpPr/>
          <p:nvPr/>
        </p:nvSpPr>
        <p:spPr>
          <a:xfrm>
            <a:off x="6238355" y="2892875"/>
            <a:ext cx="495300" cy="495300"/>
          </a:xfrm>
          <a:prstGeom prst="rect">
            <a:avLst/>
          </a:prstGeom>
          <a:solidFill>
            <a:srgbClr val="B1DD8B"/>
          </a:solid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800">
                <a:latin typeface="Calibri"/>
                <a:ea typeface="Calibri"/>
                <a:cs typeface="Calibri"/>
                <a:sym typeface="Calibri"/>
              </a:rPr>
              <a:t>17</a:t>
            </a:r>
            <a:endParaRPr sz="1800">
              <a:latin typeface="Calibri"/>
              <a:ea typeface="Calibri"/>
              <a:cs typeface="Calibri"/>
              <a:sym typeface="Calibri"/>
            </a:endParaRPr>
          </a:p>
        </p:txBody>
      </p:sp>
      <p:sp>
        <p:nvSpPr>
          <p:cNvPr id="728" name="Google Shape;728;p53"/>
          <p:cNvSpPr/>
          <p:nvPr/>
        </p:nvSpPr>
        <p:spPr>
          <a:xfrm>
            <a:off x="6727730" y="2892875"/>
            <a:ext cx="495300" cy="495300"/>
          </a:xfrm>
          <a:prstGeom prst="rect">
            <a:avLst/>
          </a:prstGeom>
          <a:solidFill>
            <a:srgbClr val="B1DD8B"/>
          </a:solid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800">
                <a:latin typeface="Calibri"/>
                <a:ea typeface="Calibri"/>
                <a:cs typeface="Calibri"/>
                <a:sym typeface="Calibri"/>
              </a:rPr>
              <a:t>17</a:t>
            </a:r>
            <a:endParaRPr sz="1800">
              <a:latin typeface="Calibri"/>
              <a:ea typeface="Calibri"/>
              <a:cs typeface="Calibri"/>
              <a:sym typeface="Calibri"/>
            </a:endParaRPr>
          </a:p>
        </p:txBody>
      </p:sp>
      <p:sp>
        <p:nvSpPr>
          <p:cNvPr id="729" name="Google Shape;729;p53"/>
          <p:cNvSpPr txBox="1"/>
          <p:nvPr/>
        </p:nvSpPr>
        <p:spPr>
          <a:xfrm>
            <a:off x="4892824" y="3364800"/>
            <a:ext cx="495300" cy="4953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600">
                <a:latin typeface="Consolas"/>
                <a:ea typeface="Consolas"/>
                <a:cs typeface="Consolas"/>
                <a:sym typeface="Consolas"/>
              </a:rPr>
              <a:t>i</a:t>
            </a:r>
            <a:endParaRPr sz="1600">
              <a:latin typeface="Consolas"/>
              <a:ea typeface="Consolas"/>
              <a:cs typeface="Consolas"/>
              <a:sym typeface="Consolas"/>
            </a:endParaRPr>
          </a:p>
        </p:txBody>
      </p:sp>
      <p:sp>
        <p:nvSpPr>
          <p:cNvPr id="730" name="Google Shape;730;p53"/>
          <p:cNvSpPr txBox="1"/>
          <p:nvPr/>
        </p:nvSpPr>
        <p:spPr>
          <a:xfrm>
            <a:off x="4396517" y="3692259"/>
            <a:ext cx="495300" cy="4953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600">
                <a:latin typeface="Consolas"/>
                <a:ea typeface="Consolas"/>
                <a:cs typeface="Consolas"/>
                <a:sym typeface="Consolas"/>
              </a:rPr>
              <a:t>j</a:t>
            </a:r>
            <a:endParaRPr sz="1600">
              <a:latin typeface="Consolas"/>
              <a:ea typeface="Consolas"/>
              <a:cs typeface="Consolas"/>
              <a:sym typeface="Consolas"/>
            </a:endParaRPr>
          </a:p>
        </p:txBody>
      </p:sp>
      <p:sp>
        <p:nvSpPr>
          <p:cNvPr id="731" name="Google Shape;731;p53"/>
          <p:cNvSpPr/>
          <p:nvPr/>
        </p:nvSpPr>
        <p:spPr>
          <a:xfrm rot="-5400000">
            <a:off x="6134925" y="1764075"/>
            <a:ext cx="260700" cy="1881000"/>
          </a:xfrm>
          <a:prstGeom prst="rightBrace">
            <a:avLst>
              <a:gd name="adj1" fmla="val 8333"/>
              <a:gd name="adj2" fmla="val 50000"/>
            </a:avLst>
          </a:prstGeom>
          <a:noFill/>
          <a:ln w="19050" cap="flat" cmpd="sng">
            <a:solidFill>
              <a:srgbClr val="66666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2" name="Google Shape;732;p53"/>
          <p:cNvSpPr txBox="1"/>
          <p:nvPr/>
        </p:nvSpPr>
        <p:spPr>
          <a:xfrm>
            <a:off x="166800" y="4316400"/>
            <a:ext cx="8972700" cy="827100"/>
          </a:xfrm>
          <a:prstGeom prst="rect">
            <a:avLst/>
          </a:prstGeom>
          <a:noFill/>
          <a:ln>
            <a:noFill/>
          </a:ln>
        </p:spPr>
        <p:txBody>
          <a:bodyPr spcFirstLastPara="1" wrap="square" lIns="91425" tIns="91425" rIns="91425" bIns="91425" anchor="ctr" anchorCtr="0">
            <a:noAutofit/>
          </a:bodyPr>
          <a:lstStyle/>
          <a:p>
            <a:pPr marL="0" lvl="0" indent="0" algn="l" rtl="0">
              <a:spcBef>
                <a:spcPts val="480"/>
              </a:spcBef>
              <a:spcAft>
                <a:spcPts val="0"/>
              </a:spcAft>
              <a:buNone/>
            </a:pPr>
            <a:r>
              <a:rPr lang="en" sz="1800">
                <a:solidFill>
                  <a:schemeClr val="dk1"/>
                </a:solidFill>
                <a:latin typeface="Roboto"/>
                <a:ea typeface="Roboto"/>
                <a:cs typeface="Roboto"/>
                <a:sym typeface="Roboto"/>
              </a:rPr>
              <a:t>In example above: Use j pointer to track current spot of traveling item.</a:t>
            </a:r>
            <a:endParaRPr sz="1800">
              <a:latin typeface="Roboto"/>
              <a:ea typeface="Roboto"/>
              <a:cs typeface="Roboto"/>
              <a:sym typeface="Roboto"/>
            </a:endParaRPr>
          </a:p>
        </p:txBody>
      </p:sp>
      <p:sp>
        <p:nvSpPr>
          <p:cNvPr id="733" name="Google Shape;733;p53"/>
          <p:cNvSpPr txBox="1"/>
          <p:nvPr/>
        </p:nvSpPr>
        <p:spPr>
          <a:xfrm>
            <a:off x="5324475" y="2237025"/>
            <a:ext cx="1881000" cy="3372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a:latin typeface="Roboto"/>
                <a:ea typeface="Roboto"/>
                <a:cs typeface="Roboto"/>
                <a:sym typeface="Roboto"/>
              </a:rPr>
              <a:t>unexamined</a:t>
            </a:r>
            <a:endParaRPr>
              <a:latin typeface="Roboto"/>
              <a:ea typeface="Roboto"/>
              <a:cs typeface="Roboto"/>
              <a:sym typeface="Roboto"/>
            </a:endParaRPr>
          </a:p>
        </p:txBody>
      </p:sp>
      <p:sp>
        <p:nvSpPr>
          <p:cNvPr id="734" name="Google Shape;734;p53"/>
          <p:cNvSpPr txBox="1"/>
          <p:nvPr/>
        </p:nvSpPr>
        <p:spPr>
          <a:xfrm>
            <a:off x="1294775" y="2892875"/>
            <a:ext cx="948300" cy="4953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sz="1800">
                <a:latin typeface="Roboto"/>
                <a:ea typeface="Roboto"/>
                <a:cs typeface="Roboto"/>
                <a:sym typeface="Roboto"/>
              </a:rPr>
              <a:t>Input:</a:t>
            </a:r>
            <a:endParaRPr sz="1800">
              <a:latin typeface="Roboto"/>
              <a:ea typeface="Roboto"/>
              <a:cs typeface="Roboto"/>
              <a:sym typeface="Roboto"/>
            </a:endParaRP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Shape 738"/>
        <p:cNvGrpSpPr/>
        <p:nvPr/>
      </p:nvGrpSpPr>
      <p:grpSpPr>
        <a:xfrm>
          <a:off x="0" y="0"/>
          <a:ext cx="0" cy="0"/>
          <a:chOff x="0" y="0"/>
          <a:chExt cx="0" cy="0"/>
        </a:xfrm>
      </p:grpSpPr>
      <p:sp>
        <p:nvSpPr>
          <p:cNvPr id="739" name="Google Shape;739;p54"/>
          <p:cNvSpPr txBox="1">
            <a:spLocks noGrp="1"/>
          </p:cNvSpPr>
          <p:nvPr>
            <p:ph type="title"/>
          </p:nvPr>
        </p:nvSpPr>
        <p:spPr>
          <a:xfrm>
            <a:off x="0" y="0"/>
            <a:ext cx="8520600" cy="3936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buFont typeface="Arial"/>
              <a:buNone/>
            </a:pPr>
            <a:r>
              <a:rPr lang="en"/>
              <a:t>In-place Insertion Sort</a:t>
            </a:r>
            <a:endParaRPr/>
          </a:p>
        </p:txBody>
      </p:sp>
      <p:sp>
        <p:nvSpPr>
          <p:cNvPr id="740" name="Google Shape;740;p54"/>
          <p:cNvSpPr txBox="1">
            <a:spLocks noGrp="1"/>
          </p:cNvSpPr>
          <p:nvPr>
            <p:ph type="body" idx="1"/>
          </p:nvPr>
        </p:nvSpPr>
        <p:spPr>
          <a:xfrm>
            <a:off x="107044" y="402200"/>
            <a:ext cx="8520600" cy="3416400"/>
          </a:xfrm>
          <a:prstGeom prst="rect">
            <a:avLst/>
          </a:prstGeom>
        </p:spPr>
        <p:txBody>
          <a:bodyPr spcFirstLastPara="1" wrap="square" lIns="91425" tIns="91425" rIns="91425" bIns="91425" anchor="t" anchorCtr="0">
            <a:noAutofit/>
          </a:bodyPr>
          <a:lstStyle/>
          <a:p>
            <a:pPr marL="0" lvl="0" indent="0" algn="l" rtl="0">
              <a:spcBef>
                <a:spcPts val="600"/>
              </a:spcBef>
              <a:spcAft>
                <a:spcPts val="0"/>
              </a:spcAft>
              <a:buNone/>
            </a:pPr>
            <a:r>
              <a:rPr lang="en"/>
              <a:t>General strategy: </a:t>
            </a:r>
            <a:endParaRPr/>
          </a:p>
          <a:p>
            <a:pPr marL="457200" lvl="0" indent="-342900" algn="l" rtl="0">
              <a:spcBef>
                <a:spcPts val="600"/>
              </a:spcBef>
              <a:spcAft>
                <a:spcPts val="0"/>
              </a:spcAft>
              <a:buSzPts val="1800"/>
              <a:buChar char="●"/>
            </a:pPr>
            <a:r>
              <a:rPr lang="en"/>
              <a:t>Repeat for i = 0 to N - 1:</a:t>
            </a:r>
            <a:endParaRPr/>
          </a:p>
          <a:p>
            <a:pPr marL="914400" lvl="1" indent="-342900" algn="l" rtl="0">
              <a:spcBef>
                <a:spcPts val="0"/>
              </a:spcBef>
              <a:spcAft>
                <a:spcPts val="0"/>
              </a:spcAft>
              <a:buSzPts val="1800"/>
              <a:buChar char="○"/>
            </a:pPr>
            <a:r>
              <a:rPr lang="en"/>
              <a:t>Designate item i as the traveling item.</a:t>
            </a:r>
            <a:endParaRPr/>
          </a:p>
          <a:p>
            <a:pPr marL="914400" lvl="1" indent="-342900" algn="l" rtl="0">
              <a:spcBef>
                <a:spcPts val="600"/>
              </a:spcBef>
              <a:spcAft>
                <a:spcPts val="0"/>
              </a:spcAft>
              <a:buSzPts val="1800"/>
              <a:buChar char="○"/>
            </a:pPr>
            <a:r>
              <a:rPr lang="en" b="1"/>
              <a:t>Swap item backwards until traveller is in the right place among all previously examined items.</a:t>
            </a:r>
            <a:endParaRPr b="1"/>
          </a:p>
        </p:txBody>
      </p:sp>
      <p:sp>
        <p:nvSpPr>
          <p:cNvPr id="741" name="Google Shape;741;p54"/>
          <p:cNvSpPr/>
          <p:nvPr/>
        </p:nvSpPr>
        <p:spPr>
          <a:xfrm>
            <a:off x="2834175" y="2892875"/>
            <a:ext cx="495300" cy="495300"/>
          </a:xfrm>
          <a:prstGeom prst="rect">
            <a:avLst/>
          </a:prstGeom>
          <a:solidFill>
            <a:srgbClr val="D9D9D9"/>
          </a:solid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800">
                <a:latin typeface="Calibri"/>
                <a:ea typeface="Calibri"/>
                <a:cs typeface="Calibri"/>
                <a:sym typeface="Calibri"/>
              </a:rPr>
              <a:t>2</a:t>
            </a:r>
            <a:endParaRPr sz="1800">
              <a:latin typeface="Calibri"/>
              <a:ea typeface="Calibri"/>
              <a:cs typeface="Calibri"/>
              <a:sym typeface="Calibri"/>
            </a:endParaRPr>
          </a:p>
        </p:txBody>
      </p:sp>
      <p:sp>
        <p:nvSpPr>
          <p:cNvPr id="742" name="Google Shape;742;p54"/>
          <p:cNvSpPr/>
          <p:nvPr/>
        </p:nvSpPr>
        <p:spPr>
          <a:xfrm>
            <a:off x="3319364" y="2892875"/>
            <a:ext cx="495300" cy="495300"/>
          </a:xfrm>
          <a:prstGeom prst="rect">
            <a:avLst/>
          </a:prstGeom>
          <a:solidFill>
            <a:srgbClr val="D9D9D9"/>
          </a:solid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800">
                <a:latin typeface="Calibri"/>
                <a:ea typeface="Calibri"/>
                <a:cs typeface="Calibri"/>
                <a:sym typeface="Calibri"/>
              </a:rPr>
              <a:t>15</a:t>
            </a:r>
            <a:endParaRPr sz="1800">
              <a:latin typeface="Calibri"/>
              <a:ea typeface="Calibri"/>
              <a:cs typeface="Calibri"/>
              <a:sym typeface="Calibri"/>
            </a:endParaRPr>
          </a:p>
        </p:txBody>
      </p:sp>
      <p:sp>
        <p:nvSpPr>
          <p:cNvPr id="743" name="Google Shape;743;p54"/>
          <p:cNvSpPr/>
          <p:nvPr/>
        </p:nvSpPr>
        <p:spPr>
          <a:xfrm>
            <a:off x="3808705" y="2892875"/>
            <a:ext cx="495300" cy="495300"/>
          </a:xfrm>
          <a:prstGeom prst="rect">
            <a:avLst/>
          </a:prstGeom>
          <a:solidFill>
            <a:srgbClr val="D9D9D9"/>
          </a:solid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800">
                <a:latin typeface="Calibri"/>
                <a:ea typeface="Calibri"/>
                <a:cs typeface="Calibri"/>
                <a:sym typeface="Calibri"/>
              </a:rPr>
              <a:t>17</a:t>
            </a:r>
            <a:endParaRPr sz="1800">
              <a:latin typeface="Calibri"/>
              <a:ea typeface="Calibri"/>
              <a:cs typeface="Calibri"/>
              <a:sym typeface="Calibri"/>
            </a:endParaRPr>
          </a:p>
        </p:txBody>
      </p:sp>
      <p:sp>
        <p:nvSpPr>
          <p:cNvPr id="744" name="Google Shape;744;p54"/>
          <p:cNvSpPr/>
          <p:nvPr/>
        </p:nvSpPr>
        <p:spPr>
          <a:xfrm>
            <a:off x="4293894" y="2892875"/>
            <a:ext cx="495300" cy="495300"/>
          </a:xfrm>
          <a:prstGeom prst="rect">
            <a:avLst/>
          </a:prstGeom>
          <a:solidFill>
            <a:srgbClr val="D9D9D9"/>
          </a:solid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800">
                <a:latin typeface="Calibri"/>
                <a:ea typeface="Calibri"/>
                <a:cs typeface="Calibri"/>
                <a:sym typeface="Calibri"/>
              </a:rPr>
              <a:t>19</a:t>
            </a:r>
            <a:endParaRPr sz="1800">
              <a:latin typeface="Calibri"/>
              <a:ea typeface="Calibri"/>
              <a:cs typeface="Calibri"/>
              <a:sym typeface="Calibri"/>
            </a:endParaRPr>
          </a:p>
        </p:txBody>
      </p:sp>
      <p:sp>
        <p:nvSpPr>
          <p:cNvPr id="745" name="Google Shape;745;p54"/>
          <p:cNvSpPr/>
          <p:nvPr/>
        </p:nvSpPr>
        <p:spPr>
          <a:xfrm>
            <a:off x="4778636" y="2892875"/>
            <a:ext cx="495300" cy="495300"/>
          </a:xfrm>
          <a:prstGeom prst="rect">
            <a:avLst/>
          </a:prstGeom>
          <a:solidFill>
            <a:srgbClr val="D9D9D9"/>
          </a:solid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800">
                <a:latin typeface="Calibri"/>
                <a:ea typeface="Calibri"/>
                <a:cs typeface="Calibri"/>
                <a:sym typeface="Calibri"/>
              </a:rPr>
              <a:t>32</a:t>
            </a:r>
            <a:endParaRPr sz="1800">
              <a:latin typeface="Calibri"/>
              <a:ea typeface="Calibri"/>
              <a:cs typeface="Calibri"/>
              <a:sym typeface="Calibri"/>
            </a:endParaRPr>
          </a:p>
        </p:txBody>
      </p:sp>
      <p:sp>
        <p:nvSpPr>
          <p:cNvPr id="746" name="Google Shape;746;p54"/>
          <p:cNvSpPr/>
          <p:nvPr/>
        </p:nvSpPr>
        <p:spPr>
          <a:xfrm>
            <a:off x="5263825" y="2892875"/>
            <a:ext cx="495300" cy="495300"/>
          </a:xfrm>
          <a:prstGeom prst="rect">
            <a:avLst/>
          </a:prstGeom>
          <a:solidFill>
            <a:srgbClr val="B1DD8B"/>
          </a:solid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800">
                <a:latin typeface="Calibri"/>
                <a:ea typeface="Calibri"/>
                <a:cs typeface="Calibri"/>
                <a:sym typeface="Calibri"/>
              </a:rPr>
              <a:t>26</a:t>
            </a:r>
            <a:endParaRPr sz="1800">
              <a:latin typeface="Calibri"/>
              <a:ea typeface="Calibri"/>
              <a:cs typeface="Calibri"/>
              <a:sym typeface="Calibri"/>
            </a:endParaRPr>
          </a:p>
        </p:txBody>
      </p:sp>
      <p:sp>
        <p:nvSpPr>
          <p:cNvPr id="747" name="Google Shape;747;p54"/>
          <p:cNvSpPr/>
          <p:nvPr/>
        </p:nvSpPr>
        <p:spPr>
          <a:xfrm>
            <a:off x="5753166" y="2892875"/>
            <a:ext cx="495300" cy="495300"/>
          </a:xfrm>
          <a:prstGeom prst="rect">
            <a:avLst/>
          </a:prstGeom>
          <a:solidFill>
            <a:srgbClr val="B1DD8B"/>
          </a:solid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800">
                <a:latin typeface="Calibri"/>
                <a:ea typeface="Calibri"/>
                <a:cs typeface="Calibri"/>
                <a:sym typeface="Calibri"/>
              </a:rPr>
              <a:t>41</a:t>
            </a:r>
            <a:endParaRPr sz="1800">
              <a:latin typeface="Calibri"/>
              <a:ea typeface="Calibri"/>
              <a:cs typeface="Calibri"/>
              <a:sym typeface="Calibri"/>
            </a:endParaRPr>
          </a:p>
        </p:txBody>
      </p:sp>
      <p:sp>
        <p:nvSpPr>
          <p:cNvPr id="748" name="Google Shape;748;p54"/>
          <p:cNvSpPr/>
          <p:nvPr/>
        </p:nvSpPr>
        <p:spPr>
          <a:xfrm>
            <a:off x="6238355" y="2892875"/>
            <a:ext cx="495300" cy="495300"/>
          </a:xfrm>
          <a:prstGeom prst="rect">
            <a:avLst/>
          </a:prstGeom>
          <a:solidFill>
            <a:srgbClr val="B1DD8B"/>
          </a:solid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800">
                <a:latin typeface="Calibri"/>
                <a:ea typeface="Calibri"/>
                <a:cs typeface="Calibri"/>
                <a:sym typeface="Calibri"/>
              </a:rPr>
              <a:t>17</a:t>
            </a:r>
            <a:endParaRPr sz="1800">
              <a:latin typeface="Calibri"/>
              <a:ea typeface="Calibri"/>
              <a:cs typeface="Calibri"/>
              <a:sym typeface="Calibri"/>
            </a:endParaRPr>
          </a:p>
        </p:txBody>
      </p:sp>
      <p:sp>
        <p:nvSpPr>
          <p:cNvPr id="749" name="Google Shape;749;p54"/>
          <p:cNvSpPr/>
          <p:nvPr/>
        </p:nvSpPr>
        <p:spPr>
          <a:xfrm>
            <a:off x="6727730" y="2892875"/>
            <a:ext cx="495300" cy="495300"/>
          </a:xfrm>
          <a:prstGeom prst="rect">
            <a:avLst/>
          </a:prstGeom>
          <a:solidFill>
            <a:srgbClr val="B1DD8B"/>
          </a:solid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800">
                <a:latin typeface="Calibri"/>
                <a:ea typeface="Calibri"/>
                <a:cs typeface="Calibri"/>
                <a:sym typeface="Calibri"/>
              </a:rPr>
              <a:t>17</a:t>
            </a:r>
            <a:endParaRPr sz="1800">
              <a:latin typeface="Calibri"/>
              <a:ea typeface="Calibri"/>
              <a:cs typeface="Calibri"/>
              <a:sym typeface="Calibri"/>
            </a:endParaRPr>
          </a:p>
        </p:txBody>
      </p:sp>
      <p:sp>
        <p:nvSpPr>
          <p:cNvPr id="750" name="Google Shape;750;p54"/>
          <p:cNvSpPr txBox="1"/>
          <p:nvPr/>
        </p:nvSpPr>
        <p:spPr>
          <a:xfrm>
            <a:off x="4892824" y="3364800"/>
            <a:ext cx="495300" cy="4953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600">
                <a:latin typeface="Consolas"/>
                <a:ea typeface="Consolas"/>
                <a:cs typeface="Consolas"/>
                <a:sym typeface="Consolas"/>
              </a:rPr>
              <a:t>i</a:t>
            </a:r>
            <a:endParaRPr sz="1600">
              <a:latin typeface="Consolas"/>
              <a:ea typeface="Consolas"/>
              <a:cs typeface="Consolas"/>
              <a:sym typeface="Consolas"/>
            </a:endParaRPr>
          </a:p>
        </p:txBody>
      </p:sp>
      <p:sp>
        <p:nvSpPr>
          <p:cNvPr id="751" name="Google Shape;751;p54"/>
          <p:cNvSpPr txBox="1"/>
          <p:nvPr/>
        </p:nvSpPr>
        <p:spPr>
          <a:xfrm>
            <a:off x="4396517" y="3692259"/>
            <a:ext cx="495300" cy="4953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600">
                <a:latin typeface="Consolas"/>
                <a:ea typeface="Consolas"/>
                <a:cs typeface="Consolas"/>
                <a:sym typeface="Consolas"/>
              </a:rPr>
              <a:t>j</a:t>
            </a:r>
            <a:endParaRPr sz="1600">
              <a:latin typeface="Consolas"/>
              <a:ea typeface="Consolas"/>
              <a:cs typeface="Consolas"/>
              <a:sym typeface="Consolas"/>
            </a:endParaRPr>
          </a:p>
        </p:txBody>
      </p:sp>
      <p:sp>
        <p:nvSpPr>
          <p:cNvPr id="752" name="Google Shape;752;p54"/>
          <p:cNvSpPr/>
          <p:nvPr/>
        </p:nvSpPr>
        <p:spPr>
          <a:xfrm rot="-5400000">
            <a:off x="6134925" y="1764075"/>
            <a:ext cx="260700" cy="1881000"/>
          </a:xfrm>
          <a:prstGeom prst="rightBrace">
            <a:avLst>
              <a:gd name="adj1" fmla="val 8333"/>
              <a:gd name="adj2" fmla="val 50000"/>
            </a:avLst>
          </a:prstGeom>
          <a:noFill/>
          <a:ln w="19050" cap="flat" cmpd="sng">
            <a:solidFill>
              <a:srgbClr val="66666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3" name="Google Shape;753;p54"/>
          <p:cNvSpPr/>
          <p:nvPr/>
        </p:nvSpPr>
        <p:spPr>
          <a:xfrm rot="-5400000">
            <a:off x="3887150" y="1533375"/>
            <a:ext cx="260700" cy="2342400"/>
          </a:xfrm>
          <a:prstGeom prst="rightBrace">
            <a:avLst>
              <a:gd name="adj1" fmla="val 8333"/>
              <a:gd name="adj2" fmla="val 50000"/>
            </a:avLst>
          </a:prstGeom>
          <a:noFill/>
          <a:ln w="19050" cap="flat" cmpd="sng">
            <a:solidFill>
              <a:srgbClr val="66666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4" name="Google Shape;754;p54"/>
          <p:cNvSpPr txBox="1"/>
          <p:nvPr/>
        </p:nvSpPr>
        <p:spPr>
          <a:xfrm>
            <a:off x="3689942" y="2237025"/>
            <a:ext cx="849900" cy="3372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a:t>sorted</a:t>
            </a:r>
            <a:endParaRPr/>
          </a:p>
        </p:txBody>
      </p:sp>
      <p:sp>
        <p:nvSpPr>
          <p:cNvPr id="755" name="Google Shape;755;p54"/>
          <p:cNvSpPr txBox="1"/>
          <p:nvPr/>
        </p:nvSpPr>
        <p:spPr>
          <a:xfrm>
            <a:off x="166800" y="4316400"/>
            <a:ext cx="8972700" cy="827100"/>
          </a:xfrm>
          <a:prstGeom prst="rect">
            <a:avLst/>
          </a:prstGeom>
          <a:noFill/>
          <a:ln>
            <a:noFill/>
          </a:ln>
        </p:spPr>
        <p:txBody>
          <a:bodyPr spcFirstLastPara="1" wrap="square" lIns="91425" tIns="91425" rIns="91425" bIns="91425" anchor="ctr" anchorCtr="0">
            <a:noAutofit/>
          </a:bodyPr>
          <a:lstStyle/>
          <a:p>
            <a:pPr marL="0" lvl="0" indent="0" algn="l" rtl="0">
              <a:spcBef>
                <a:spcPts val="480"/>
              </a:spcBef>
              <a:spcAft>
                <a:spcPts val="0"/>
              </a:spcAft>
              <a:buNone/>
            </a:pPr>
            <a:r>
              <a:rPr lang="en" sz="1800">
                <a:solidFill>
                  <a:schemeClr val="dk1"/>
                </a:solidFill>
                <a:latin typeface="Roboto"/>
                <a:ea typeface="Roboto"/>
                <a:cs typeface="Roboto"/>
                <a:sym typeface="Roboto"/>
              </a:rPr>
              <a:t>In example above: Use j pointer to track current spot of traveling item.</a:t>
            </a:r>
            <a:endParaRPr sz="1800">
              <a:latin typeface="Roboto"/>
              <a:ea typeface="Roboto"/>
              <a:cs typeface="Roboto"/>
              <a:sym typeface="Roboto"/>
            </a:endParaRPr>
          </a:p>
        </p:txBody>
      </p:sp>
      <p:sp>
        <p:nvSpPr>
          <p:cNvPr id="756" name="Google Shape;756;p54"/>
          <p:cNvSpPr txBox="1"/>
          <p:nvPr/>
        </p:nvSpPr>
        <p:spPr>
          <a:xfrm>
            <a:off x="5324475" y="2237025"/>
            <a:ext cx="1881000" cy="3372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a:latin typeface="Roboto"/>
                <a:ea typeface="Roboto"/>
                <a:cs typeface="Roboto"/>
                <a:sym typeface="Roboto"/>
              </a:rPr>
              <a:t>unexamined</a:t>
            </a:r>
            <a:endParaRPr>
              <a:latin typeface="Roboto"/>
              <a:ea typeface="Roboto"/>
              <a:cs typeface="Roboto"/>
              <a:sym typeface="Roboto"/>
            </a:endParaRPr>
          </a:p>
        </p:txBody>
      </p:sp>
      <p:sp>
        <p:nvSpPr>
          <p:cNvPr id="757" name="Google Shape;757;p54"/>
          <p:cNvSpPr txBox="1"/>
          <p:nvPr/>
        </p:nvSpPr>
        <p:spPr>
          <a:xfrm>
            <a:off x="1294775" y="2892875"/>
            <a:ext cx="948300" cy="4953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sz="1800">
                <a:latin typeface="Roboto"/>
                <a:ea typeface="Roboto"/>
                <a:cs typeface="Roboto"/>
                <a:sym typeface="Roboto"/>
              </a:rPr>
              <a:t>Input:</a:t>
            </a:r>
            <a:endParaRPr sz="1800">
              <a:latin typeface="Roboto"/>
              <a:ea typeface="Roboto"/>
              <a:cs typeface="Roboto"/>
              <a:sym typeface="Roboto"/>
            </a:endParaRP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Shape 761"/>
        <p:cNvGrpSpPr/>
        <p:nvPr/>
      </p:nvGrpSpPr>
      <p:grpSpPr>
        <a:xfrm>
          <a:off x="0" y="0"/>
          <a:ext cx="0" cy="0"/>
          <a:chOff x="0" y="0"/>
          <a:chExt cx="0" cy="0"/>
        </a:xfrm>
      </p:grpSpPr>
      <p:sp>
        <p:nvSpPr>
          <p:cNvPr id="762" name="Google Shape;762;p55"/>
          <p:cNvSpPr txBox="1">
            <a:spLocks noGrp="1"/>
          </p:cNvSpPr>
          <p:nvPr>
            <p:ph type="title"/>
          </p:nvPr>
        </p:nvSpPr>
        <p:spPr>
          <a:xfrm>
            <a:off x="0" y="0"/>
            <a:ext cx="8520600" cy="3936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buFont typeface="Arial"/>
              <a:buNone/>
            </a:pPr>
            <a:r>
              <a:rPr lang="en"/>
              <a:t>In-place Insertion Sort</a:t>
            </a:r>
            <a:endParaRPr/>
          </a:p>
        </p:txBody>
      </p:sp>
      <p:sp>
        <p:nvSpPr>
          <p:cNvPr id="763" name="Google Shape;763;p55"/>
          <p:cNvSpPr txBox="1">
            <a:spLocks noGrp="1"/>
          </p:cNvSpPr>
          <p:nvPr>
            <p:ph type="body" idx="1"/>
          </p:nvPr>
        </p:nvSpPr>
        <p:spPr>
          <a:xfrm>
            <a:off x="107044" y="402200"/>
            <a:ext cx="8520600" cy="3416400"/>
          </a:xfrm>
          <a:prstGeom prst="rect">
            <a:avLst/>
          </a:prstGeom>
        </p:spPr>
        <p:txBody>
          <a:bodyPr spcFirstLastPara="1" wrap="square" lIns="91425" tIns="91425" rIns="91425" bIns="91425" anchor="t" anchorCtr="0">
            <a:noAutofit/>
          </a:bodyPr>
          <a:lstStyle/>
          <a:p>
            <a:pPr marL="0" lvl="0" indent="0" algn="l" rtl="0">
              <a:spcBef>
                <a:spcPts val="600"/>
              </a:spcBef>
              <a:spcAft>
                <a:spcPts val="0"/>
              </a:spcAft>
              <a:buNone/>
            </a:pPr>
            <a:r>
              <a:rPr lang="en"/>
              <a:t>General strategy: </a:t>
            </a:r>
            <a:endParaRPr/>
          </a:p>
          <a:p>
            <a:pPr marL="457200" lvl="0" indent="-342900" algn="l" rtl="0">
              <a:spcBef>
                <a:spcPts val="600"/>
              </a:spcBef>
              <a:spcAft>
                <a:spcPts val="0"/>
              </a:spcAft>
              <a:buSzPts val="1800"/>
              <a:buChar char="●"/>
            </a:pPr>
            <a:r>
              <a:rPr lang="en"/>
              <a:t>Repeat for i = 0 to N - 1:</a:t>
            </a:r>
            <a:endParaRPr/>
          </a:p>
          <a:p>
            <a:pPr marL="914400" lvl="1" indent="-342900" algn="l" rtl="0">
              <a:spcBef>
                <a:spcPts val="0"/>
              </a:spcBef>
              <a:spcAft>
                <a:spcPts val="0"/>
              </a:spcAft>
              <a:buSzPts val="1800"/>
              <a:buChar char="○"/>
            </a:pPr>
            <a:r>
              <a:rPr lang="en" b="1"/>
              <a:t>Designate item i as the traveling item.</a:t>
            </a:r>
            <a:endParaRPr b="1"/>
          </a:p>
          <a:p>
            <a:pPr marL="914400" lvl="1" indent="-342900" algn="l" rtl="0">
              <a:spcBef>
                <a:spcPts val="600"/>
              </a:spcBef>
              <a:spcAft>
                <a:spcPts val="0"/>
              </a:spcAft>
              <a:buSzPts val="1800"/>
              <a:buChar char="○"/>
            </a:pPr>
            <a:r>
              <a:rPr lang="en"/>
              <a:t>Swap item backwards until traveller is in the right place among all previously examined items.</a:t>
            </a:r>
            <a:endParaRPr/>
          </a:p>
        </p:txBody>
      </p:sp>
      <p:sp>
        <p:nvSpPr>
          <p:cNvPr id="764" name="Google Shape;764;p55"/>
          <p:cNvSpPr/>
          <p:nvPr/>
        </p:nvSpPr>
        <p:spPr>
          <a:xfrm>
            <a:off x="2834175" y="2892875"/>
            <a:ext cx="495300" cy="495300"/>
          </a:xfrm>
          <a:prstGeom prst="rect">
            <a:avLst/>
          </a:prstGeom>
          <a:solidFill>
            <a:srgbClr val="D9D9D9"/>
          </a:solid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800">
                <a:latin typeface="Calibri"/>
                <a:ea typeface="Calibri"/>
                <a:cs typeface="Calibri"/>
                <a:sym typeface="Calibri"/>
              </a:rPr>
              <a:t>2</a:t>
            </a:r>
            <a:endParaRPr sz="1800">
              <a:latin typeface="Calibri"/>
              <a:ea typeface="Calibri"/>
              <a:cs typeface="Calibri"/>
              <a:sym typeface="Calibri"/>
            </a:endParaRPr>
          </a:p>
        </p:txBody>
      </p:sp>
      <p:sp>
        <p:nvSpPr>
          <p:cNvPr id="765" name="Google Shape;765;p55"/>
          <p:cNvSpPr/>
          <p:nvPr/>
        </p:nvSpPr>
        <p:spPr>
          <a:xfrm>
            <a:off x="3319364" y="2892875"/>
            <a:ext cx="495300" cy="495300"/>
          </a:xfrm>
          <a:prstGeom prst="rect">
            <a:avLst/>
          </a:prstGeom>
          <a:solidFill>
            <a:srgbClr val="D9D9D9"/>
          </a:solid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800">
                <a:latin typeface="Calibri"/>
                <a:ea typeface="Calibri"/>
                <a:cs typeface="Calibri"/>
                <a:sym typeface="Calibri"/>
              </a:rPr>
              <a:t>15</a:t>
            </a:r>
            <a:endParaRPr sz="1800">
              <a:latin typeface="Calibri"/>
              <a:ea typeface="Calibri"/>
              <a:cs typeface="Calibri"/>
              <a:sym typeface="Calibri"/>
            </a:endParaRPr>
          </a:p>
        </p:txBody>
      </p:sp>
      <p:sp>
        <p:nvSpPr>
          <p:cNvPr id="766" name="Google Shape;766;p55"/>
          <p:cNvSpPr/>
          <p:nvPr/>
        </p:nvSpPr>
        <p:spPr>
          <a:xfrm>
            <a:off x="3808705" y="2892875"/>
            <a:ext cx="495300" cy="495300"/>
          </a:xfrm>
          <a:prstGeom prst="rect">
            <a:avLst/>
          </a:prstGeom>
          <a:solidFill>
            <a:srgbClr val="D9D9D9"/>
          </a:solid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800">
                <a:latin typeface="Calibri"/>
                <a:ea typeface="Calibri"/>
                <a:cs typeface="Calibri"/>
                <a:sym typeface="Calibri"/>
              </a:rPr>
              <a:t>17</a:t>
            </a:r>
            <a:endParaRPr sz="1800">
              <a:latin typeface="Calibri"/>
              <a:ea typeface="Calibri"/>
              <a:cs typeface="Calibri"/>
              <a:sym typeface="Calibri"/>
            </a:endParaRPr>
          </a:p>
        </p:txBody>
      </p:sp>
      <p:sp>
        <p:nvSpPr>
          <p:cNvPr id="767" name="Google Shape;767;p55"/>
          <p:cNvSpPr/>
          <p:nvPr/>
        </p:nvSpPr>
        <p:spPr>
          <a:xfrm>
            <a:off x="4293894" y="2892875"/>
            <a:ext cx="495300" cy="495300"/>
          </a:xfrm>
          <a:prstGeom prst="rect">
            <a:avLst/>
          </a:prstGeom>
          <a:solidFill>
            <a:srgbClr val="D9D9D9"/>
          </a:solid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800">
                <a:latin typeface="Calibri"/>
                <a:ea typeface="Calibri"/>
                <a:cs typeface="Calibri"/>
                <a:sym typeface="Calibri"/>
              </a:rPr>
              <a:t>19</a:t>
            </a:r>
            <a:endParaRPr sz="1800">
              <a:latin typeface="Calibri"/>
              <a:ea typeface="Calibri"/>
              <a:cs typeface="Calibri"/>
              <a:sym typeface="Calibri"/>
            </a:endParaRPr>
          </a:p>
        </p:txBody>
      </p:sp>
      <p:sp>
        <p:nvSpPr>
          <p:cNvPr id="768" name="Google Shape;768;p55"/>
          <p:cNvSpPr/>
          <p:nvPr/>
        </p:nvSpPr>
        <p:spPr>
          <a:xfrm>
            <a:off x="4778636" y="2892875"/>
            <a:ext cx="495300" cy="495300"/>
          </a:xfrm>
          <a:prstGeom prst="rect">
            <a:avLst/>
          </a:prstGeom>
          <a:solidFill>
            <a:srgbClr val="D9D9D9"/>
          </a:solid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800">
                <a:latin typeface="Calibri"/>
                <a:ea typeface="Calibri"/>
                <a:cs typeface="Calibri"/>
                <a:sym typeface="Calibri"/>
              </a:rPr>
              <a:t>32</a:t>
            </a:r>
            <a:endParaRPr sz="1800">
              <a:latin typeface="Calibri"/>
              <a:ea typeface="Calibri"/>
              <a:cs typeface="Calibri"/>
              <a:sym typeface="Calibri"/>
            </a:endParaRPr>
          </a:p>
        </p:txBody>
      </p:sp>
      <p:sp>
        <p:nvSpPr>
          <p:cNvPr id="769" name="Google Shape;769;p55"/>
          <p:cNvSpPr/>
          <p:nvPr/>
        </p:nvSpPr>
        <p:spPr>
          <a:xfrm>
            <a:off x="5263825" y="2892875"/>
            <a:ext cx="495300" cy="495300"/>
          </a:xfrm>
          <a:prstGeom prst="rect">
            <a:avLst/>
          </a:prstGeom>
          <a:solidFill>
            <a:schemeClr val="accent3"/>
          </a:solid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800">
                <a:latin typeface="Calibri"/>
                <a:ea typeface="Calibri"/>
                <a:cs typeface="Calibri"/>
                <a:sym typeface="Calibri"/>
              </a:rPr>
              <a:t>26</a:t>
            </a:r>
            <a:endParaRPr sz="1800">
              <a:latin typeface="Calibri"/>
              <a:ea typeface="Calibri"/>
              <a:cs typeface="Calibri"/>
              <a:sym typeface="Calibri"/>
            </a:endParaRPr>
          </a:p>
        </p:txBody>
      </p:sp>
      <p:sp>
        <p:nvSpPr>
          <p:cNvPr id="770" name="Google Shape;770;p55"/>
          <p:cNvSpPr/>
          <p:nvPr/>
        </p:nvSpPr>
        <p:spPr>
          <a:xfrm>
            <a:off x="5753166" y="2892875"/>
            <a:ext cx="495300" cy="495300"/>
          </a:xfrm>
          <a:prstGeom prst="rect">
            <a:avLst/>
          </a:prstGeom>
          <a:solidFill>
            <a:srgbClr val="B1DD8B"/>
          </a:solid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800">
                <a:latin typeface="Calibri"/>
                <a:ea typeface="Calibri"/>
                <a:cs typeface="Calibri"/>
                <a:sym typeface="Calibri"/>
              </a:rPr>
              <a:t>41</a:t>
            </a:r>
            <a:endParaRPr sz="1800">
              <a:latin typeface="Calibri"/>
              <a:ea typeface="Calibri"/>
              <a:cs typeface="Calibri"/>
              <a:sym typeface="Calibri"/>
            </a:endParaRPr>
          </a:p>
        </p:txBody>
      </p:sp>
      <p:sp>
        <p:nvSpPr>
          <p:cNvPr id="771" name="Google Shape;771;p55"/>
          <p:cNvSpPr/>
          <p:nvPr/>
        </p:nvSpPr>
        <p:spPr>
          <a:xfrm>
            <a:off x="6238355" y="2892875"/>
            <a:ext cx="495300" cy="495300"/>
          </a:xfrm>
          <a:prstGeom prst="rect">
            <a:avLst/>
          </a:prstGeom>
          <a:solidFill>
            <a:srgbClr val="B1DD8B"/>
          </a:solid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800">
                <a:latin typeface="Calibri"/>
                <a:ea typeface="Calibri"/>
                <a:cs typeface="Calibri"/>
                <a:sym typeface="Calibri"/>
              </a:rPr>
              <a:t>17</a:t>
            </a:r>
            <a:endParaRPr sz="1800">
              <a:latin typeface="Calibri"/>
              <a:ea typeface="Calibri"/>
              <a:cs typeface="Calibri"/>
              <a:sym typeface="Calibri"/>
            </a:endParaRPr>
          </a:p>
        </p:txBody>
      </p:sp>
      <p:sp>
        <p:nvSpPr>
          <p:cNvPr id="772" name="Google Shape;772;p55"/>
          <p:cNvSpPr/>
          <p:nvPr/>
        </p:nvSpPr>
        <p:spPr>
          <a:xfrm>
            <a:off x="6727730" y="2892875"/>
            <a:ext cx="495300" cy="495300"/>
          </a:xfrm>
          <a:prstGeom prst="rect">
            <a:avLst/>
          </a:prstGeom>
          <a:solidFill>
            <a:srgbClr val="B1DD8B"/>
          </a:solid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800">
                <a:latin typeface="Calibri"/>
                <a:ea typeface="Calibri"/>
                <a:cs typeface="Calibri"/>
                <a:sym typeface="Calibri"/>
              </a:rPr>
              <a:t>17</a:t>
            </a:r>
            <a:endParaRPr sz="1800">
              <a:latin typeface="Calibri"/>
              <a:ea typeface="Calibri"/>
              <a:cs typeface="Calibri"/>
              <a:sym typeface="Calibri"/>
            </a:endParaRPr>
          </a:p>
        </p:txBody>
      </p:sp>
      <p:sp>
        <p:nvSpPr>
          <p:cNvPr id="773" name="Google Shape;773;p55"/>
          <p:cNvSpPr txBox="1"/>
          <p:nvPr/>
        </p:nvSpPr>
        <p:spPr>
          <a:xfrm>
            <a:off x="5392236" y="3364800"/>
            <a:ext cx="495300" cy="4953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600">
                <a:latin typeface="Consolas"/>
                <a:ea typeface="Consolas"/>
                <a:cs typeface="Consolas"/>
                <a:sym typeface="Consolas"/>
              </a:rPr>
              <a:t>i</a:t>
            </a:r>
            <a:endParaRPr sz="1600">
              <a:latin typeface="Consolas"/>
              <a:ea typeface="Consolas"/>
              <a:cs typeface="Consolas"/>
              <a:sym typeface="Consolas"/>
            </a:endParaRPr>
          </a:p>
        </p:txBody>
      </p:sp>
      <p:sp>
        <p:nvSpPr>
          <p:cNvPr id="774" name="Google Shape;774;p55"/>
          <p:cNvSpPr txBox="1"/>
          <p:nvPr/>
        </p:nvSpPr>
        <p:spPr>
          <a:xfrm>
            <a:off x="5387117" y="3692259"/>
            <a:ext cx="495300" cy="4953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600">
                <a:latin typeface="Consolas"/>
                <a:ea typeface="Consolas"/>
                <a:cs typeface="Consolas"/>
                <a:sym typeface="Consolas"/>
              </a:rPr>
              <a:t>j</a:t>
            </a:r>
            <a:endParaRPr sz="1600">
              <a:latin typeface="Consolas"/>
              <a:ea typeface="Consolas"/>
              <a:cs typeface="Consolas"/>
              <a:sym typeface="Consolas"/>
            </a:endParaRPr>
          </a:p>
        </p:txBody>
      </p:sp>
      <p:sp>
        <p:nvSpPr>
          <p:cNvPr id="775" name="Google Shape;775;p55"/>
          <p:cNvSpPr/>
          <p:nvPr/>
        </p:nvSpPr>
        <p:spPr>
          <a:xfrm rot="-5400000">
            <a:off x="6134925" y="1764075"/>
            <a:ext cx="260700" cy="1881000"/>
          </a:xfrm>
          <a:prstGeom prst="rightBrace">
            <a:avLst>
              <a:gd name="adj1" fmla="val 8333"/>
              <a:gd name="adj2" fmla="val 50000"/>
            </a:avLst>
          </a:prstGeom>
          <a:noFill/>
          <a:ln w="19050" cap="flat" cmpd="sng">
            <a:solidFill>
              <a:srgbClr val="66666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6" name="Google Shape;776;p55"/>
          <p:cNvSpPr/>
          <p:nvPr/>
        </p:nvSpPr>
        <p:spPr>
          <a:xfrm rot="-5400000">
            <a:off x="3887150" y="1533375"/>
            <a:ext cx="260700" cy="2342400"/>
          </a:xfrm>
          <a:prstGeom prst="rightBrace">
            <a:avLst>
              <a:gd name="adj1" fmla="val 8333"/>
              <a:gd name="adj2" fmla="val 50000"/>
            </a:avLst>
          </a:prstGeom>
          <a:noFill/>
          <a:ln w="19050" cap="flat" cmpd="sng">
            <a:solidFill>
              <a:srgbClr val="66666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7" name="Google Shape;777;p55"/>
          <p:cNvSpPr txBox="1"/>
          <p:nvPr/>
        </p:nvSpPr>
        <p:spPr>
          <a:xfrm>
            <a:off x="3689942" y="2237025"/>
            <a:ext cx="849900" cy="3372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a:t>sorted</a:t>
            </a:r>
            <a:endParaRPr/>
          </a:p>
        </p:txBody>
      </p:sp>
      <p:sp>
        <p:nvSpPr>
          <p:cNvPr id="778" name="Google Shape;778;p55"/>
          <p:cNvSpPr txBox="1"/>
          <p:nvPr/>
        </p:nvSpPr>
        <p:spPr>
          <a:xfrm>
            <a:off x="166800" y="4316400"/>
            <a:ext cx="8972700" cy="827100"/>
          </a:xfrm>
          <a:prstGeom prst="rect">
            <a:avLst/>
          </a:prstGeom>
          <a:noFill/>
          <a:ln>
            <a:noFill/>
          </a:ln>
        </p:spPr>
        <p:txBody>
          <a:bodyPr spcFirstLastPara="1" wrap="square" lIns="91425" tIns="91425" rIns="91425" bIns="91425" anchor="ctr" anchorCtr="0">
            <a:noAutofit/>
          </a:bodyPr>
          <a:lstStyle/>
          <a:p>
            <a:pPr marL="0" lvl="0" indent="0" algn="l" rtl="0">
              <a:spcBef>
                <a:spcPts val="480"/>
              </a:spcBef>
              <a:spcAft>
                <a:spcPts val="0"/>
              </a:spcAft>
              <a:buNone/>
            </a:pPr>
            <a:r>
              <a:rPr lang="en" sz="1800">
                <a:solidFill>
                  <a:schemeClr val="dk1"/>
                </a:solidFill>
                <a:latin typeface="Roboto"/>
                <a:ea typeface="Roboto"/>
                <a:cs typeface="Roboto"/>
                <a:sym typeface="Roboto"/>
              </a:rPr>
              <a:t>In example above: Use j pointer to track current spot of traveling item.</a:t>
            </a:r>
            <a:endParaRPr sz="1800">
              <a:latin typeface="Roboto"/>
              <a:ea typeface="Roboto"/>
              <a:cs typeface="Roboto"/>
              <a:sym typeface="Roboto"/>
            </a:endParaRPr>
          </a:p>
        </p:txBody>
      </p:sp>
      <p:sp>
        <p:nvSpPr>
          <p:cNvPr id="779" name="Google Shape;779;p55"/>
          <p:cNvSpPr txBox="1"/>
          <p:nvPr/>
        </p:nvSpPr>
        <p:spPr>
          <a:xfrm>
            <a:off x="5324475" y="2237025"/>
            <a:ext cx="1881000" cy="3372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a:latin typeface="Roboto"/>
                <a:ea typeface="Roboto"/>
                <a:cs typeface="Roboto"/>
                <a:sym typeface="Roboto"/>
              </a:rPr>
              <a:t>unexamined</a:t>
            </a:r>
            <a:endParaRPr>
              <a:latin typeface="Roboto"/>
              <a:ea typeface="Roboto"/>
              <a:cs typeface="Roboto"/>
              <a:sym typeface="Roboto"/>
            </a:endParaRPr>
          </a:p>
        </p:txBody>
      </p:sp>
      <p:sp>
        <p:nvSpPr>
          <p:cNvPr id="780" name="Google Shape;780;p55"/>
          <p:cNvSpPr txBox="1"/>
          <p:nvPr/>
        </p:nvSpPr>
        <p:spPr>
          <a:xfrm>
            <a:off x="1294775" y="2892875"/>
            <a:ext cx="948300" cy="4953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sz="1800">
                <a:latin typeface="Roboto"/>
                <a:ea typeface="Roboto"/>
                <a:cs typeface="Roboto"/>
                <a:sym typeface="Roboto"/>
              </a:rPr>
              <a:t>Input:</a:t>
            </a:r>
            <a:endParaRPr sz="1800">
              <a:latin typeface="Roboto"/>
              <a:ea typeface="Roboto"/>
              <a:cs typeface="Roboto"/>
              <a:sym typeface="Roboto"/>
            </a:endParaRP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Shape 784"/>
        <p:cNvGrpSpPr/>
        <p:nvPr/>
      </p:nvGrpSpPr>
      <p:grpSpPr>
        <a:xfrm>
          <a:off x="0" y="0"/>
          <a:ext cx="0" cy="0"/>
          <a:chOff x="0" y="0"/>
          <a:chExt cx="0" cy="0"/>
        </a:xfrm>
      </p:grpSpPr>
      <p:sp>
        <p:nvSpPr>
          <p:cNvPr id="785" name="Google Shape;785;p56"/>
          <p:cNvSpPr txBox="1">
            <a:spLocks noGrp="1"/>
          </p:cNvSpPr>
          <p:nvPr>
            <p:ph type="title"/>
          </p:nvPr>
        </p:nvSpPr>
        <p:spPr>
          <a:xfrm>
            <a:off x="0" y="0"/>
            <a:ext cx="8520600" cy="3936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buFont typeface="Arial"/>
              <a:buNone/>
            </a:pPr>
            <a:r>
              <a:rPr lang="en"/>
              <a:t>In-place Insertion Sort</a:t>
            </a:r>
            <a:endParaRPr/>
          </a:p>
        </p:txBody>
      </p:sp>
      <p:sp>
        <p:nvSpPr>
          <p:cNvPr id="786" name="Google Shape;786;p56"/>
          <p:cNvSpPr txBox="1">
            <a:spLocks noGrp="1"/>
          </p:cNvSpPr>
          <p:nvPr>
            <p:ph type="body" idx="1"/>
          </p:nvPr>
        </p:nvSpPr>
        <p:spPr>
          <a:xfrm>
            <a:off x="107044" y="402200"/>
            <a:ext cx="8520600" cy="3416400"/>
          </a:xfrm>
          <a:prstGeom prst="rect">
            <a:avLst/>
          </a:prstGeom>
        </p:spPr>
        <p:txBody>
          <a:bodyPr spcFirstLastPara="1" wrap="square" lIns="91425" tIns="91425" rIns="91425" bIns="91425" anchor="t" anchorCtr="0">
            <a:noAutofit/>
          </a:bodyPr>
          <a:lstStyle/>
          <a:p>
            <a:pPr marL="0" lvl="0" indent="0" algn="l" rtl="0">
              <a:spcBef>
                <a:spcPts val="600"/>
              </a:spcBef>
              <a:spcAft>
                <a:spcPts val="0"/>
              </a:spcAft>
              <a:buNone/>
            </a:pPr>
            <a:r>
              <a:rPr lang="en"/>
              <a:t>General strategy: </a:t>
            </a:r>
            <a:endParaRPr/>
          </a:p>
          <a:p>
            <a:pPr marL="457200" lvl="0" indent="-342900" algn="l" rtl="0">
              <a:spcBef>
                <a:spcPts val="600"/>
              </a:spcBef>
              <a:spcAft>
                <a:spcPts val="0"/>
              </a:spcAft>
              <a:buSzPts val="1800"/>
              <a:buChar char="●"/>
            </a:pPr>
            <a:r>
              <a:rPr lang="en"/>
              <a:t>Repeat for i = 0 to N - 1:</a:t>
            </a:r>
            <a:endParaRPr/>
          </a:p>
          <a:p>
            <a:pPr marL="914400" lvl="1" indent="-342900" algn="l" rtl="0">
              <a:spcBef>
                <a:spcPts val="0"/>
              </a:spcBef>
              <a:spcAft>
                <a:spcPts val="0"/>
              </a:spcAft>
              <a:buSzPts val="1800"/>
              <a:buChar char="○"/>
            </a:pPr>
            <a:r>
              <a:rPr lang="en"/>
              <a:t>Designate item i as the traveling item.</a:t>
            </a:r>
            <a:endParaRPr/>
          </a:p>
          <a:p>
            <a:pPr marL="914400" lvl="1" indent="-342900" algn="l" rtl="0">
              <a:spcBef>
                <a:spcPts val="600"/>
              </a:spcBef>
              <a:spcAft>
                <a:spcPts val="0"/>
              </a:spcAft>
              <a:buSzPts val="1800"/>
              <a:buChar char="○"/>
            </a:pPr>
            <a:r>
              <a:rPr lang="en" b="1"/>
              <a:t>Swap item backwards until traveller is in the right place among all previously examined items.</a:t>
            </a:r>
            <a:endParaRPr b="1"/>
          </a:p>
        </p:txBody>
      </p:sp>
      <p:sp>
        <p:nvSpPr>
          <p:cNvPr id="787" name="Google Shape;787;p56"/>
          <p:cNvSpPr/>
          <p:nvPr/>
        </p:nvSpPr>
        <p:spPr>
          <a:xfrm>
            <a:off x="2834175" y="2892875"/>
            <a:ext cx="495300" cy="495300"/>
          </a:xfrm>
          <a:prstGeom prst="rect">
            <a:avLst/>
          </a:prstGeom>
          <a:solidFill>
            <a:srgbClr val="D9D9D9"/>
          </a:solid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800">
                <a:latin typeface="Calibri"/>
                <a:ea typeface="Calibri"/>
                <a:cs typeface="Calibri"/>
                <a:sym typeface="Calibri"/>
              </a:rPr>
              <a:t>2</a:t>
            </a:r>
            <a:endParaRPr sz="1800">
              <a:latin typeface="Calibri"/>
              <a:ea typeface="Calibri"/>
              <a:cs typeface="Calibri"/>
              <a:sym typeface="Calibri"/>
            </a:endParaRPr>
          </a:p>
        </p:txBody>
      </p:sp>
      <p:sp>
        <p:nvSpPr>
          <p:cNvPr id="788" name="Google Shape;788;p56"/>
          <p:cNvSpPr/>
          <p:nvPr/>
        </p:nvSpPr>
        <p:spPr>
          <a:xfrm>
            <a:off x="3319364" y="2892875"/>
            <a:ext cx="495300" cy="495300"/>
          </a:xfrm>
          <a:prstGeom prst="rect">
            <a:avLst/>
          </a:prstGeom>
          <a:solidFill>
            <a:srgbClr val="D9D9D9"/>
          </a:solid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800">
                <a:latin typeface="Calibri"/>
                <a:ea typeface="Calibri"/>
                <a:cs typeface="Calibri"/>
                <a:sym typeface="Calibri"/>
              </a:rPr>
              <a:t>15</a:t>
            </a:r>
            <a:endParaRPr sz="1800">
              <a:latin typeface="Calibri"/>
              <a:ea typeface="Calibri"/>
              <a:cs typeface="Calibri"/>
              <a:sym typeface="Calibri"/>
            </a:endParaRPr>
          </a:p>
        </p:txBody>
      </p:sp>
      <p:sp>
        <p:nvSpPr>
          <p:cNvPr id="789" name="Google Shape;789;p56"/>
          <p:cNvSpPr/>
          <p:nvPr/>
        </p:nvSpPr>
        <p:spPr>
          <a:xfrm>
            <a:off x="3808705" y="2892875"/>
            <a:ext cx="495300" cy="495300"/>
          </a:xfrm>
          <a:prstGeom prst="rect">
            <a:avLst/>
          </a:prstGeom>
          <a:solidFill>
            <a:srgbClr val="D9D9D9"/>
          </a:solid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800">
                <a:latin typeface="Calibri"/>
                <a:ea typeface="Calibri"/>
                <a:cs typeface="Calibri"/>
                <a:sym typeface="Calibri"/>
              </a:rPr>
              <a:t>17</a:t>
            </a:r>
            <a:endParaRPr sz="1800">
              <a:latin typeface="Calibri"/>
              <a:ea typeface="Calibri"/>
              <a:cs typeface="Calibri"/>
              <a:sym typeface="Calibri"/>
            </a:endParaRPr>
          </a:p>
        </p:txBody>
      </p:sp>
      <p:sp>
        <p:nvSpPr>
          <p:cNvPr id="790" name="Google Shape;790;p56"/>
          <p:cNvSpPr/>
          <p:nvPr/>
        </p:nvSpPr>
        <p:spPr>
          <a:xfrm>
            <a:off x="4293894" y="2892875"/>
            <a:ext cx="495300" cy="495300"/>
          </a:xfrm>
          <a:prstGeom prst="rect">
            <a:avLst/>
          </a:prstGeom>
          <a:solidFill>
            <a:srgbClr val="D9D9D9"/>
          </a:solid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800">
                <a:latin typeface="Calibri"/>
                <a:ea typeface="Calibri"/>
                <a:cs typeface="Calibri"/>
                <a:sym typeface="Calibri"/>
              </a:rPr>
              <a:t>19</a:t>
            </a:r>
            <a:endParaRPr sz="1800">
              <a:latin typeface="Calibri"/>
              <a:ea typeface="Calibri"/>
              <a:cs typeface="Calibri"/>
              <a:sym typeface="Calibri"/>
            </a:endParaRPr>
          </a:p>
        </p:txBody>
      </p:sp>
      <p:sp>
        <p:nvSpPr>
          <p:cNvPr id="791" name="Google Shape;791;p56"/>
          <p:cNvSpPr/>
          <p:nvPr/>
        </p:nvSpPr>
        <p:spPr>
          <a:xfrm>
            <a:off x="4778636" y="2892875"/>
            <a:ext cx="495300" cy="495300"/>
          </a:xfrm>
          <a:prstGeom prst="rect">
            <a:avLst/>
          </a:prstGeom>
          <a:solidFill>
            <a:schemeClr val="accent3"/>
          </a:solid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800">
                <a:latin typeface="Calibri"/>
                <a:ea typeface="Calibri"/>
                <a:cs typeface="Calibri"/>
                <a:sym typeface="Calibri"/>
              </a:rPr>
              <a:t>26</a:t>
            </a:r>
            <a:endParaRPr sz="1800">
              <a:latin typeface="Calibri"/>
              <a:ea typeface="Calibri"/>
              <a:cs typeface="Calibri"/>
              <a:sym typeface="Calibri"/>
            </a:endParaRPr>
          </a:p>
        </p:txBody>
      </p:sp>
      <p:sp>
        <p:nvSpPr>
          <p:cNvPr id="792" name="Google Shape;792;p56"/>
          <p:cNvSpPr/>
          <p:nvPr/>
        </p:nvSpPr>
        <p:spPr>
          <a:xfrm>
            <a:off x="5263825" y="2892875"/>
            <a:ext cx="495300" cy="495300"/>
          </a:xfrm>
          <a:prstGeom prst="rect">
            <a:avLst/>
          </a:prstGeom>
          <a:solidFill>
            <a:srgbClr val="D9D9D9"/>
          </a:solid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800">
                <a:latin typeface="Calibri"/>
                <a:ea typeface="Calibri"/>
                <a:cs typeface="Calibri"/>
                <a:sym typeface="Calibri"/>
              </a:rPr>
              <a:t>32</a:t>
            </a:r>
            <a:endParaRPr sz="1800">
              <a:latin typeface="Calibri"/>
              <a:ea typeface="Calibri"/>
              <a:cs typeface="Calibri"/>
              <a:sym typeface="Calibri"/>
            </a:endParaRPr>
          </a:p>
        </p:txBody>
      </p:sp>
      <p:sp>
        <p:nvSpPr>
          <p:cNvPr id="793" name="Google Shape;793;p56"/>
          <p:cNvSpPr/>
          <p:nvPr/>
        </p:nvSpPr>
        <p:spPr>
          <a:xfrm>
            <a:off x="5753166" y="2892875"/>
            <a:ext cx="495300" cy="495300"/>
          </a:xfrm>
          <a:prstGeom prst="rect">
            <a:avLst/>
          </a:prstGeom>
          <a:solidFill>
            <a:srgbClr val="B1DD8B"/>
          </a:solid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800">
                <a:latin typeface="Calibri"/>
                <a:ea typeface="Calibri"/>
                <a:cs typeface="Calibri"/>
                <a:sym typeface="Calibri"/>
              </a:rPr>
              <a:t>41</a:t>
            </a:r>
            <a:endParaRPr sz="1800">
              <a:latin typeface="Calibri"/>
              <a:ea typeface="Calibri"/>
              <a:cs typeface="Calibri"/>
              <a:sym typeface="Calibri"/>
            </a:endParaRPr>
          </a:p>
        </p:txBody>
      </p:sp>
      <p:sp>
        <p:nvSpPr>
          <p:cNvPr id="794" name="Google Shape;794;p56"/>
          <p:cNvSpPr/>
          <p:nvPr/>
        </p:nvSpPr>
        <p:spPr>
          <a:xfrm>
            <a:off x="6238355" y="2892875"/>
            <a:ext cx="495300" cy="495300"/>
          </a:xfrm>
          <a:prstGeom prst="rect">
            <a:avLst/>
          </a:prstGeom>
          <a:solidFill>
            <a:srgbClr val="B1DD8B"/>
          </a:solid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800">
                <a:latin typeface="Calibri"/>
                <a:ea typeface="Calibri"/>
                <a:cs typeface="Calibri"/>
                <a:sym typeface="Calibri"/>
              </a:rPr>
              <a:t>17</a:t>
            </a:r>
            <a:endParaRPr sz="1800">
              <a:latin typeface="Calibri"/>
              <a:ea typeface="Calibri"/>
              <a:cs typeface="Calibri"/>
              <a:sym typeface="Calibri"/>
            </a:endParaRPr>
          </a:p>
        </p:txBody>
      </p:sp>
      <p:sp>
        <p:nvSpPr>
          <p:cNvPr id="795" name="Google Shape;795;p56"/>
          <p:cNvSpPr/>
          <p:nvPr/>
        </p:nvSpPr>
        <p:spPr>
          <a:xfrm>
            <a:off x="6727730" y="2892875"/>
            <a:ext cx="495300" cy="495300"/>
          </a:xfrm>
          <a:prstGeom prst="rect">
            <a:avLst/>
          </a:prstGeom>
          <a:solidFill>
            <a:srgbClr val="B1DD8B"/>
          </a:solid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800">
                <a:latin typeface="Calibri"/>
                <a:ea typeface="Calibri"/>
                <a:cs typeface="Calibri"/>
                <a:sym typeface="Calibri"/>
              </a:rPr>
              <a:t>17</a:t>
            </a:r>
            <a:endParaRPr sz="1800">
              <a:latin typeface="Calibri"/>
              <a:ea typeface="Calibri"/>
              <a:cs typeface="Calibri"/>
              <a:sym typeface="Calibri"/>
            </a:endParaRPr>
          </a:p>
        </p:txBody>
      </p:sp>
      <p:sp>
        <p:nvSpPr>
          <p:cNvPr id="796" name="Google Shape;796;p56"/>
          <p:cNvSpPr txBox="1"/>
          <p:nvPr/>
        </p:nvSpPr>
        <p:spPr>
          <a:xfrm>
            <a:off x="5392236" y="3364800"/>
            <a:ext cx="495300" cy="4953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600">
                <a:latin typeface="Consolas"/>
                <a:ea typeface="Consolas"/>
                <a:cs typeface="Consolas"/>
                <a:sym typeface="Consolas"/>
              </a:rPr>
              <a:t>i</a:t>
            </a:r>
            <a:endParaRPr sz="1600">
              <a:latin typeface="Consolas"/>
              <a:ea typeface="Consolas"/>
              <a:cs typeface="Consolas"/>
              <a:sym typeface="Consolas"/>
            </a:endParaRPr>
          </a:p>
        </p:txBody>
      </p:sp>
      <p:sp>
        <p:nvSpPr>
          <p:cNvPr id="797" name="Google Shape;797;p56"/>
          <p:cNvSpPr txBox="1"/>
          <p:nvPr/>
        </p:nvSpPr>
        <p:spPr>
          <a:xfrm>
            <a:off x="4876376" y="3692259"/>
            <a:ext cx="495300" cy="4953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600">
                <a:latin typeface="Consolas"/>
                <a:ea typeface="Consolas"/>
                <a:cs typeface="Consolas"/>
                <a:sym typeface="Consolas"/>
              </a:rPr>
              <a:t>j</a:t>
            </a:r>
            <a:endParaRPr sz="1600">
              <a:latin typeface="Consolas"/>
              <a:ea typeface="Consolas"/>
              <a:cs typeface="Consolas"/>
              <a:sym typeface="Consolas"/>
            </a:endParaRPr>
          </a:p>
        </p:txBody>
      </p:sp>
      <p:sp>
        <p:nvSpPr>
          <p:cNvPr id="798" name="Google Shape;798;p56"/>
          <p:cNvSpPr/>
          <p:nvPr/>
        </p:nvSpPr>
        <p:spPr>
          <a:xfrm rot="-5400000">
            <a:off x="6361450" y="1990725"/>
            <a:ext cx="260700" cy="1427700"/>
          </a:xfrm>
          <a:prstGeom prst="rightBrace">
            <a:avLst>
              <a:gd name="adj1" fmla="val 8333"/>
              <a:gd name="adj2" fmla="val 50000"/>
            </a:avLst>
          </a:prstGeom>
          <a:noFill/>
          <a:ln w="19050" cap="flat" cmpd="sng">
            <a:solidFill>
              <a:srgbClr val="66666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9" name="Google Shape;799;p56"/>
          <p:cNvSpPr txBox="1"/>
          <p:nvPr/>
        </p:nvSpPr>
        <p:spPr>
          <a:xfrm>
            <a:off x="166800" y="4316400"/>
            <a:ext cx="8972700" cy="827100"/>
          </a:xfrm>
          <a:prstGeom prst="rect">
            <a:avLst/>
          </a:prstGeom>
          <a:noFill/>
          <a:ln>
            <a:noFill/>
          </a:ln>
        </p:spPr>
        <p:txBody>
          <a:bodyPr spcFirstLastPara="1" wrap="square" lIns="91425" tIns="91425" rIns="91425" bIns="91425" anchor="ctr" anchorCtr="0">
            <a:noAutofit/>
          </a:bodyPr>
          <a:lstStyle/>
          <a:p>
            <a:pPr marL="0" lvl="0" indent="0" algn="l" rtl="0">
              <a:spcBef>
                <a:spcPts val="480"/>
              </a:spcBef>
              <a:spcAft>
                <a:spcPts val="0"/>
              </a:spcAft>
              <a:buNone/>
            </a:pPr>
            <a:r>
              <a:rPr lang="en" sz="1800">
                <a:solidFill>
                  <a:schemeClr val="dk1"/>
                </a:solidFill>
                <a:latin typeface="Roboto"/>
                <a:ea typeface="Roboto"/>
                <a:cs typeface="Roboto"/>
                <a:sym typeface="Roboto"/>
              </a:rPr>
              <a:t>In example above: Use j pointer to track current spot of traveling item.</a:t>
            </a:r>
            <a:endParaRPr sz="1800">
              <a:latin typeface="Roboto"/>
              <a:ea typeface="Roboto"/>
              <a:cs typeface="Roboto"/>
              <a:sym typeface="Roboto"/>
            </a:endParaRPr>
          </a:p>
        </p:txBody>
      </p:sp>
      <p:sp>
        <p:nvSpPr>
          <p:cNvPr id="800" name="Google Shape;800;p56"/>
          <p:cNvSpPr txBox="1"/>
          <p:nvPr/>
        </p:nvSpPr>
        <p:spPr>
          <a:xfrm>
            <a:off x="5753175" y="2237025"/>
            <a:ext cx="1452300" cy="3372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a:latin typeface="Roboto"/>
                <a:ea typeface="Roboto"/>
                <a:cs typeface="Roboto"/>
                <a:sym typeface="Roboto"/>
              </a:rPr>
              <a:t>unexamined</a:t>
            </a:r>
            <a:endParaRPr>
              <a:latin typeface="Roboto"/>
              <a:ea typeface="Roboto"/>
              <a:cs typeface="Roboto"/>
              <a:sym typeface="Roboto"/>
            </a:endParaRPr>
          </a:p>
        </p:txBody>
      </p:sp>
      <p:sp>
        <p:nvSpPr>
          <p:cNvPr id="801" name="Google Shape;801;p56"/>
          <p:cNvSpPr txBox="1"/>
          <p:nvPr/>
        </p:nvSpPr>
        <p:spPr>
          <a:xfrm>
            <a:off x="1294775" y="2892875"/>
            <a:ext cx="948300" cy="4953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sz="1800">
                <a:latin typeface="Roboto"/>
                <a:ea typeface="Roboto"/>
                <a:cs typeface="Roboto"/>
                <a:sym typeface="Roboto"/>
              </a:rPr>
              <a:t>Input:</a:t>
            </a:r>
            <a:endParaRPr sz="1800">
              <a:latin typeface="Roboto"/>
              <a:ea typeface="Roboto"/>
              <a:cs typeface="Roboto"/>
              <a:sym typeface="Roboto"/>
            </a:endParaRP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Shape 805"/>
        <p:cNvGrpSpPr/>
        <p:nvPr/>
      </p:nvGrpSpPr>
      <p:grpSpPr>
        <a:xfrm>
          <a:off x="0" y="0"/>
          <a:ext cx="0" cy="0"/>
          <a:chOff x="0" y="0"/>
          <a:chExt cx="0" cy="0"/>
        </a:xfrm>
      </p:grpSpPr>
      <p:sp>
        <p:nvSpPr>
          <p:cNvPr id="806" name="Google Shape;806;p57"/>
          <p:cNvSpPr txBox="1">
            <a:spLocks noGrp="1"/>
          </p:cNvSpPr>
          <p:nvPr>
            <p:ph type="title"/>
          </p:nvPr>
        </p:nvSpPr>
        <p:spPr>
          <a:xfrm>
            <a:off x="0" y="0"/>
            <a:ext cx="8520600" cy="3936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buFont typeface="Arial"/>
              <a:buNone/>
            </a:pPr>
            <a:r>
              <a:rPr lang="en"/>
              <a:t>In-place Insertion Sort</a:t>
            </a:r>
            <a:endParaRPr/>
          </a:p>
        </p:txBody>
      </p:sp>
      <p:sp>
        <p:nvSpPr>
          <p:cNvPr id="807" name="Google Shape;807;p57"/>
          <p:cNvSpPr txBox="1">
            <a:spLocks noGrp="1"/>
          </p:cNvSpPr>
          <p:nvPr>
            <p:ph type="body" idx="1"/>
          </p:nvPr>
        </p:nvSpPr>
        <p:spPr>
          <a:xfrm>
            <a:off x="107044" y="402200"/>
            <a:ext cx="8520600" cy="3416400"/>
          </a:xfrm>
          <a:prstGeom prst="rect">
            <a:avLst/>
          </a:prstGeom>
        </p:spPr>
        <p:txBody>
          <a:bodyPr spcFirstLastPara="1" wrap="square" lIns="91425" tIns="91425" rIns="91425" bIns="91425" anchor="t" anchorCtr="0">
            <a:noAutofit/>
          </a:bodyPr>
          <a:lstStyle/>
          <a:p>
            <a:pPr marL="0" lvl="0" indent="0" algn="l" rtl="0">
              <a:spcBef>
                <a:spcPts val="600"/>
              </a:spcBef>
              <a:spcAft>
                <a:spcPts val="0"/>
              </a:spcAft>
              <a:buNone/>
            </a:pPr>
            <a:r>
              <a:rPr lang="en"/>
              <a:t>General strategy: </a:t>
            </a:r>
            <a:endParaRPr/>
          </a:p>
          <a:p>
            <a:pPr marL="457200" lvl="0" indent="-342900" algn="l" rtl="0">
              <a:spcBef>
                <a:spcPts val="600"/>
              </a:spcBef>
              <a:spcAft>
                <a:spcPts val="0"/>
              </a:spcAft>
              <a:buSzPts val="1800"/>
              <a:buChar char="●"/>
            </a:pPr>
            <a:r>
              <a:rPr lang="en"/>
              <a:t>Repeat for i = 0 to N - 1:</a:t>
            </a:r>
            <a:endParaRPr/>
          </a:p>
          <a:p>
            <a:pPr marL="914400" lvl="1" indent="-342900" algn="l" rtl="0">
              <a:spcBef>
                <a:spcPts val="0"/>
              </a:spcBef>
              <a:spcAft>
                <a:spcPts val="0"/>
              </a:spcAft>
              <a:buSzPts val="1800"/>
              <a:buChar char="○"/>
            </a:pPr>
            <a:r>
              <a:rPr lang="en"/>
              <a:t>Designate item i as the traveling item.</a:t>
            </a:r>
            <a:endParaRPr/>
          </a:p>
          <a:p>
            <a:pPr marL="914400" lvl="1" indent="-342900" algn="l" rtl="0">
              <a:spcBef>
                <a:spcPts val="600"/>
              </a:spcBef>
              <a:spcAft>
                <a:spcPts val="0"/>
              </a:spcAft>
              <a:buSzPts val="1800"/>
              <a:buChar char="○"/>
            </a:pPr>
            <a:r>
              <a:rPr lang="en" b="1"/>
              <a:t>Swap item backwards until traveller is in the right place among all previously examined items.</a:t>
            </a:r>
            <a:endParaRPr b="1"/>
          </a:p>
        </p:txBody>
      </p:sp>
      <p:sp>
        <p:nvSpPr>
          <p:cNvPr id="808" name="Google Shape;808;p57"/>
          <p:cNvSpPr/>
          <p:nvPr/>
        </p:nvSpPr>
        <p:spPr>
          <a:xfrm>
            <a:off x="2834175" y="2892875"/>
            <a:ext cx="495300" cy="495300"/>
          </a:xfrm>
          <a:prstGeom prst="rect">
            <a:avLst/>
          </a:prstGeom>
          <a:solidFill>
            <a:srgbClr val="D9D9D9"/>
          </a:solid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800">
                <a:latin typeface="Calibri"/>
                <a:ea typeface="Calibri"/>
                <a:cs typeface="Calibri"/>
                <a:sym typeface="Calibri"/>
              </a:rPr>
              <a:t>2</a:t>
            </a:r>
            <a:endParaRPr sz="1800">
              <a:latin typeface="Calibri"/>
              <a:ea typeface="Calibri"/>
              <a:cs typeface="Calibri"/>
              <a:sym typeface="Calibri"/>
            </a:endParaRPr>
          </a:p>
        </p:txBody>
      </p:sp>
      <p:sp>
        <p:nvSpPr>
          <p:cNvPr id="809" name="Google Shape;809;p57"/>
          <p:cNvSpPr/>
          <p:nvPr/>
        </p:nvSpPr>
        <p:spPr>
          <a:xfrm>
            <a:off x="3319364" y="2892875"/>
            <a:ext cx="495300" cy="495300"/>
          </a:xfrm>
          <a:prstGeom prst="rect">
            <a:avLst/>
          </a:prstGeom>
          <a:solidFill>
            <a:srgbClr val="D9D9D9"/>
          </a:solid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800">
                <a:latin typeface="Calibri"/>
                <a:ea typeface="Calibri"/>
                <a:cs typeface="Calibri"/>
                <a:sym typeface="Calibri"/>
              </a:rPr>
              <a:t>15</a:t>
            </a:r>
            <a:endParaRPr sz="1800">
              <a:latin typeface="Calibri"/>
              <a:ea typeface="Calibri"/>
              <a:cs typeface="Calibri"/>
              <a:sym typeface="Calibri"/>
            </a:endParaRPr>
          </a:p>
        </p:txBody>
      </p:sp>
      <p:sp>
        <p:nvSpPr>
          <p:cNvPr id="810" name="Google Shape;810;p57"/>
          <p:cNvSpPr/>
          <p:nvPr/>
        </p:nvSpPr>
        <p:spPr>
          <a:xfrm>
            <a:off x="3808705" y="2892875"/>
            <a:ext cx="495300" cy="495300"/>
          </a:xfrm>
          <a:prstGeom prst="rect">
            <a:avLst/>
          </a:prstGeom>
          <a:solidFill>
            <a:srgbClr val="D9D9D9"/>
          </a:solid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800">
                <a:latin typeface="Calibri"/>
                <a:ea typeface="Calibri"/>
                <a:cs typeface="Calibri"/>
                <a:sym typeface="Calibri"/>
              </a:rPr>
              <a:t>17</a:t>
            </a:r>
            <a:endParaRPr sz="1800">
              <a:latin typeface="Calibri"/>
              <a:ea typeface="Calibri"/>
              <a:cs typeface="Calibri"/>
              <a:sym typeface="Calibri"/>
            </a:endParaRPr>
          </a:p>
        </p:txBody>
      </p:sp>
      <p:sp>
        <p:nvSpPr>
          <p:cNvPr id="811" name="Google Shape;811;p57"/>
          <p:cNvSpPr/>
          <p:nvPr/>
        </p:nvSpPr>
        <p:spPr>
          <a:xfrm>
            <a:off x="4293894" y="2892875"/>
            <a:ext cx="495300" cy="495300"/>
          </a:xfrm>
          <a:prstGeom prst="rect">
            <a:avLst/>
          </a:prstGeom>
          <a:solidFill>
            <a:srgbClr val="D9D9D9"/>
          </a:solid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800">
                <a:latin typeface="Calibri"/>
                <a:ea typeface="Calibri"/>
                <a:cs typeface="Calibri"/>
                <a:sym typeface="Calibri"/>
              </a:rPr>
              <a:t>19</a:t>
            </a:r>
            <a:endParaRPr sz="1800">
              <a:latin typeface="Calibri"/>
              <a:ea typeface="Calibri"/>
              <a:cs typeface="Calibri"/>
              <a:sym typeface="Calibri"/>
            </a:endParaRPr>
          </a:p>
        </p:txBody>
      </p:sp>
      <p:sp>
        <p:nvSpPr>
          <p:cNvPr id="812" name="Google Shape;812;p57"/>
          <p:cNvSpPr/>
          <p:nvPr/>
        </p:nvSpPr>
        <p:spPr>
          <a:xfrm>
            <a:off x="4778636" y="2892875"/>
            <a:ext cx="495300" cy="495300"/>
          </a:xfrm>
          <a:prstGeom prst="rect">
            <a:avLst/>
          </a:prstGeom>
          <a:solidFill>
            <a:srgbClr val="D9D9D9"/>
          </a:solid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800">
                <a:latin typeface="Calibri"/>
                <a:ea typeface="Calibri"/>
                <a:cs typeface="Calibri"/>
                <a:sym typeface="Calibri"/>
              </a:rPr>
              <a:t>26</a:t>
            </a:r>
            <a:endParaRPr sz="1800">
              <a:latin typeface="Calibri"/>
              <a:ea typeface="Calibri"/>
              <a:cs typeface="Calibri"/>
              <a:sym typeface="Calibri"/>
            </a:endParaRPr>
          </a:p>
        </p:txBody>
      </p:sp>
      <p:sp>
        <p:nvSpPr>
          <p:cNvPr id="813" name="Google Shape;813;p57"/>
          <p:cNvSpPr/>
          <p:nvPr/>
        </p:nvSpPr>
        <p:spPr>
          <a:xfrm>
            <a:off x="5263825" y="2892875"/>
            <a:ext cx="495300" cy="495300"/>
          </a:xfrm>
          <a:prstGeom prst="rect">
            <a:avLst/>
          </a:prstGeom>
          <a:solidFill>
            <a:srgbClr val="D9D9D9"/>
          </a:solid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800">
                <a:latin typeface="Calibri"/>
                <a:ea typeface="Calibri"/>
                <a:cs typeface="Calibri"/>
                <a:sym typeface="Calibri"/>
              </a:rPr>
              <a:t>32</a:t>
            </a:r>
            <a:endParaRPr sz="1800">
              <a:latin typeface="Calibri"/>
              <a:ea typeface="Calibri"/>
              <a:cs typeface="Calibri"/>
              <a:sym typeface="Calibri"/>
            </a:endParaRPr>
          </a:p>
        </p:txBody>
      </p:sp>
      <p:sp>
        <p:nvSpPr>
          <p:cNvPr id="814" name="Google Shape;814;p57"/>
          <p:cNvSpPr/>
          <p:nvPr/>
        </p:nvSpPr>
        <p:spPr>
          <a:xfrm>
            <a:off x="5753166" y="2892875"/>
            <a:ext cx="495300" cy="495300"/>
          </a:xfrm>
          <a:prstGeom prst="rect">
            <a:avLst/>
          </a:prstGeom>
          <a:solidFill>
            <a:srgbClr val="B1DD8B"/>
          </a:solid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800">
                <a:latin typeface="Calibri"/>
                <a:ea typeface="Calibri"/>
                <a:cs typeface="Calibri"/>
                <a:sym typeface="Calibri"/>
              </a:rPr>
              <a:t>41</a:t>
            </a:r>
            <a:endParaRPr sz="1800">
              <a:latin typeface="Calibri"/>
              <a:ea typeface="Calibri"/>
              <a:cs typeface="Calibri"/>
              <a:sym typeface="Calibri"/>
            </a:endParaRPr>
          </a:p>
        </p:txBody>
      </p:sp>
      <p:sp>
        <p:nvSpPr>
          <p:cNvPr id="815" name="Google Shape;815;p57"/>
          <p:cNvSpPr/>
          <p:nvPr/>
        </p:nvSpPr>
        <p:spPr>
          <a:xfrm>
            <a:off x="6238355" y="2892875"/>
            <a:ext cx="495300" cy="495300"/>
          </a:xfrm>
          <a:prstGeom prst="rect">
            <a:avLst/>
          </a:prstGeom>
          <a:solidFill>
            <a:srgbClr val="B1DD8B"/>
          </a:solid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800">
                <a:latin typeface="Calibri"/>
                <a:ea typeface="Calibri"/>
                <a:cs typeface="Calibri"/>
                <a:sym typeface="Calibri"/>
              </a:rPr>
              <a:t>17</a:t>
            </a:r>
            <a:endParaRPr sz="1800">
              <a:latin typeface="Calibri"/>
              <a:ea typeface="Calibri"/>
              <a:cs typeface="Calibri"/>
              <a:sym typeface="Calibri"/>
            </a:endParaRPr>
          </a:p>
        </p:txBody>
      </p:sp>
      <p:sp>
        <p:nvSpPr>
          <p:cNvPr id="816" name="Google Shape;816;p57"/>
          <p:cNvSpPr/>
          <p:nvPr/>
        </p:nvSpPr>
        <p:spPr>
          <a:xfrm>
            <a:off x="6727730" y="2892875"/>
            <a:ext cx="495300" cy="495300"/>
          </a:xfrm>
          <a:prstGeom prst="rect">
            <a:avLst/>
          </a:prstGeom>
          <a:solidFill>
            <a:srgbClr val="B1DD8B"/>
          </a:solid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800">
                <a:latin typeface="Calibri"/>
                <a:ea typeface="Calibri"/>
                <a:cs typeface="Calibri"/>
                <a:sym typeface="Calibri"/>
              </a:rPr>
              <a:t>17</a:t>
            </a:r>
            <a:endParaRPr sz="1800">
              <a:latin typeface="Calibri"/>
              <a:ea typeface="Calibri"/>
              <a:cs typeface="Calibri"/>
              <a:sym typeface="Calibri"/>
            </a:endParaRPr>
          </a:p>
        </p:txBody>
      </p:sp>
      <p:sp>
        <p:nvSpPr>
          <p:cNvPr id="817" name="Google Shape;817;p57"/>
          <p:cNvSpPr txBox="1"/>
          <p:nvPr/>
        </p:nvSpPr>
        <p:spPr>
          <a:xfrm>
            <a:off x="5392236" y="3364800"/>
            <a:ext cx="495300" cy="4953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600">
                <a:latin typeface="Consolas"/>
                <a:ea typeface="Consolas"/>
                <a:cs typeface="Consolas"/>
                <a:sym typeface="Consolas"/>
              </a:rPr>
              <a:t>i</a:t>
            </a:r>
            <a:endParaRPr sz="1600">
              <a:latin typeface="Consolas"/>
              <a:ea typeface="Consolas"/>
              <a:cs typeface="Consolas"/>
              <a:sym typeface="Consolas"/>
            </a:endParaRPr>
          </a:p>
        </p:txBody>
      </p:sp>
      <p:sp>
        <p:nvSpPr>
          <p:cNvPr id="818" name="Google Shape;818;p57"/>
          <p:cNvSpPr txBox="1"/>
          <p:nvPr/>
        </p:nvSpPr>
        <p:spPr>
          <a:xfrm>
            <a:off x="4876376" y="3692259"/>
            <a:ext cx="495300" cy="4953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600">
                <a:latin typeface="Consolas"/>
                <a:ea typeface="Consolas"/>
                <a:cs typeface="Consolas"/>
                <a:sym typeface="Consolas"/>
              </a:rPr>
              <a:t>j</a:t>
            </a:r>
            <a:endParaRPr sz="1600">
              <a:latin typeface="Consolas"/>
              <a:ea typeface="Consolas"/>
              <a:cs typeface="Consolas"/>
              <a:sym typeface="Consolas"/>
            </a:endParaRPr>
          </a:p>
        </p:txBody>
      </p:sp>
      <p:sp>
        <p:nvSpPr>
          <p:cNvPr id="819" name="Google Shape;819;p57"/>
          <p:cNvSpPr/>
          <p:nvPr/>
        </p:nvSpPr>
        <p:spPr>
          <a:xfrm rot="-5400000">
            <a:off x="6361450" y="1990725"/>
            <a:ext cx="260700" cy="1427700"/>
          </a:xfrm>
          <a:prstGeom prst="rightBrace">
            <a:avLst>
              <a:gd name="adj1" fmla="val 8333"/>
              <a:gd name="adj2" fmla="val 50000"/>
            </a:avLst>
          </a:prstGeom>
          <a:noFill/>
          <a:ln w="19050" cap="flat" cmpd="sng">
            <a:solidFill>
              <a:srgbClr val="66666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0" name="Google Shape;820;p57"/>
          <p:cNvSpPr/>
          <p:nvPr/>
        </p:nvSpPr>
        <p:spPr>
          <a:xfrm rot="-5400000">
            <a:off x="4136450" y="1284075"/>
            <a:ext cx="260700" cy="2841000"/>
          </a:xfrm>
          <a:prstGeom prst="rightBrace">
            <a:avLst>
              <a:gd name="adj1" fmla="val 8333"/>
              <a:gd name="adj2" fmla="val 50000"/>
            </a:avLst>
          </a:prstGeom>
          <a:noFill/>
          <a:ln w="19050" cap="flat" cmpd="sng">
            <a:solidFill>
              <a:srgbClr val="66666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1" name="Google Shape;821;p57"/>
          <p:cNvSpPr txBox="1"/>
          <p:nvPr/>
        </p:nvSpPr>
        <p:spPr>
          <a:xfrm>
            <a:off x="3918542" y="2237025"/>
            <a:ext cx="849900" cy="3372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a:t>sorted</a:t>
            </a:r>
            <a:endParaRPr/>
          </a:p>
        </p:txBody>
      </p:sp>
      <p:sp>
        <p:nvSpPr>
          <p:cNvPr id="822" name="Google Shape;822;p57"/>
          <p:cNvSpPr txBox="1"/>
          <p:nvPr/>
        </p:nvSpPr>
        <p:spPr>
          <a:xfrm>
            <a:off x="166800" y="4316400"/>
            <a:ext cx="8972700" cy="827100"/>
          </a:xfrm>
          <a:prstGeom prst="rect">
            <a:avLst/>
          </a:prstGeom>
          <a:noFill/>
          <a:ln>
            <a:noFill/>
          </a:ln>
        </p:spPr>
        <p:txBody>
          <a:bodyPr spcFirstLastPara="1" wrap="square" lIns="91425" tIns="91425" rIns="91425" bIns="91425" anchor="ctr" anchorCtr="0">
            <a:noAutofit/>
          </a:bodyPr>
          <a:lstStyle/>
          <a:p>
            <a:pPr marL="0" lvl="0" indent="0" algn="l" rtl="0">
              <a:spcBef>
                <a:spcPts val="480"/>
              </a:spcBef>
              <a:spcAft>
                <a:spcPts val="0"/>
              </a:spcAft>
              <a:buNone/>
            </a:pPr>
            <a:r>
              <a:rPr lang="en" sz="1800">
                <a:solidFill>
                  <a:schemeClr val="dk1"/>
                </a:solidFill>
                <a:latin typeface="Roboto"/>
                <a:ea typeface="Roboto"/>
                <a:cs typeface="Roboto"/>
                <a:sym typeface="Roboto"/>
              </a:rPr>
              <a:t>In example above: Use j pointer to track current spot of traveling item.</a:t>
            </a:r>
            <a:endParaRPr sz="1800">
              <a:latin typeface="Roboto"/>
              <a:ea typeface="Roboto"/>
              <a:cs typeface="Roboto"/>
              <a:sym typeface="Roboto"/>
            </a:endParaRPr>
          </a:p>
        </p:txBody>
      </p:sp>
      <p:sp>
        <p:nvSpPr>
          <p:cNvPr id="823" name="Google Shape;823;p57"/>
          <p:cNvSpPr txBox="1"/>
          <p:nvPr/>
        </p:nvSpPr>
        <p:spPr>
          <a:xfrm>
            <a:off x="5753175" y="2237025"/>
            <a:ext cx="1452300" cy="3372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a:latin typeface="Roboto"/>
                <a:ea typeface="Roboto"/>
                <a:cs typeface="Roboto"/>
                <a:sym typeface="Roboto"/>
              </a:rPr>
              <a:t>unexamined</a:t>
            </a:r>
            <a:endParaRPr>
              <a:latin typeface="Roboto"/>
              <a:ea typeface="Roboto"/>
              <a:cs typeface="Roboto"/>
              <a:sym typeface="Roboto"/>
            </a:endParaRPr>
          </a:p>
        </p:txBody>
      </p:sp>
      <p:sp>
        <p:nvSpPr>
          <p:cNvPr id="824" name="Google Shape;824;p57"/>
          <p:cNvSpPr txBox="1"/>
          <p:nvPr/>
        </p:nvSpPr>
        <p:spPr>
          <a:xfrm>
            <a:off x="1294775" y="2892875"/>
            <a:ext cx="948300" cy="4953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sz="1800">
                <a:latin typeface="Roboto"/>
                <a:ea typeface="Roboto"/>
                <a:cs typeface="Roboto"/>
                <a:sym typeface="Roboto"/>
              </a:rPr>
              <a:t>Input:</a:t>
            </a:r>
            <a:endParaRPr sz="1800">
              <a:latin typeface="Roboto"/>
              <a:ea typeface="Roboto"/>
              <a:cs typeface="Roboto"/>
              <a:sym typeface="Roboto"/>
            </a:endParaRP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Shape 828"/>
        <p:cNvGrpSpPr/>
        <p:nvPr/>
      </p:nvGrpSpPr>
      <p:grpSpPr>
        <a:xfrm>
          <a:off x="0" y="0"/>
          <a:ext cx="0" cy="0"/>
          <a:chOff x="0" y="0"/>
          <a:chExt cx="0" cy="0"/>
        </a:xfrm>
      </p:grpSpPr>
      <p:sp>
        <p:nvSpPr>
          <p:cNvPr id="829" name="Google Shape;829;p58"/>
          <p:cNvSpPr txBox="1">
            <a:spLocks noGrp="1"/>
          </p:cNvSpPr>
          <p:nvPr>
            <p:ph type="title"/>
          </p:nvPr>
        </p:nvSpPr>
        <p:spPr>
          <a:xfrm>
            <a:off x="0" y="0"/>
            <a:ext cx="8520600" cy="3936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buFont typeface="Arial"/>
              <a:buNone/>
            </a:pPr>
            <a:r>
              <a:rPr lang="en"/>
              <a:t>In-place Insertion Sort</a:t>
            </a:r>
            <a:endParaRPr/>
          </a:p>
        </p:txBody>
      </p:sp>
      <p:sp>
        <p:nvSpPr>
          <p:cNvPr id="830" name="Google Shape;830;p58"/>
          <p:cNvSpPr txBox="1">
            <a:spLocks noGrp="1"/>
          </p:cNvSpPr>
          <p:nvPr>
            <p:ph type="body" idx="1"/>
          </p:nvPr>
        </p:nvSpPr>
        <p:spPr>
          <a:xfrm>
            <a:off x="107044" y="402200"/>
            <a:ext cx="8520600" cy="3416400"/>
          </a:xfrm>
          <a:prstGeom prst="rect">
            <a:avLst/>
          </a:prstGeom>
        </p:spPr>
        <p:txBody>
          <a:bodyPr spcFirstLastPara="1" wrap="square" lIns="91425" tIns="91425" rIns="91425" bIns="91425" anchor="t" anchorCtr="0">
            <a:noAutofit/>
          </a:bodyPr>
          <a:lstStyle/>
          <a:p>
            <a:pPr marL="0" lvl="0" indent="0" algn="l" rtl="0">
              <a:spcBef>
                <a:spcPts val="600"/>
              </a:spcBef>
              <a:spcAft>
                <a:spcPts val="0"/>
              </a:spcAft>
              <a:buNone/>
            </a:pPr>
            <a:r>
              <a:rPr lang="en"/>
              <a:t>General strategy: </a:t>
            </a:r>
            <a:endParaRPr/>
          </a:p>
          <a:p>
            <a:pPr marL="457200" lvl="0" indent="-342900" algn="l" rtl="0">
              <a:spcBef>
                <a:spcPts val="600"/>
              </a:spcBef>
              <a:spcAft>
                <a:spcPts val="0"/>
              </a:spcAft>
              <a:buSzPts val="1800"/>
              <a:buChar char="●"/>
            </a:pPr>
            <a:r>
              <a:rPr lang="en"/>
              <a:t>Repeat for i = 0 to N - 1:</a:t>
            </a:r>
            <a:endParaRPr/>
          </a:p>
          <a:p>
            <a:pPr marL="914400" lvl="1" indent="-342900" algn="l" rtl="0">
              <a:spcBef>
                <a:spcPts val="0"/>
              </a:spcBef>
              <a:spcAft>
                <a:spcPts val="0"/>
              </a:spcAft>
              <a:buSzPts val="1800"/>
              <a:buChar char="○"/>
            </a:pPr>
            <a:r>
              <a:rPr lang="en" b="1"/>
              <a:t>Designate item i as the traveling item.</a:t>
            </a:r>
            <a:endParaRPr b="1"/>
          </a:p>
          <a:p>
            <a:pPr marL="914400" lvl="1" indent="-342900" algn="l" rtl="0">
              <a:spcBef>
                <a:spcPts val="600"/>
              </a:spcBef>
              <a:spcAft>
                <a:spcPts val="0"/>
              </a:spcAft>
              <a:buSzPts val="1800"/>
              <a:buChar char="○"/>
            </a:pPr>
            <a:r>
              <a:rPr lang="en"/>
              <a:t>Swap item backwards until traveller is in the right place among all previously examined items</a:t>
            </a:r>
            <a:r>
              <a:rPr lang="en" b="1"/>
              <a:t>.</a:t>
            </a:r>
            <a:endParaRPr b="1"/>
          </a:p>
        </p:txBody>
      </p:sp>
      <p:sp>
        <p:nvSpPr>
          <p:cNvPr id="831" name="Google Shape;831;p58"/>
          <p:cNvSpPr/>
          <p:nvPr/>
        </p:nvSpPr>
        <p:spPr>
          <a:xfrm>
            <a:off x="2834175" y="2892875"/>
            <a:ext cx="495300" cy="495300"/>
          </a:xfrm>
          <a:prstGeom prst="rect">
            <a:avLst/>
          </a:prstGeom>
          <a:solidFill>
            <a:srgbClr val="D9D9D9"/>
          </a:solid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800">
                <a:latin typeface="Calibri"/>
                <a:ea typeface="Calibri"/>
                <a:cs typeface="Calibri"/>
                <a:sym typeface="Calibri"/>
              </a:rPr>
              <a:t>2</a:t>
            </a:r>
            <a:endParaRPr sz="1800">
              <a:latin typeface="Calibri"/>
              <a:ea typeface="Calibri"/>
              <a:cs typeface="Calibri"/>
              <a:sym typeface="Calibri"/>
            </a:endParaRPr>
          </a:p>
        </p:txBody>
      </p:sp>
      <p:sp>
        <p:nvSpPr>
          <p:cNvPr id="832" name="Google Shape;832;p58"/>
          <p:cNvSpPr/>
          <p:nvPr/>
        </p:nvSpPr>
        <p:spPr>
          <a:xfrm>
            <a:off x="3319364" y="2892875"/>
            <a:ext cx="495300" cy="495300"/>
          </a:xfrm>
          <a:prstGeom prst="rect">
            <a:avLst/>
          </a:prstGeom>
          <a:solidFill>
            <a:srgbClr val="D9D9D9"/>
          </a:solid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800">
                <a:latin typeface="Calibri"/>
                <a:ea typeface="Calibri"/>
                <a:cs typeface="Calibri"/>
                <a:sym typeface="Calibri"/>
              </a:rPr>
              <a:t>15</a:t>
            </a:r>
            <a:endParaRPr sz="1800">
              <a:latin typeface="Calibri"/>
              <a:ea typeface="Calibri"/>
              <a:cs typeface="Calibri"/>
              <a:sym typeface="Calibri"/>
            </a:endParaRPr>
          </a:p>
        </p:txBody>
      </p:sp>
      <p:sp>
        <p:nvSpPr>
          <p:cNvPr id="833" name="Google Shape;833;p58"/>
          <p:cNvSpPr/>
          <p:nvPr/>
        </p:nvSpPr>
        <p:spPr>
          <a:xfrm>
            <a:off x="3808705" y="2892875"/>
            <a:ext cx="495300" cy="495300"/>
          </a:xfrm>
          <a:prstGeom prst="rect">
            <a:avLst/>
          </a:prstGeom>
          <a:solidFill>
            <a:srgbClr val="D9D9D9"/>
          </a:solid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800">
                <a:latin typeface="Calibri"/>
                <a:ea typeface="Calibri"/>
                <a:cs typeface="Calibri"/>
                <a:sym typeface="Calibri"/>
              </a:rPr>
              <a:t>17</a:t>
            </a:r>
            <a:endParaRPr sz="1800">
              <a:latin typeface="Calibri"/>
              <a:ea typeface="Calibri"/>
              <a:cs typeface="Calibri"/>
              <a:sym typeface="Calibri"/>
            </a:endParaRPr>
          </a:p>
        </p:txBody>
      </p:sp>
      <p:sp>
        <p:nvSpPr>
          <p:cNvPr id="834" name="Google Shape;834;p58"/>
          <p:cNvSpPr/>
          <p:nvPr/>
        </p:nvSpPr>
        <p:spPr>
          <a:xfrm>
            <a:off x="4293894" y="2892875"/>
            <a:ext cx="495300" cy="495300"/>
          </a:xfrm>
          <a:prstGeom prst="rect">
            <a:avLst/>
          </a:prstGeom>
          <a:solidFill>
            <a:srgbClr val="D9D9D9"/>
          </a:solid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800">
                <a:latin typeface="Calibri"/>
                <a:ea typeface="Calibri"/>
                <a:cs typeface="Calibri"/>
                <a:sym typeface="Calibri"/>
              </a:rPr>
              <a:t>19</a:t>
            </a:r>
            <a:endParaRPr sz="1800">
              <a:latin typeface="Calibri"/>
              <a:ea typeface="Calibri"/>
              <a:cs typeface="Calibri"/>
              <a:sym typeface="Calibri"/>
            </a:endParaRPr>
          </a:p>
        </p:txBody>
      </p:sp>
      <p:sp>
        <p:nvSpPr>
          <p:cNvPr id="835" name="Google Shape;835;p58"/>
          <p:cNvSpPr/>
          <p:nvPr/>
        </p:nvSpPr>
        <p:spPr>
          <a:xfrm>
            <a:off x="4778636" y="2892875"/>
            <a:ext cx="495300" cy="495300"/>
          </a:xfrm>
          <a:prstGeom prst="rect">
            <a:avLst/>
          </a:prstGeom>
          <a:solidFill>
            <a:srgbClr val="D9D9D9"/>
          </a:solid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800">
                <a:latin typeface="Calibri"/>
                <a:ea typeface="Calibri"/>
                <a:cs typeface="Calibri"/>
                <a:sym typeface="Calibri"/>
              </a:rPr>
              <a:t>26</a:t>
            </a:r>
            <a:endParaRPr sz="1800">
              <a:latin typeface="Calibri"/>
              <a:ea typeface="Calibri"/>
              <a:cs typeface="Calibri"/>
              <a:sym typeface="Calibri"/>
            </a:endParaRPr>
          </a:p>
        </p:txBody>
      </p:sp>
      <p:sp>
        <p:nvSpPr>
          <p:cNvPr id="836" name="Google Shape;836;p58"/>
          <p:cNvSpPr/>
          <p:nvPr/>
        </p:nvSpPr>
        <p:spPr>
          <a:xfrm>
            <a:off x="5263825" y="2892875"/>
            <a:ext cx="495300" cy="495300"/>
          </a:xfrm>
          <a:prstGeom prst="rect">
            <a:avLst/>
          </a:prstGeom>
          <a:solidFill>
            <a:srgbClr val="D9D9D9"/>
          </a:solid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800">
                <a:latin typeface="Calibri"/>
                <a:ea typeface="Calibri"/>
                <a:cs typeface="Calibri"/>
                <a:sym typeface="Calibri"/>
              </a:rPr>
              <a:t>32</a:t>
            </a:r>
            <a:endParaRPr sz="1800">
              <a:latin typeface="Calibri"/>
              <a:ea typeface="Calibri"/>
              <a:cs typeface="Calibri"/>
              <a:sym typeface="Calibri"/>
            </a:endParaRPr>
          </a:p>
        </p:txBody>
      </p:sp>
      <p:sp>
        <p:nvSpPr>
          <p:cNvPr id="837" name="Google Shape;837;p58"/>
          <p:cNvSpPr/>
          <p:nvPr/>
        </p:nvSpPr>
        <p:spPr>
          <a:xfrm>
            <a:off x="5753166" y="2892875"/>
            <a:ext cx="495300" cy="495300"/>
          </a:xfrm>
          <a:prstGeom prst="rect">
            <a:avLst/>
          </a:prstGeom>
          <a:solidFill>
            <a:schemeClr val="accent3"/>
          </a:solid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800">
                <a:latin typeface="Calibri"/>
                <a:ea typeface="Calibri"/>
                <a:cs typeface="Calibri"/>
                <a:sym typeface="Calibri"/>
              </a:rPr>
              <a:t>41</a:t>
            </a:r>
            <a:endParaRPr sz="1800">
              <a:latin typeface="Calibri"/>
              <a:ea typeface="Calibri"/>
              <a:cs typeface="Calibri"/>
              <a:sym typeface="Calibri"/>
            </a:endParaRPr>
          </a:p>
        </p:txBody>
      </p:sp>
      <p:sp>
        <p:nvSpPr>
          <p:cNvPr id="838" name="Google Shape;838;p58"/>
          <p:cNvSpPr/>
          <p:nvPr/>
        </p:nvSpPr>
        <p:spPr>
          <a:xfrm>
            <a:off x="6238355" y="2892875"/>
            <a:ext cx="495300" cy="495300"/>
          </a:xfrm>
          <a:prstGeom prst="rect">
            <a:avLst/>
          </a:prstGeom>
          <a:solidFill>
            <a:srgbClr val="B1DD8B"/>
          </a:solid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800">
                <a:latin typeface="Calibri"/>
                <a:ea typeface="Calibri"/>
                <a:cs typeface="Calibri"/>
                <a:sym typeface="Calibri"/>
              </a:rPr>
              <a:t>17</a:t>
            </a:r>
            <a:endParaRPr sz="1800">
              <a:latin typeface="Calibri"/>
              <a:ea typeface="Calibri"/>
              <a:cs typeface="Calibri"/>
              <a:sym typeface="Calibri"/>
            </a:endParaRPr>
          </a:p>
        </p:txBody>
      </p:sp>
      <p:sp>
        <p:nvSpPr>
          <p:cNvPr id="839" name="Google Shape;839;p58"/>
          <p:cNvSpPr/>
          <p:nvPr/>
        </p:nvSpPr>
        <p:spPr>
          <a:xfrm>
            <a:off x="6727730" y="2892875"/>
            <a:ext cx="495300" cy="495300"/>
          </a:xfrm>
          <a:prstGeom prst="rect">
            <a:avLst/>
          </a:prstGeom>
          <a:solidFill>
            <a:srgbClr val="B1DD8B"/>
          </a:solid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800">
                <a:latin typeface="Calibri"/>
                <a:ea typeface="Calibri"/>
                <a:cs typeface="Calibri"/>
                <a:sym typeface="Calibri"/>
              </a:rPr>
              <a:t>17</a:t>
            </a:r>
            <a:endParaRPr sz="1800">
              <a:latin typeface="Calibri"/>
              <a:ea typeface="Calibri"/>
              <a:cs typeface="Calibri"/>
              <a:sym typeface="Calibri"/>
            </a:endParaRPr>
          </a:p>
        </p:txBody>
      </p:sp>
      <p:sp>
        <p:nvSpPr>
          <p:cNvPr id="840" name="Google Shape;840;p58"/>
          <p:cNvSpPr txBox="1"/>
          <p:nvPr/>
        </p:nvSpPr>
        <p:spPr>
          <a:xfrm>
            <a:off x="5849436" y="3364800"/>
            <a:ext cx="495300" cy="4953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600">
                <a:latin typeface="Consolas"/>
                <a:ea typeface="Consolas"/>
                <a:cs typeface="Consolas"/>
                <a:sym typeface="Consolas"/>
              </a:rPr>
              <a:t>i</a:t>
            </a:r>
            <a:endParaRPr sz="1600">
              <a:latin typeface="Consolas"/>
              <a:ea typeface="Consolas"/>
              <a:cs typeface="Consolas"/>
              <a:sym typeface="Consolas"/>
            </a:endParaRPr>
          </a:p>
        </p:txBody>
      </p:sp>
      <p:sp>
        <p:nvSpPr>
          <p:cNvPr id="841" name="Google Shape;841;p58"/>
          <p:cNvSpPr txBox="1"/>
          <p:nvPr/>
        </p:nvSpPr>
        <p:spPr>
          <a:xfrm>
            <a:off x="5866976" y="3692259"/>
            <a:ext cx="495300" cy="4953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600">
                <a:latin typeface="Consolas"/>
                <a:ea typeface="Consolas"/>
                <a:cs typeface="Consolas"/>
                <a:sym typeface="Consolas"/>
              </a:rPr>
              <a:t>j</a:t>
            </a:r>
            <a:endParaRPr sz="1600">
              <a:latin typeface="Consolas"/>
              <a:ea typeface="Consolas"/>
              <a:cs typeface="Consolas"/>
              <a:sym typeface="Consolas"/>
            </a:endParaRPr>
          </a:p>
        </p:txBody>
      </p:sp>
      <p:sp>
        <p:nvSpPr>
          <p:cNvPr id="842" name="Google Shape;842;p58"/>
          <p:cNvSpPr/>
          <p:nvPr/>
        </p:nvSpPr>
        <p:spPr>
          <a:xfrm rot="-5400000">
            <a:off x="6361450" y="1990725"/>
            <a:ext cx="260700" cy="1427700"/>
          </a:xfrm>
          <a:prstGeom prst="rightBrace">
            <a:avLst>
              <a:gd name="adj1" fmla="val 8333"/>
              <a:gd name="adj2" fmla="val 50000"/>
            </a:avLst>
          </a:prstGeom>
          <a:noFill/>
          <a:ln w="19050" cap="flat" cmpd="sng">
            <a:solidFill>
              <a:srgbClr val="66666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3" name="Google Shape;843;p58"/>
          <p:cNvSpPr/>
          <p:nvPr/>
        </p:nvSpPr>
        <p:spPr>
          <a:xfrm rot="-5400000">
            <a:off x="4136450" y="1284075"/>
            <a:ext cx="260700" cy="2841000"/>
          </a:xfrm>
          <a:prstGeom prst="rightBrace">
            <a:avLst>
              <a:gd name="adj1" fmla="val 8333"/>
              <a:gd name="adj2" fmla="val 50000"/>
            </a:avLst>
          </a:prstGeom>
          <a:noFill/>
          <a:ln w="19050" cap="flat" cmpd="sng">
            <a:solidFill>
              <a:srgbClr val="66666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4" name="Google Shape;844;p58"/>
          <p:cNvSpPr txBox="1"/>
          <p:nvPr/>
        </p:nvSpPr>
        <p:spPr>
          <a:xfrm>
            <a:off x="3918542" y="2237025"/>
            <a:ext cx="849900" cy="3372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a:t>sorted</a:t>
            </a:r>
            <a:endParaRPr/>
          </a:p>
        </p:txBody>
      </p:sp>
      <p:sp>
        <p:nvSpPr>
          <p:cNvPr id="845" name="Google Shape;845;p58"/>
          <p:cNvSpPr txBox="1"/>
          <p:nvPr/>
        </p:nvSpPr>
        <p:spPr>
          <a:xfrm>
            <a:off x="166800" y="4316400"/>
            <a:ext cx="8972700" cy="827100"/>
          </a:xfrm>
          <a:prstGeom prst="rect">
            <a:avLst/>
          </a:prstGeom>
          <a:noFill/>
          <a:ln>
            <a:noFill/>
          </a:ln>
        </p:spPr>
        <p:txBody>
          <a:bodyPr spcFirstLastPara="1" wrap="square" lIns="91425" tIns="91425" rIns="91425" bIns="91425" anchor="ctr" anchorCtr="0">
            <a:noAutofit/>
          </a:bodyPr>
          <a:lstStyle/>
          <a:p>
            <a:pPr marL="0" lvl="0" indent="0" algn="l" rtl="0">
              <a:spcBef>
                <a:spcPts val="480"/>
              </a:spcBef>
              <a:spcAft>
                <a:spcPts val="0"/>
              </a:spcAft>
              <a:buNone/>
            </a:pPr>
            <a:r>
              <a:rPr lang="en" sz="1800">
                <a:solidFill>
                  <a:schemeClr val="dk1"/>
                </a:solidFill>
                <a:latin typeface="Roboto"/>
                <a:ea typeface="Roboto"/>
                <a:cs typeface="Roboto"/>
                <a:sym typeface="Roboto"/>
              </a:rPr>
              <a:t>In example above: Use j pointer to track current spot of traveling item.</a:t>
            </a:r>
            <a:endParaRPr sz="1800">
              <a:latin typeface="Roboto"/>
              <a:ea typeface="Roboto"/>
              <a:cs typeface="Roboto"/>
              <a:sym typeface="Roboto"/>
            </a:endParaRPr>
          </a:p>
        </p:txBody>
      </p:sp>
      <p:sp>
        <p:nvSpPr>
          <p:cNvPr id="846" name="Google Shape;846;p58"/>
          <p:cNvSpPr txBox="1"/>
          <p:nvPr/>
        </p:nvSpPr>
        <p:spPr>
          <a:xfrm>
            <a:off x="5753175" y="2237025"/>
            <a:ext cx="1452300" cy="3372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a:latin typeface="Roboto"/>
                <a:ea typeface="Roboto"/>
                <a:cs typeface="Roboto"/>
                <a:sym typeface="Roboto"/>
              </a:rPr>
              <a:t>unexamined</a:t>
            </a:r>
            <a:endParaRPr>
              <a:latin typeface="Roboto"/>
              <a:ea typeface="Roboto"/>
              <a:cs typeface="Roboto"/>
              <a:sym typeface="Roboto"/>
            </a:endParaRPr>
          </a:p>
        </p:txBody>
      </p:sp>
      <p:sp>
        <p:nvSpPr>
          <p:cNvPr id="847" name="Google Shape;847;p58"/>
          <p:cNvSpPr txBox="1"/>
          <p:nvPr/>
        </p:nvSpPr>
        <p:spPr>
          <a:xfrm>
            <a:off x="1294775" y="2892875"/>
            <a:ext cx="948300" cy="4953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sz="1800">
                <a:latin typeface="Roboto"/>
                <a:ea typeface="Roboto"/>
                <a:cs typeface="Roboto"/>
                <a:sym typeface="Roboto"/>
              </a:rPr>
              <a:t>Input:</a:t>
            </a:r>
            <a:endParaRPr sz="1800">
              <a:latin typeface="Roboto"/>
              <a:ea typeface="Roboto"/>
              <a:cs typeface="Roboto"/>
              <a:sym typeface="Roboto"/>
            </a:endParaRP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Shape 851"/>
        <p:cNvGrpSpPr/>
        <p:nvPr/>
      </p:nvGrpSpPr>
      <p:grpSpPr>
        <a:xfrm>
          <a:off x="0" y="0"/>
          <a:ext cx="0" cy="0"/>
          <a:chOff x="0" y="0"/>
          <a:chExt cx="0" cy="0"/>
        </a:xfrm>
      </p:grpSpPr>
      <p:sp>
        <p:nvSpPr>
          <p:cNvPr id="852" name="Google Shape;852;p59"/>
          <p:cNvSpPr txBox="1">
            <a:spLocks noGrp="1"/>
          </p:cNvSpPr>
          <p:nvPr>
            <p:ph type="title"/>
          </p:nvPr>
        </p:nvSpPr>
        <p:spPr>
          <a:xfrm>
            <a:off x="0" y="0"/>
            <a:ext cx="8520600" cy="3936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buFont typeface="Arial"/>
              <a:buNone/>
            </a:pPr>
            <a:r>
              <a:rPr lang="en"/>
              <a:t>In-place Insertion Sort</a:t>
            </a:r>
            <a:endParaRPr/>
          </a:p>
        </p:txBody>
      </p:sp>
      <p:sp>
        <p:nvSpPr>
          <p:cNvPr id="853" name="Google Shape;853;p59"/>
          <p:cNvSpPr txBox="1">
            <a:spLocks noGrp="1"/>
          </p:cNvSpPr>
          <p:nvPr>
            <p:ph type="body" idx="1"/>
          </p:nvPr>
        </p:nvSpPr>
        <p:spPr>
          <a:xfrm>
            <a:off x="107044" y="402200"/>
            <a:ext cx="8520600" cy="3416400"/>
          </a:xfrm>
          <a:prstGeom prst="rect">
            <a:avLst/>
          </a:prstGeom>
        </p:spPr>
        <p:txBody>
          <a:bodyPr spcFirstLastPara="1" wrap="square" lIns="91425" tIns="91425" rIns="91425" bIns="91425" anchor="t" anchorCtr="0">
            <a:noAutofit/>
          </a:bodyPr>
          <a:lstStyle/>
          <a:p>
            <a:pPr marL="0" lvl="0" indent="0" algn="l" rtl="0">
              <a:spcBef>
                <a:spcPts val="600"/>
              </a:spcBef>
              <a:spcAft>
                <a:spcPts val="0"/>
              </a:spcAft>
              <a:buNone/>
            </a:pPr>
            <a:r>
              <a:rPr lang="en"/>
              <a:t>General strategy: </a:t>
            </a:r>
            <a:endParaRPr/>
          </a:p>
          <a:p>
            <a:pPr marL="457200" lvl="0" indent="-342900" algn="l" rtl="0">
              <a:spcBef>
                <a:spcPts val="600"/>
              </a:spcBef>
              <a:spcAft>
                <a:spcPts val="0"/>
              </a:spcAft>
              <a:buSzPts val="1800"/>
              <a:buChar char="●"/>
            </a:pPr>
            <a:r>
              <a:rPr lang="en"/>
              <a:t>Repeat for i = 0 to N - 1:</a:t>
            </a:r>
            <a:endParaRPr/>
          </a:p>
          <a:p>
            <a:pPr marL="914400" lvl="1" indent="-342900" algn="l" rtl="0">
              <a:spcBef>
                <a:spcPts val="0"/>
              </a:spcBef>
              <a:spcAft>
                <a:spcPts val="0"/>
              </a:spcAft>
              <a:buSzPts val="1800"/>
              <a:buChar char="○"/>
            </a:pPr>
            <a:r>
              <a:rPr lang="en"/>
              <a:t>Designate item i as the traveling item.</a:t>
            </a:r>
            <a:endParaRPr/>
          </a:p>
          <a:p>
            <a:pPr marL="914400" lvl="1" indent="-342900" algn="l" rtl="0">
              <a:spcBef>
                <a:spcPts val="600"/>
              </a:spcBef>
              <a:spcAft>
                <a:spcPts val="0"/>
              </a:spcAft>
              <a:buSzPts val="1800"/>
              <a:buChar char="○"/>
            </a:pPr>
            <a:r>
              <a:rPr lang="en" b="1"/>
              <a:t>Swap item backwards until traveller is in the right place among all previously examined items.</a:t>
            </a:r>
            <a:endParaRPr b="1"/>
          </a:p>
        </p:txBody>
      </p:sp>
      <p:sp>
        <p:nvSpPr>
          <p:cNvPr id="854" name="Google Shape;854;p59"/>
          <p:cNvSpPr/>
          <p:nvPr/>
        </p:nvSpPr>
        <p:spPr>
          <a:xfrm>
            <a:off x="2834175" y="2892875"/>
            <a:ext cx="495300" cy="495300"/>
          </a:xfrm>
          <a:prstGeom prst="rect">
            <a:avLst/>
          </a:prstGeom>
          <a:solidFill>
            <a:srgbClr val="D9D9D9"/>
          </a:solid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800">
                <a:latin typeface="Calibri"/>
                <a:ea typeface="Calibri"/>
                <a:cs typeface="Calibri"/>
                <a:sym typeface="Calibri"/>
              </a:rPr>
              <a:t>2</a:t>
            </a:r>
            <a:endParaRPr sz="1800">
              <a:latin typeface="Calibri"/>
              <a:ea typeface="Calibri"/>
              <a:cs typeface="Calibri"/>
              <a:sym typeface="Calibri"/>
            </a:endParaRPr>
          </a:p>
        </p:txBody>
      </p:sp>
      <p:sp>
        <p:nvSpPr>
          <p:cNvPr id="855" name="Google Shape;855;p59"/>
          <p:cNvSpPr/>
          <p:nvPr/>
        </p:nvSpPr>
        <p:spPr>
          <a:xfrm>
            <a:off x="3319364" y="2892875"/>
            <a:ext cx="495300" cy="495300"/>
          </a:xfrm>
          <a:prstGeom prst="rect">
            <a:avLst/>
          </a:prstGeom>
          <a:solidFill>
            <a:srgbClr val="D9D9D9"/>
          </a:solid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800">
                <a:latin typeface="Calibri"/>
                <a:ea typeface="Calibri"/>
                <a:cs typeface="Calibri"/>
                <a:sym typeface="Calibri"/>
              </a:rPr>
              <a:t>15</a:t>
            </a:r>
            <a:endParaRPr sz="1800">
              <a:latin typeface="Calibri"/>
              <a:ea typeface="Calibri"/>
              <a:cs typeface="Calibri"/>
              <a:sym typeface="Calibri"/>
            </a:endParaRPr>
          </a:p>
        </p:txBody>
      </p:sp>
      <p:sp>
        <p:nvSpPr>
          <p:cNvPr id="856" name="Google Shape;856;p59"/>
          <p:cNvSpPr/>
          <p:nvPr/>
        </p:nvSpPr>
        <p:spPr>
          <a:xfrm>
            <a:off x="3808705" y="2892875"/>
            <a:ext cx="495300" cy="495300"/>
          </a:xfrm>
          <a:prstGeom prst="rect">
            <a:avLst/>
          </a:prstGeom>
          <a:solidFill>
            <a:srgbClr val="D9D9D9"/>
          </a:solid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800">
                <a:latin typeface="Calibri"/>
                <a:ea typeface="Calibri"/>
                <a:cs typeface="Calibri"/>
                <a:sym typeface="Calibri"/>
              </a:rPr>
              <a:t>17</a:t>
            </a:r>
            <a:endParaRPr sz="1800">
              <a:latin typeface="Calibri"/>
              <a:ea typeface="Calibri"/>
              <a:cs typeface="Calibri"/>
              <a:sym typeface="Calibri"/>
            </a:endParaRPr>
          </a:p>
        </p:txBody>
      </p:sp>
      <p:sp>
        <p:nvSpPr>
          <p:cNvPr id="857" name="Google Shape;857;p59"/>
          <p:cNvSpPr/>
          <p:nvPr/>
        </p:nvSpPr>
        <p:spPr>
          <a:xfrm>
            <a:off x="4293894" y="2892875"/>
            <a:ext cx="495300" cy="495300"/>
          </a:xfrm>
          <a:prstGeom prst="rect">
            <a:avLst/>
          </a:prstGeom>
          <a:solidFill>
            <a:srgbClr val="D9D9D9"/>
          </a:solid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800">
                <a:latin typeface="Calibri"/>
                <a:ea typeface="Calibri"/>
                <a:cs typeface="Calibri"/>
                <a:sym typeface="Calibri"/>
              </a:rPr>
              <a:t>19</a:t>
            </a:r>
            <a:endParaRPr sz="1800">
              <a:latin typeface="Calibri"/>
              <a:ea typeface="Calibri"/>
              <a:cs typeface="Calibri"/>
              <a:sym typeface="Calibri"/>
            </a:endParaRPr>
          </a:p>
        </p:txBody>
      </p:sp>
      <p:sp>
        <p:nvSpPr>
          <p:cNvPr id="858" name="Google Shape;858;p59"/>
          <p:cNvSpPr/>
          <p:nvPr/>
        </p:nvSpPr>
        <p:spPr>
          <a:xfrm>
            <a:off x="4778636" y="2892875"/>
            <a:ext cx="495300" cy="495300"/>
          </a:xfrm>
          <a:prstGeom prst="rect">
            <a:avLst/>
          </a:prstGeom>
          <a:solidFill>
            <a:srgbClr val="D9D9D9"/>
          </a:solid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800">
                <a:latin typeface="Calibri"/>
                <a:ea typeface="Calibri"/>
                <a:cs typeface="Calibri"/>
                <a:sym typeface="Calibri"/>
              </a:rPr>
              <a:t>26</a:t>
            </a:r>
            <a:endParaRPr sz="1800">
              <a:latin typeface="Calibri"/>
              <a:ea typeface="Calibri"/>
              <a:cs typeface="Calibri"/>
              <a:sym typeface="Calibri"/>
            </a:endParaRPr>
          </a:p>
        </p:txBody>
      </p:sp>
      <p:sp>
        <p:nvSpPr>
          <p:cNvPr id="859" name="Google Shape;859;p59"/>
          <p:cNvSpPr/>
          <p:nvPr/>
        </p:nvSpPr>
        <p:spPr>
          <a:xfrm>
            <a:off x="5263825" y="2892875"/>
            <a:ext cx="495300" cy="495300"/>
          </a:xfrm>
          <a:prstGeom prst="rect">
            <a:avLst/>
          </a:prstGeom>
          <a:solidFill>
            <a:srgbClr val="D9D9D9"/>
          </a:solid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800">
                <a:latin typeface="Calibri"/>
                <a:ea typeface="Calibri"/>
                <a:cs typeface="Calibri"/>
                <a:sym typeface="Calibri"/>
              </a:rPr>
              <a:t>32</a:t>
            </a:r>
            <a:endParaRPr sz="1800">
              <a:latin typeface="Calibri"/>
              <a:ea typeface="Calibri"/>
              <a:cs typeface="Calibri"/>
              <a:sym typeface="Calibri"/>
            </a:endParaRPr>
          </a:p>
        </p:txBody>
      </p:sp>
      <p:sp>
        <p:nvSpPr>
          <p:cNvPr id="860" name="Google Shape;860;p59"/>
          <p:cNvSpPr/>
          <p:nvPr/>
        </p:nvSpPr>
        <p:spPr>
          <a:xfrm>
            <a:off x="5753166" y="2892875"/>
            <a:ext cx="495300" cy="495300"/>
          </a:xfrm>
          <a:prstGeom prst="rect">
            <a:avLst/>
          </a:prstGeom>
          <a:solidFill>
            <a:schemeClr val="accent3"/>
          </a:solid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800">
                <a:latin typeface="Calibri"/>
                <a:ea typeface="Calibri"/>
                <a:cs typeface="Calibri"/>
                <a:sym typeface="Calibri"/>
              </a:rPr>
              <a:t>41</a:t>
            </a:r>
            <a:endParaRPr sz="1800">
              <a:latin typeface="Calibri"/>
              <a:ea typeface="Calibri"/>
              <a:cs typeface="Calibri"/>
              <a:sym typeface="Calibri"/>
            </a:endParaRPr>
          </a:p>
        </p:txBody>
      </p:sp>
      <p:sp>
        <p:nvSpPr>
          <p:cNvPr id="861" name="Google Shape;861;p59"/>
          <p:cNvSpPr/>
          <p:nvPr/>
        </p:nvSpPr>
        <p:spPr>
          <a:xfrm>
            <a:off x="6238355" y="2892875"/>
            <a:ext cx="495300" cy="495300"/>
          </a:xfrm>
          <a:prstGeom prst="rect">
            <a:avLst/>
          </a:prstGeom>
          <a:solidFill>
            <a:srgbClr val="B1DD8B"/>
          </a:solid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800">
                <a:latin typeface="Calibri"/>
                <a:ea typeface="Calibri"/>
                <a:cs typeface="Calibri"/>
                <a:sym typeface="Calibri"/>
              </a:rPr>
              <a:t>17</a:t>
            </a:r>
            <a:endParaRPr sz="1800">
              <a:latin typeface="Calibri"/>
              <a:ea typeface="Calibri"/>
              <a:cs typeface="Calibri"/>
              <a:sym typeface="Calibri"/>
            </a:endParaRPr>
          </a:p>
        </p:txBody>
      </p:sp>
      <p:sp>
        <p:nvSpPr>
          <p:cNvPr id="862" name="Google Shape;862;p59"/>
          <p:cNvSpPr/>
          <p:nvPr/>
        </p:nvSpPr>
        <p:spPr>
          <a:xfrm>
            <a:off x="6727730" y="2892875"/>
            <a:ext cx="495300" cy="495300"/>
          </a:xfrm>
          <a:prstGeom prst="rect">
            <a:avLst/>
          </a:prstGeom>
          <a:solidFill>
            <a:srgbClr val="B1DD8B"/>
          </a:solid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800">
                <a:latin typeface="Calibri"/>
                <a:ea typeface="Calibri"/>
                <a:cs typeface="Calibri"/>
                <a:sym typeface="Calibri"/>
              </a:rPr>
              <a:t>17</a:t>
            </a:r>
            <a:endParaRPr sz="1800">
              <a:latin typeface="Calibri"/>
              <a:ea typeface="Calibri"/>
              <a:cs typeface="Calibri"/>
              <a:sym typeface="Calibri"/>
            </a:endParaRPr>
          </a:p>
        </p:txBody>
      </p:sp>
      <p:sp>
        <p:nvSpPr>
          <p:cNvPr id="863" name="Google Shape;863;p59"/>
          <p:cNvSpPr txBox="1"/>
          <p:nvPr/>
        </p:nvSpPr>
        <p:spPr>
          <a:xfrm>
            <a:off x="5849436" y="3364800"/>
            <a:ext cx="495300" cy="4953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600">
                <a:latin typeface="Consolas"/>
                <a:ea typeface="Consolas"/>
                <a:cs typeface="Consolas"/>
                <a:sym typeface="Consolas"/>
              </a:rPr>
              <a:t>i</a:t>
            </a:r>
            <a:endParaRPr sz="1600">
              <a:latin typeface="Consolas"/>
              <a:ea typeface="Consolas"/>
              <a:cs typeface="Consolas"/>
              <a:sym typeface="Consolas"/>
            </a:endParaRPr>
          </a:p>
        </p:txBody>
      </p:sp>
      <p:sp>
        <p:nvSpPr>
          <p:cNvPr id="864" name="Google Shape;864;p59"/>
          <p:cNvSpPr txBox="1"/>
          <p:nvPr/>
        </p:nvSpPr>
        <p:spPr>
          <a:xfrm>
            <a:off x="5866976" y="3692259"/>
            <a:ext cx="495300" cy="4953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600">
                <a:latin typeface="Consolas"/>
                <a:ea typeface="Consolas"/>
                <a:cs typeface="Consolas"/>
                <a:sym typeface="Consolas"/>
              </a:rPr>
              <a:t>j</a:t>
            </a:r>
            <a:endParaRPr sz="1600">
              <a:latin typeface="Consolas"/>
              <a:ea typeface="Consolas"/>
              <a:cs typeface="Consolas"/>
              <a:sym typeface="Consolas"/>
            </a:endParaRPr>
          </a:p>
        </p:txBody>
      </p:sp>
      <p:sp>
        <p:nvSpPr>
          <p:cNvPr id="865" name="Google Shape;865;p59"/>
          <p:cNvSpPr/>
          <p:nvPr/>
        </p:nvSpPr>
        <p:spPr>
          <a:xfrm rot="-5400000">
            <a:off x="6616400" y="2245575"/>
            <a:ext cx="260700" cy="918000"/>
          </a:xfrm>
          <a:prstGeom prst="rightBrace">
            <a:avLst>
              <a:gd name="adj1" fmla="val 8333"/>
              <a:gd name="adj2" fmla="val 50000"/>
            </a:avLst>
          </a:prstGeom>
          <a:noFill/>
          <a:ln w="19050" cap="flat" cmpd="sng">
            <a:solidFill>
              <a:srgbClr val="66666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6" name="Google Shape;866;p59"/>
          <p:cNvSpPr txBox="1"/>
          <p:nvPr/>
        </p:nvSpPr>
        <p:spPr>
          <a:xfrm>
            <a:off x="166800" y="4316400"/>
            <a:ext cx="8972700" cy="827100"/>
          </a:xfrm>
          <a:prstGeom prst="rect">
            <a:avLst/>
          </a:prstGeom>
          <a:noFill/>
          <a:ln>
            <a:noFill/>
          </a:ln>
        </p:spPr>
        <p:txBody>
          <a:bodyPr spcFirstLastPara="1" wrap="square" lIns="91425" tIns="91425" rIns="91425" bIns="91425" anchor="ctr" anchorCtr="0">
            <a:noAutofit/>
          </a:bodyPr>
          <a:lstStyle/>
          <a:p>
            <a:pPr marL="0" lvl="0" indent="0" algn="l" rtl="0">
              <a:spcBef>
                <a:spcPts val="480"/>
              </a:spcBef>
              <a:spcAft>
                <a:spcPts val="0"/>
              </a:spcAft>
              <a:buNone/>
            </a:pPr>
            <a:r>
              <a:rPr lang="en" sz="1800">
                <a:solidFill>
                  <a:schemeClr val="dk1"/>
                </a:solidFill>
                <a:latin typeface="Roboto"/>
                <a:ea typeface="Roboto"/>
                <a:cs typeface="Roboto"/>
                <a:sym typeface="Roboto"/>
              </a:rPr>
              <a:t>In example above: Use j pointer to track current spot of traveling item.</a:t>
            </a:r>
            <a:endParaRPr sz="1800">
              <a:latin typeface="Roboto"/>
              <a:ea typeface="Roboto"/>
              <a:cs typeface="Roboto"/>
              <a:sym typeface="Roboto"/>
            </a:endParaRPr>
          </a:p>
        </p:txBody>
      </p:sp>
      <p:sp>
        <p:nvSpPr>
          <p:cNvPr id="867" name="Google Shape;867;p59"/>
          <p:cNvSpPr txBox="1"/>
          <p:nvPr/>
        </p:nvSpPr>
        <p:spPr>
          <a:xfrm>
            <a:off x="6160700" y="2237025"/>
            <a:ext cx="1172100" cy="3372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a:latin typeface="Roboto"/>
                <a:ea typeface="Roboto"/>
                <a:cs typeface="Roboto"/>
                <a:sym typeface="Roboto"/>
              </a:rPr>
              <a:t>unexamined</a:t>
            </a:r>
            <a:endParaRPr>
              <a:latin typeface="Roboto"/>
              <a:ea typeface="Roboto"/>
              <a:cs typeface="Roboto"/>
              <a:sym typeface="Roboto"/>
            </a:endParaRPr>
          </a:p>
        </p:txBody>
      </p:sp>
      <p:sp>
        <p:nvSpPr>
          <p:cNvPr id="868" name="Google Shape;868;p59"/>
          <p:cNvSpPr txBox="1"/>
          <p:nvPr/>
        </p:nvSpPr>
        <p:spPr>
          <a:xfrm>
            <a:off x="1294775" y="2892875"/>
            <a:ext cx="948300" cy="4953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sz="1800">
                <a:latin typeface="Roboto"/>
                <a:ea typeface="Roboto"/>
                <a:cs typeface="Roboto"/>
                <a:sym typeface="Roboto"/>
              </a:rPr>
              <a:t>Input:</a:t>
            </a:r>
            <a:endParaRPr sz="1800">
              <a:latin typeface="Roboto"/>
              <a:ea typeface="Roboto"/>
              <a:cs typeface="Roboto"/>
              <a:sym typeface="Roboto"/>
            </a:endParaRP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Shape 872"/>
        <p:cNvGrpSpPr/>
        <p:nvPr/>
      </p:nvGrpSpPr>
      <p:grpSpPr>
        <a:xfrm>
          <a:off x="0" y="0"/>
          <a:ext cx="0" cy="0"/>
          <a:chOff x="0" y="0"/>
          <a:chExt cx="0" cy="0"/>
        </a:xfrm>
      </p:grpSpPr>
      <p:sp>
        <p:nvSpPr>
          <p:cNvPr id="873" name="Google Shape;873;p60"/>
          <p:cNvSpPr txBox="1">
            <a:spLocks noGrp="1"/>
          </p:cNvSpPr>
          <p:nvPr>
            <p:ph type="title"/>
          </p:nvPr>
        </p:nvSpPr>
        <p:spPr>
          <a:xfrm>
            <a:off x="0" y="0"/>
            <a:ext cx="8520600" cy="3936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buFont typeface="Arial"/>
              <a:buNone/>
            </a:pPr>
            <a:r>
              <a:rPr lang="en"/>
              <a:t>In-place Insertion Sort</a:t>
            </a:r>
            <a:endParaRPr/>
          </a:p>
        </p:txBody>
      </p:sp>
      <p:sp>
        <p:nvSpPr>
          <p:cNvPr id="874" name="Google Shape;874;p60"/>
          <p:cNvSpPr txBox="1">
            <a:spLocks noGrp="1"/>
          </p:cNvSpPr>
          <p:nvPr>
            <p:ph type="body" idx="1"/>
          </p:nvPr>
        </p:nvSpPr>
        <p:spPr>
          <a:xfrm>
            <a:off x="107044" y="402200"/>
            <a:ext cx="8520600" cy="3416400"/>
          </a:xfrm>
          <a:prstGeom prst="rect">
            <a:avLst/>
          </a:prstGeom>
        </p:spPr>
        <p:txBody>
          <a:bodyPr spcFirstLastPara="1" wrap="square" lIns="91425" tIns="91425" rIns="91425" bIns="91425" anchor="t" anchorCtr="0">
            <a:noAutofit/>
          </a:bodyPr>
          <a:lstStyle/>
          <a:p>
            <a:pPr marL="0" lvl="0" indent="0" algn="l" rtl="0">
              <a:spcBef>
                <a:spcPts val="600"/>
              </a:spcBef>
              <a:spcAft>
                <a:spcPts val="0"/>
              </a:spcAft>
              <a:buNone/>
            </a:pPr>
            <a:r>
              <a:rPr lang="en"/>
              <a:t>General strategy: </a:t>
            </a:r>
            <a:endParaRPr/>
          </a:p>
          <a:p>
            <a:pPr marL="457200" lvl="0" indent="-342900" algn="l" rtl="0">
              <a:spcBef>
                <a:spcPts val="600"/>
              </a:spcBef>
              <a:spcAft>
                <a:spcPts val="0"/>
              </a:spcAft>
              <a:buSzPts val="1800"/>
              <a:buChar char="●"/>
            </a:pPr>
            <a:r>
              <a:rPr lang="en"/>
              <a:t>Repeat for i = 0 to N - 1:</a:t>
            </a:r>
            <a:endParaRPr/>
          </a:p>
          <a:p>
            <a:pPr marL="914400" lvl="1" indent="-342900" algn="l" rtl="0">
              <a:spcBef>
                <a:spcPts val="0"/>
              </a:spcBef>
              <a:spcAft>
                <a:spcPts val="0"/>
              </a:spcAft>
              <a:buSzPts val="1800"/>
              <a:buChar char="○"/>
            </a:pPr>
            <a:r>
              <a:rPr lang="en"/>
              <a:t>Designate item i as the traveling item.</a:t>
            </a:r>
            <a:endParaRPr/>
          </a:p>
          <a:p>
            <a:pPr marL="914400" lvl="1" indent="-342900" algn="l" rtl="0">
              <a:spcBef>
                <a:spcPts val="600"/>
              </a:spcBef>
              <a:spcAft>
                <a:spcPts val="0"/>
              </a:spcAft>
              <a:buSzPts val="1800"/>
              <a:buChar char="○"/>
            </a:pPr>
            <a:r>
              <a:rPr lang="en" b="1"/>
              <a:t>Swap item backwards until traveller is in the right place among all previously examined items.</a:t>
            </a:r>
            <a:endParaRPr b="1"/>
          </a:p>
        </p:txBody>
      </p:sp>
      <p:sp>
        <p:nvSpPr>
          <p:cNvPr id="875" name="Google Shape;875;p60"/>
          <p:cNvSpPr/>
          <p:nvPr/>
        </p:nvSpPr>
        <p:spPr>
          <a:xfrm>
            <a:off x="2834175" y="2892875"/>
            <a:ext cx="495300" cy="495300"/>
          </a:xfrm>
          <a:prstGeom prst="rect">
            <a:avLst/>
          </a:prstGeom>
          <a:solidFill>
            <a:srgbClr val="D9D9D9"/>
          </a:solid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800">
                <a:latin typeface="Calibri"/>
                <a:ea typeface="Calibri"/>
                <a:cs typeface="Calibri"/>
                <a:sym typeface="Calibri"/>
              </a:rPr>
              <a:t>2</a:t>
            </a:r>
            <a:endParaRPr sz="1800">
              <a:latin typeface="Calibri"/>
              <a:ea typeface="Calibri"/>
              <a:cs typeface="Calibri"/>
              <a:sym typeface="Calibri"/>
            </a:endParaRPr>
          </a:p>
        </p:txBody>
      </p:sp>
      <p:sp>
        <p:nvSpPr>
          <p:cNvPr id="876" name="Google Shape;876;p60"/>
          <p:cNvSpPr/>
          <p:nvPr/>
        </p:nvSpPr>
        <p:spPr>
          <a:xfrm>
            <a:off x="3319364" y="2892875"/>
            <a:ext cx="495300" cy="495300"/>
          </a:xfrm>
          <a:prstGeom prst="rect">
            <a:avLst/>
          </a:prstGeom>
          <a:solidFill>
            <a:srgbClr val="D9D9D9"/>
          </a:solid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800">
                <a:latin typeface="Calibri"/>
                <a:ea typeface="Calibri"/>
                <a:cs typeface="Calibri"/>
                <a:sym typeface="Calibri"/>
              </a:rPr>
              <a:t>15</a:t>
            </a:r>
            <a:endParaRPr sz="1800">
              <a:latin typeface="Calibri"/>
              <a:ea typeface="Calibri"/>
              <a:cs typeface="Calibri"/>
              <a:sym typeface="Calibri"/>
            </a:endParaRPr>
          </a:p>
        </p:txBody>
      </p:sp>
      <p:sp>
        <p:nvSpPr>
          <p:cNvPr id="877" name="Google Shape;877;p60"/>
          <p:cNvSpPr/>
          <p:nvPr/>
        </p:nvSpPr>
        <p:spPr>
          <a:xfrm>
            <a:off x="3808705" y="2892875"/>
            <a:ext cx="495300" cy="495300"/>
          </a:xfrm>
          <a:prstGeom prst="rect">
            <a:avLst/>
          </a:prstGeom>
          <a:solidFill>
            <a:srgbClr val="D9D9D9"/>
          </a:solid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800">
                <a:latin typeface="Calibri"/>
                <a:ea typeface="Calibri"/>
                <a:cs typeface="Calibri"/>
                <a:sym typeface="Calibri"/>
              </a:rPr>
              <a:t>17</a:t>
            </a:r>
            <a:endParaRPr sz="1800">
              <a:latin typeface="Calibri"/>
              <a:ea typeface="Calibri"/>
              <a:cs typeface="Calibri"/>
              <a:sym typeface="Calibri"/>
            </a:endParaRPr>
          </a:p>
        </p:txBody>
      </p:sp>
      <p:sp>
        <p:nvSpPr>
          <p:cNvPr id="878" name="Google Shape;878;p60"/>
          <p:cNvSpPr/>
          <p:nvPr/>
        </p:nvSpPr>
        <p:spPr>
          <a:xfrm>
            <a:off x="4293894" y="2892875"/>
            <a:ext cx="495300" cy="495300"/>
          </a:xfrm>
          <a:prstGeom prst="rect">
            <a:avLst/>
          </a:prstGeom>
          <a:solidFill>
            <a:srgbClr val="D9D9D9"/>
          </a:solid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800">
                <a:latin typeface="Calibri"/>
                <a:ea typeface="Calibri"/>
                <a:cs typeface="Calibri"/>
                <a:sym typeface="Calibri"/>
              </a:rPr>
              <a:t>19</a:t>
            </a:r>
            <a:endParaRPr sz="1800">
              <a:latin typeface="Calibri"/>
              <a:ea typeface="Calibri"/>
              <a:cs typeface="Calibri"/>
              <a:sym typeface="Calibri"/>
            </a:endParaRPr>
          </a:p>
        </p:txBody>
      </p:sp>
      <p:sp>
        <p:nvSpPr>
          <p:cNvPr id="879" name="Google Shape;879;p60"/>
          <p:cNvSpPr/>
          <p:nvPr/>
        </p:nvSpPr>
        <p:spPr>
          <a:xfrm>
            <a:off x="4778636" y="2892875"/>
            <a:ext cx="495300" cy="495300"/>
          </a:xfrm>
          <a:prstGeom prst="rect">
            <a:avLst/>
          </a:prstGeom>
          <a:solidFill>
            <a:srgbClr val="D9D9D9"/>
          </a:solid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800">
                <a:latin typeface="Calibri"/>
                <a:ea typeface="Calibri"/>
                <a:cs typeface="Calibri"/>
                <a:sym typeface="Calibri"/>
              </a:rPr>
              <a:t>26</a:t>
            </a:r>
            <a:endParaRPr sz="1800">
              <a:latin typeface="Calibri"/>
              <a:ea typeface="Calibri"/>
              <a:cs typeface="Calibri"/>
              <a:sym typeface="Calibri"/>
            </a:endParaRPr>
          </a:p>
        </p:txBody>
      </p:sp>
      <p:sp>
        <p:nvSpPr>
          <p:cNvPr id="880" name="Google Shape;880;p60"/>
          <p:cNvSpPr/>
          <p:nvPr/>
        </p:nvSpPr>
        <p:spPr>
          <a:xfrm>
            <a:off x="5263825" y="2892875"/>
            <a:ext cx="495300" cy="495300"/>
          </a:xfrm>
          <a:prstGeom prst="rect">
            <a:avLst/>
          </a:prstGeom>
          <a:solidFill>
            <a:srgbClr val="D9D9D9"/>
          </a:solid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800">
                <a:latin typeface="Calibri"/>
                <a:ea typeface="Calibri"/>
                <a:cs typeface="Calibri"/>
                <a:sym typeface="Calibri"/>
              </a:rPr>
              <a:t>32</a:t>
            </a:r>
            <a:endParaRPr sz="1800">
              <a:latin typeface="Calibri"/>
              <a:ea typeface="Calibri"/>
              <a:cs typeface="Calibri"/>
              <a:sym typeface="Calibri"/>
            </a:endParaRPr>
          </a:p>
        </p:txBody>
      </p:sp>
      <p:sp>
        <p:nvSpPr>
          <p:cNvPr id="881" name="Google Shape;881;p60"/>
          <p:cNvSpPr/>
          <p:nvPr/>
        </p:nvSpPr>
        <p:spPr>
          <a:xfrm>
            <a:off x="5753166" y="2892875"/>
            <a:ext cx="495300" cy="495300"/>
          </a:xfrm>
          <a:prstGeom prst="rect">
            <a:avLst/>
          </a:prstGeom>
          <a:solidFill>
            <a:srgbClr val="D9D9D9"/>
          </a:solid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800">
                <a:latin typeface="Calibri"/>
                <a:ea typeface="Calibri"/>
                <a:cs typeface="Calibri"/>
                <a:sym typeface="Calibri"/>
              </a:rPr>
              <a:t>41</a:t>
            </a:r>
            <a:endParaRPr sz="1800">
              <a:latin typeface="Calibri"/>
              <a:ea typeface="Calibri"/>
              <a:cs typeface="Calibri"/>
              <a:sym typeface="Calibri"/>
            </a:endParaRPr>
          </a:p>
        </p:txBody>
      </p:sp>
      <p:sp>
        <p:nvSpPr>
          <p:cNvPr id="882" name="Google Shape;882;p60"/>
          <p:cNvSpPr/>
          <p:nvPr/>
        </p:nvSpPr>
        <p:spPr>
          <a:xfrm>
            <a:off x="6238355" y="2892875"/>
            <a:ext cx="495300" cy="495300"/>
          </a:xfrm>
          <a:prstGeom prst="rect">
            <a:avLst/>
          </a:prstGeom>
          <a:solidFill>
            <a:srgbClr val="B1DD8B"/>
          </a:solid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800">
                <a:latin typeface="Calibri"/>
                <a:ea typeface="Calibri"/>
                <a:cs typeface="Calibri"/>
                <a:sym typeface="Calibri"/>
              </a:rPr>
              <a:t>17</a:t>
            </a:r>
            <a:endParaRPr sz="1800">
              <a:latin typeface="Calibri"/>
              <a:ea typeface="Calibri"/>
              <a:cs typeface="Calibri"/>
              <a:sym typeface="Calibri"/>
            </a:endParaRPr>
          </a:p>
        </p:txBody>
      </p:sp>
      <p:sp>
        <p:nvSpPr>
          <p:cNvPr id="883" name="Google Shape;883;p60"/>
          <p:cNvSpPr/>
          <p:nvPr/>
        </p:nvSpPr>
        <p:spPr>
          <a:xfrm>
            <a:off x="6727730" y="2892875"/>
            <a:ext cx="495300" cy="495300"/>
          </a:xfrm>
          <a:prstGeom prst="rect">
            <a:avLst/>
          </a:prstGeom>
          <a:solidFill>
            <a:srgbClr val="B1DD8B"/>
          </a:solid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800">
                <a:latin typeface="Calibri"/>
                <a:ea typeface="Calibri"/>
                <a:cs typeface="Calibri"/>
                <a:sym typeface="Calibri"/>
              </a:rPr>
              <a:t>17</a:t>
            </a:r>
            <a:endParaRPr sz="1800">
              <a:latin typeface="Calibri"/>
              <a:ea typeface="Calibri"/>
              <a:cs typeface="Calibri"/>
              <a:sym typeface="Calibri"/>
            </a:endParaRPr>
          </a:p>
        </p:txBody>
      </p:sp>
      <p:sp>
        <p:nvSpPr>
          <p:cNvPr id="884" name="Google Shape;884;p60"/>
          <p:cNvSpPr txBox="1"/>
          <p:nvPr/>
        </p:nvSpPr>
        <p:spPr>
          <a:xfrm>
            <a:off x="5849436" y="3364800"/>
            <a:ext cx="495300" cy="4953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600">
                <a:latin typeface="Consolas"/>
                <a:ea typeface="Consolas"/>
                <a:cs typeface="Consolas"/>
                <a:sym typeface="Consolas"/>
              </a:rPr>
              <a:t>i</a:t>
            </a:r>
            <a:endParaRPr sz="1600">
              <a:latin typeface="Consolas"/>
              <a:ea typeface="Consolas"/>
              <a:cs typeface="Consolas"/>
              <a:sym typeface="Consolas"/>
            </a:endParaRPr>
          </a:p>
        </p:txBody>
      </p:sp>
      <p:sp>
        <p:nvSpPr>
          <p:cNvPr id="885" name="Google Shape;885;p60"/>
          <p:cNvSpPr txBox="1"/>
          <p:nvPr/>
        </p:nvSpPr>
        <p:spPr>
          <a:xfrm>
            <a:off x="5866976" y="3692259"/>
            <a:ext cx="495300" cy="4953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600">
                <a:latin typeface="Consolas"/>
                <a:ea typeface="Consolas"/>
                <a:cs typeface="Consolas"/>
                <a:sym typeface="Consolas"/>
              </a:rPr>
              <a:t>j</a:t>
            </a:r>
            <a:endParaRPr sz="1600">
              <a:latin typeface="Consolas"/>
              <a:ea typeface="Consolas"/>
              <a:cs typeface="Consolas"/>
              <a:sym typeface="Consolas"/>
            </a:endParaRPr>
          </a:p>
        </p:txBody>
      </p:sp>
      <p:sp>
        <p:nvSpPr>
          <p:cNvPr id="886" name="Google Shape;886;p60"/>
          <p:cNvSpPr/>
          <p:nvPr/>
        </p:nvSpPr>
        <p:spPr>
          <a:xfrm rot="-5400000">
            <a:off x="6616400" y="2245575"/>
            <a:ext cx="260700" cy="918000"/>
          </a:xfrm>
          <a:prstGeom prst="rightBrace">
            <a:avLst>
              <a:gd name="adj1" fmla="val 8333"/>
              <a:gd name="adj2" fmla="val 50000"/>
            </a:avLst>
          </a:prstGeom>
          <a:noFill/>
          <a:ln w="19050" cap="flat" cmpd="sng">
            <a:solidFill>
              <a:srgbClr val="66666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7" name="Google Shape;887;p60"/>
          <p:cNvSpPr/>
          <p:nvPr/>
        </p:nvSpPr>
        <p:spPr>
          <a:xfrm rot="-5400000">
            <a:off x="4363100" y="1057425"/>
            <a:ext cx="260700" cy="3294300"/>
          </a:xfrm>
          <a:prstGeom prst="rightBrace">
            <a:avLst>
              <a:gd name="adj1" fmla="val 8333"/>
              <a:gd name="adj2" fmla="val 50000"/>
            </a:avLst>
          </a:prstGeom>
          <a:noFill/>
          <a:ln w="19050" cap="flat" cmpd="sng">
            <a:solidFill>
              <a:srgbClr val="66666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8" name="Google Shape;888;p60"/>
          <p:cNvSpPr txBox="1"/>
          <p:nvPr/>
        </p:nvSpPr>
        <p:spPr>
          <a:xfrm>
            <a:off x="4147142" y="2237025"/>
            <a:ext cx="849900" cy="3372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a:t>sorted</a:t>
            </a:r>
            <a:endParaRPr/>
          </a:p>
        </p:txBody>
      </p:sp>
      <p:sp>
        <p:nvSpPr>
          <p:cNvPr id="889" name="Google Shape;889;p60"/>
          <p:cNvSpPr txBox="1"/>
          <p:nvPr/>
        </p:nvSpPr>
        <p:spPr>
          <a:xfrm>
            <a:off x="166800" y="4316400"/>
            <a:ext cx="8972700" cy="827100"/>
          </a:xfrm>
          <a:prstGeom prst="rect">
            <a:avLst/>
          </a:prstGeom>
          <a:noFill/>
          <a:ln>
            <a:noFill/>
          </a:ln>
        </p:spPr>
        <p:txBody>
          <a:bodyPr spcFirstLastPara="1" wrap="square" lIns="91425" tIns="91425" rIns="91425" bIns="91425" anchor="ctr" anchorCtr="0">
            <a:noAutofit/>
          </a:bodyPr>
          <a:lstStyle/>
          <a:p>
            <a:pPr marL="0" lvl="0" indent="0" algn="l" rtl="0">
              <a:spcBef>
                <a:spcPts val="480"/>
              </a:spcBef>
              <a:spcAft>
                <a:spcPts val="0"/>
              </a:spcAft>
              <a:buNone/>
            </a:pPr>
            <a:r>
              <a:rPr lang="en" sz="1800">
                <a:solidFill>
                  <a:schemeClr val="dk1"/>
                </a:solidFill>
                <a:latin typeface="Roboto"/>
                <a:ea typeface="Roboto"/>
                <a:cs typeface="Roboto"/>
                <a:sym typeface="Roboto"/>
              </a:rPr>
              <a:t>In example above: Use j pointer to track current spot of traveling item.</a:t>
            </a:r>
            <a:endParaRPr sz="1800">
              <a:latin typeface="Roboto"/>
              <a:ea typeface="Roboto"/>
              <a:cs typeface="Roboto"/>
              <a:sym typeface="Roboto"/>
            </a:endParaRPr>
          </a:p>
        </p:txBody>
      </p:sp>
      <p:sp>
        <p:nvSpPr>
          <p:cNvPr id="890" name="Google Shape;890;p60"/>
          <p:cNvSpPr txBox="1"/>
          <p:nvPr/>
        </p:nvSpPr>
        <p:spPr>
          <a:xfrm>
            <a:off x="6160700" y="2237025"/>
            <a:ext cx="1172100" cy="3372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a:latin typeface="Roboto"/>
                <a:ea typeface="Roboto"/>
                <a:cs typeface="Roboto"/>
                <a:sym typeface="Roboto"/>
              </a:rPr>
              <a:t>unexamined</a:t>
            </a:r>
            <a:endParaRPr>
              <a:latin typeface="Roboto"/>
              <a:ea typeface="Roboto"/>
              <a:cs typeface="Roboto"/>
              <a:sym typeface="Roboto"/>
            </a:endParaRPr>
          </a:p>
        </p:txBody>
      </p:sp>
      <p:sp>
        <p:nvSpPr>
          <p:cNvPr id="891" name="Google Shape;891;p60"/>
          <p:cNvSpPr txBox="1"/>
          <p:nvPr/>
        </p:nvSpPr>
        <p:spPr>
          <a:xfrm>
            <a:off x="1294775" y="2892875"/>
            <a:ext cx="948300" cy="4953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sz="1800">
                <a:latin typeface="Roboto"/>
                <a:ea typeface="Roboto"/>
                <a:cs typeface="Roboto"/>
                <a:sym typeface="Roboto"/>
              </a:rPr>
              <a:t>Input:</a:t>
            </a:r>
            <a:endParaRPr sz="1800">
              <a:latin typeface="Roboto"/>
              <a:ea typeface="Roboto"/>
              <a:cs typeface="Roboto"/>
              <a:sym typeface="Roboto"/>
            </a:endParaRP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Shape 895"/>
        <p:cNvGrpSpPr/>
        <p:nvPr/>
      </p:nvGrpSpPr>
      <p:grpSpPr>
        <a:xfrm>
          <a:off x="0" y="0"/>
          <a:ext cx="0" cy="0"/>
          <a:chOff x="0" y="0"/>
          <a:chExt cx="0" cy="0"/>
        </a:xfrm>
      </p:grpSpPr>
      <p:sp>
        <p:nvSpPr>
          <p:cNvPr id="896" name="Google Shape;896;p61"/>
          <p:cNvSpPr txBox="1">
            <a:spLocks noGrp="1"/>
          </p:cNvSpPr>
          <p:nvPr>
            <p:ph type="title"/>
          </p:nvPr>
        </p:nvSpPr>
        <p:spPr>
          <a:xfrm>
            <a:off x="0" y="0"/>
            <a:ext cx="8520600" cy="3936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buFont typeface="Arial"/>
              <a:buNone/>
            </a:pPr>
            <a:r>
              <a:rPr lang="en"/>
              <a:t>In-place Insertion Sort</a:t>
            </a:r>
            <a:endParaRPr/>
          </a:p>
        </p:txBody>
      </p:sp>
      <p:sp>
        <p:nvSpPr>
          <p:cNvPr id="897" name="Google Shape;897;p61"/>
          <p:cNvSpPr txBox="1">
            <a:spLocks noGrp="1"/>
          </p:cNvSpPr>
          <p:nvPr>
            <p:ph type="body" idx="1"/>
          </p:nvPr>
        </p:nvSpPr>
        <p:spPr>
          <a:xfrm>
            <a:off x="107044" y="402200"/>
            <a:ext cx="8520600" cy="3416400"/>
          </a:xfrm>
          <a:prstGeom prst="rect">
            <a:avLst/>
          </a:prstGeom>
        </p:spPr>
        <p:txBody>
          <a:bodyPr spcFirstLastPara="1" wrap="square" lIns="91425" tIns="91425" rIns="91425" bIns="91425" anchor="t" anchorCtr="0">
            <a:noAutofit/>
          </a:bodyPr>
          <a:lstStyle/>
          <a:p>
            <a:pPr marL="0" lvl="0" indent="0" algn="l" rtl="0">
              <a:spcBef>
                <a:spcPts val="600"/>
              </a:spcBef>
              <a:spcAft>
                <a:spcPts val="0"/>
              </a:spcAft>
              <a:buNone/>
            </a:pPr>
            <a:r>
              <a:rPr lang="en"/>
              <a:t>General strategy: </a:t>
            </a:r>
            <a:endParaRPr/>
          </a:p>
          <a:p>
            <a:pPr marL="457200" lvl="0" indent="-342900" algn="l" rtl="0">
              <a:spcBef>
                <a:spcPts val="600"/>
              </a:spcBef>
              <a:spcAft>
                <a:spcPts val="0"/>
              </a:spcAft>
              <a:buSzPts val="1800"/>
              <a:buChar char="●"/>
            </a:pPr>
            <a:r>
              <a:rPr lang="en"/>
              <a:t>Repeat for i = 0 to N - 1:</a:t>
            </a:r>
            <a:endParaRPr/>
          </a:p>
          <a:p>
            <a:pPr marL="914400" lvl="1" indent="-342900" algn="l" rtl="0">
              <a:spcBef>
                <a:spcPts val="0"/>
              </a:spcBef>
              <a:spcAft>
                <a:spcPts val="0"/>
              </a:spcAft>
              <a:buSzPts val="1800"/>
              <a:buChar char="○"/>
            </a:pPr>
            <a:r>
              <a:rPr lang="en" b="1"/>
              <a:t>Designate item i as the traveling item.</a:t>
            </a:r>
            <a:endParaRPr b="1"/>
          </a:p>
          <a:p>
            <a:pPr marL="914400" lvl="1" indent="-342900" algn="l" rtl="0">
              <a:spcBef>
                <a:spcPts val="600"/>
              </a:spcBef>
              <a:spcAft>
                <a:spcPts val="0"/>
              </a:spcAft>
              <a:buSzPts val="1800"/>
              <a:buChar char="○"/>
            </a:pPr>
            <a:r>
              <a:rPr lang="en"/>
              <a:t>Swap item backwards until traveller is in the right place among all previously examined items.</a:t>
            </a:r>
            <a:endParaRPr/>
          </a:p>
        </p:txBody>
      </p:sp>
      <p:sp>
        <p:nvSpPr>
          <p:cNvPr id="898" name="Google Shape;898;p61"/>
          <p:cNvSpPr/>
          <p:nvPr/>
        </p:nvSpPr>
        <p:spPr>
          <a:xfrm>
            <a:off x="2834175" y="2892875"/>
            <a:ext cx="495300" cy="495300"/>
          </a:xfrm>
          <a:prstGeom prst="rect">
            <a:avLst/>
          </a:prstGeom>
          <a:solidFill>
            <a:srgbClr val="D9D9D9"/>
          </a:solid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800">
                <a:latin typeface="Calibri"/>
                <a:ea typeface="Calibri"/>
                <a:cs typeface="Calibri"/>
                <a:sym typeface="Calibri"/>
              </a:rPr>
              <a:t>2</a:t>
            </a:r>
            <a:endParaRPr sz="1800">
              <a:latin typeface="Calibri"/>
              <a:ea typeface="Calibri"/>
              <a:cs typeface="Calibri"/>
              <a:sym typeface="Calibri"/>
            </a:endParaRPr>
          </a:p>
        </p:txBody>
      </p:sp>
      <p:sp>
        <p:nvSpPr>
          <p:cNvPr id="899" name="Google Shape;899;p61"/>
          <p:cNvSpPr/>
          <p:nvPr/>
        </p:nvSpPr>
        <p:spPr>
          <a:xfrm>
            <a:off x="3319364" y="2892875"/>
            <a:ext cx="495300" cy="495300"/>
          </a:xfrm>
          <a:prstGeom prst="rect">
            <a:avLst/>
          </a:prstGeom>
          <a:solidFill>
            <a:srgbClr val="D9D9D9"/>
          </a:solid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800">
                <a:latin typeface="Calibri"/>
                <a:ea typeface="Calibri"/>
                <a:cs typeface="Calibri"/>
                <a:sym typeface="Calibri"/>
              </a:rPr>
              <a:t>15</a:t>
            </a:r>
            <a:endParaRPr sz="1800">
              <a:latin typeface="Calibri"/>
              <a:ea typeface="Calibri"/>
              <a:cs typeface="Calibri"/>
              <a:sym typeface="Calibri"/>
            </a:endParaRPr>
          </a:p>
        </p:txBody>
      </p:sp>
      <p:sp>
        <p:nvSpPr>
          <p:cNvPr id="900" name="Google Shape;900;p61"/>
          <p:cNvSpPr/>
          <p:nvPr/>
        </p:nvSpPr>
        <p:spPr>
          <a:xfrm>
            <a:off x="3808705" y="2892875"/>
            <a:ext cx="495300" cy="495300"/>
          </a:xfrm>
          <a:prstGeom prst="rect">
            <a:avLst/>
          </a:prstGeom>
          <a:solidFill>
            <a:srgbClr val="D9D9D9"/>
          </a:solid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800">
                <a:latin typeface="Calibri"/>
                <a:ea typeface="Calibri"/>
                <a:cs typeface="Calibri"/>
                <a:sym typeface="Calibri"/>
              </a:rPr>
              <a:t>17</a:t>
            </a:r>
            <a:endParaRPr sz="1800">
              <a:latin typeface="Calibri"/>
              <a:ea typeface="Calibri"/>
              <a:cs typeface="Calibri"/>
              <a:sym typeface="Calibri"/>
            </a:endParaRPr>
          </a:p>
        </p:txBody>
      </p:sp>
      <p:sp>
        <p:nvSpPr>
          <p:cNvPr id="901" name="Google Shape;901;p61"/>
          <p:cNvSpPr/>
          <p:nvPr/>
        </p:nvSpPr>
        <p:spPr>
          <a:xfrm>
            <a:off x="4293894" y="2892875"/>
            <a:ext cx="495300" cy="495300"/>
          </a:xfrm>
          <a:prstGeom prst="rect">
            <a:avLst/>
          </a:prstGeom>
          <a:solidFill>
            <a:srgbClr val="D9D9D9"/>
          </a:solid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800">
                <a:latin typeface="Calibri"/>
                <a:ea typeface="Calibri"/>
                <a:cs typeface="Calibri"/>
                <a:sym typeface="Calibri"/>
              </a:rPr>
              <a:t>19</a:t>
            </a:r>
            <a:endParaRPr sz="1800">
              <a:latin typeface="Calibri"/>
              <a:ea typeface="Calibri"/>
              <a:cs typeface="Calibri"/>
              <a:sym typeface="Calibri"/>
            </a:endParaRPr>
          </a:p>
        </p:txBody>
      </p:sp>
      <p:sp>
        <p:nvSpPr>
          <p:cNvPr id="902" name="Google Shape;902;p61"/>
          <p:cNvSpPr/>
          <p:nvPr/>
        </p:nvSpPr>
        <p:spPr>
          <a:xfrm>
            <a:off x="4778636" y="2892875"/>
            <a:ext cx="495300" cy="495300"/>
          </a:xfrm>
          <a:prstGeom prst="rect">
            <a:avLst/>
          </a:prstGeom>
          <a:solidFill>
            <a:srgbClr val="D9D9D9"/>
          </a:solid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800">
                <a:latin typeface="Calibri"/>
                <a:ea typeface="Calibri"/>
                <a:cs typeface="Calibri"/>
                <a:sym typeface="Calibri"/>
              </a:rPr>
              <a:t>26</a:t>
            </a:r>
            <a:endParaRPr sz="1800">
              <a:latin typeface="Calibri"/>
              <a:ea typeface="Calibri"/>
              <a:cs typeface="Calibri"/>
              <a:sym typeface="Calibri"/>
            </a:endParaRPr>
          </a:p>
        </p:txBody>
      </p:sp>
      <p:sp>
        <p:nvSpPr>
          <p:cNvPr id="903" name="Google Shape;903;p61"/>
          <p:cNvSpPr/>
          <p:nvPr/>
        </p:nvSpPr>
        <p:spPr>
          <a:xfrm>
            <a:off x="5263825" y="2892875"/>
            <a:ext cx="495300" cy="495300"/>
          </a:xfrm>
          <a:prstGeom prst="rect">
            <a:avLst/>
          </a:prstGeom>
          <a:solidFill>
            <a:srgbClr val="D9D9D9"/>
          </a:solid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800">
                <a:latin typeface="Calibri"/>
                <a:ea typeface="Calibri"/>
                <a:cs typeface="Calibri"/>
                <a:sym typeface="Calibri"/>
              </a:rPr>
              <a:t>32</a:t>
            </a:r>
            <a:endParaRPr sz="1800">
              <a:latin typeface="Calibri"/>
              <a:ea typeface="Calibri"/>
              <a:cs typeface="Calibri"/>
              <a:sym typeface="Calibri"/>
            </a:endParaRPr>
          </a:p>
        </p:txBody>
      </p:sp>
      <p:sp>
        <p:nvSpPr>
          <p:cNvPr id="904" name="Google Shape;904;p61"/>
          <p:cNvSpPr/>
          <p:nvPr/>
        </p:nvSpPr>
        <p:spPr>
          <a:xfrm>
            <a:off x="5753166" y="2892875"/>
            <a:ext cx="495300" cy="495300"/>
          </a:xfrm>
          <a:prstGeom prst="rect">
            <a:avLst/>
          </a:prstGeom>
          <a:solidFill>
            <a:srgbClr val="D9D9D9"/>
          </a:solid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800">
                <a:latin typeface="Calibri"/>
                <a:ea typeface="Calibri"/>
                <a:cs typeface="Calibri"/>
                <a:sym typeface="Calibri"/>
              </a:rPr>
              <a:t>41</a:t>
            </a:r>
            <a:endParaRPr sz="1800">
              <a:latin typeface="Calibri"/>
              <a:ea typeface="Calibri"/>
              <a:cs typeface="Calibri"/>
              <a:sym typeface="Calibri"/>
            </a:endParaRPr>
          </a:p>
        </p:txBody>
      </p:sp>
      <p:sp>
        <p:nvSpPr>
          <p:cNvPr id="905" name="Google Shape;905;p61"/>
          <p:cNvSpPr/>
          <p:nvPr/>
        </p:nvSpPr>
        <p:spPr>
          <a:xfrm>
            <a:off x="6238355" y="2892875"/>
            <a:ext cx="495300" cy="495300"/>
          </a:xfrm>
          <a:prstGeom prst="rect">
            <a:avLst/>
          </a:prstGeom>
          <a:solidFill>
            <a:schemeClr val="accent3"/>
          </a:solid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800">
                <a:latin typeface="Calibri"/>
                <a:ea typeface="Calibri"/>
                <a:cs typeface="Calibri"/>
                <a:sym typeface="Calibri"/>
              </a:rPr>
              <a:t>17</a:t>
            </a:r>
            <a:endParaRPr sz="1800">
              <a:latin typeface="Calibri"/>
              <a:ea typeface="Calibri"/>
              <a:cs typeface="Calibri"/>
              <a:sym typeface="Calibri"/>
            </a:endParaRPr>
          </a:p>
        </p:txBody>
      </p:sp>
      <p:sp>
        <p:nvSpPr>
          <p:cNvPr id="906" name="Google Shape;906;p61"/>
          <p:cNvSpPr/>
          <p:nvPr/>
        </p:nvSpPr>
        <p:spPr>
          <a:xfrm>
            <a:off x="6727730" y="2892875"/>
            <a:ext cx="495300" cy="495300"/>
          </a:xfrm>
          <a:prstGeom prst="rect">
            <a:avLst/>
          </a:prstGeom>
          <a:solidFill>
            <a:srgbClr val="B1DD8B"/>
          </a:solid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800">
                <a:latin typeface="Calibri"/>
                <a:ea typeface="Calibri"/>
                <a:cs typeface="Calibri"/>
                <a:sym typeface="Calibri"/>
              </a:rPr>
              <a:t>17</a:t>
            </a:r>
            <a:endParaRPr sz="1800">
              <a:latin typeface="Calibri"/>
              <a:ea typeface="Calibri"/>
              <a:cs typeface="Calibri"/>
              <a:sym typeface="Calibri"/>
            </a:endParaRPr>
          </a:p>
        </p:txBody>
      </p:sp>
      <p:sp>
        <p:nvSpPr>
          <p:cNvPr id="907" name="Google Shape;907;p61"/>
          <p:cNvSpPr txBox="1"/>
          <p:nvPr/>
        </p:nvSpPr>
        <p:spPr>
          <a:xfrm>
            <a:off x="6306636" y="3364800"/>
            <a:ext cx="495300" cy="4953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600">
                <a:latin typeface="Consolas"/>
                <a:ea typeface="Consolas"/>
                <a:cs typeface="Consolas"/>
                <a:sym typeface="Consolas"/>
              </a:rPr>
              <a:t>i</a:t>
            </a:r>
            <a:endParaRPr sz="1600">
              <a:latin typeface="Consolas"/>
              <a:ea typeface="Consolas"/>
              <a:cs typeface="Consolas"/>
              <a:sym typeface="Consolas"/>
            </a:endParaRPr>
          </a:p>
        </p:txBody>
      </p:sp>
      <p:sp>
        <p:nvSpPr>
          <p:cNvPr id="908" name="Google Shape;908;p61"/>
          <p:cNvSpPr txBox="1"/>
          <p:nvPr/>
        </p:nvSpPr>
        <p:spPr>
          <a:xfrm>
            <a:off x="6324176" y="3692259"/>
            <a:ext cx="495300" cy="4953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600">
                <a:latin typeface="Consolas"/>
                <a:ea typeface="Consolas"/>
                <a:cs typeface="Consolas"/>
                <a:sym typeface="Consolas"/>
              </a:rPr>
              <a:t>j</a:t>
            </a:r>
            <a:endParaRPr sz="1600">
              <a:latin typeface="Consolas"/>
              <a:ea typeface="Consolas"/>
              <a:cs typeface="Consolas"/>
              <a:sym typeface="Consolas"/>
            </a:endParaRPr>
          </a:p>
        </p:txBody>
      </p:sp>
      <p:sp>
        <p:nvSpPr>
          <p:cNvPr id="909" name="Google Shape;909;p61"/>
          <p:cNvSpPr/>
          <p:nvPr/>
        </p:nvSpPr>
        <p:spPr>
          <a:xfrm rot="-5400000">
            <a:off x="6616400" y="2245575"/>
            <a:ext cx="260700" cy="918000"/>
          </a:xfrm>
          <a:prstGeom prst="rightBrace">
            <a:avLst>
              <a:gd name="adj1" fmla="val 8333"/>
              <a:gd name="adj2" fmla="val 50000"/>
            </a:avLst>
          </a:prstGeom>
          <a:noFill/>
          <a:ln w="19050" cap="flat" cmpd="sng">
            <a:solidFill>
              <a:srgbClr val="66666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0" name="Google Shape;910;p61"/>
          <p:cNvSpPr/>
          <p:nvPr/>
        </p:nvSpPr>
        <p:spPr>
          <a:xfrm rot="-5400000">
            <a:off x="4363100" y="1057425"/>
            <a:ext cx="260700" cy="3294300"/>
          </a:xfrm>
          <a:prstGeom prst="rightBrace">
            <a:avLst>
              <a:gd name="adj1" fmla="val 8333"/>
              <a:gd name="adj2" fmla="val 50000"/>
            </a:avLst>
          </a:prstGeom>
          <a:noFill/>
          <a:ln w="19050" cap="flat" cmpd="sng">
            <a:solidFill>
              <a:srgbClr val="66666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1" name="Google Shape;911;p61"/>
          <p:cNvSpPr txBox="1"/>
          <p:nvPr/>
        </p:nvSpPr>
        <p:spPr>
          <a:xfrm>
            <a:off x="4147142" y="2237025"/>
            <a:ext cx="849900" cy="3372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a:t>sorted</a:t>
            </a:r>
            <a:endParaRPr/>
          </a:p>
        </p:txBody>
      </p:sp>
      <p:sp>
        <p:nvSpPr>
          <p:cNvPr id="912" name="Google Shape;912;p61"/>
          <p:cNvSpPr txBox="1"/>
          <p:nvPr/>
        </p:nvSpPr>
        <p:spPr>
          <a:xfrm>
            <a:off x="166800" y="4316400"/>
            <a:ext cx="8972700" cy="827100"/>
          </a:xfrm>
          <a:prstGeom prst="rect">
            <a:avLst/>
          </a:prstGeom>
          <a:noFill/>
          <a:ln>
            <a:noFill/>
          </a:ln>
        </p:spPr>
        <p:txBody>
          <a:bodyPr spcFirstLastPara="1" wrap="square" lIns="91425" tIns="91425" rIns="91425" bIns="91425" anchor="ctr" anchorCtr="0">
            <a:noAutofit/>
          </a:bodyPr>
          <a:lstStyle/>
          <a:p>
            <a:pPr marL="0" lvl="0" indent="0" algn="l" rtl="0">
              <a:spcBef>
                <a:spcPts val="480"/>
              </a:spcBef>
              <a:spcAft>
                <a:spcPts val="0"/>
              </a:spcAft>
              <a:buNone/>
            </a:pPr>
            <a:r>
              <a:rPr lang="en" sz="1800">
                <a:solidFill>
                  <a:schemeClr val="dk1"/>
                </a:solidFill>
                <a:latin typeface="Roboto"/>
                <a:ea typeface="Roboto"/>
                <a:cs typeface="Roboto"/>
                <a:sym typeface="Roboto"/>
              </a:rPr>
              <a:t>In example above: Use j pointer to track current spot of traveling item.</a:t>
            </a:r>
            <a:endParaRPr sz="1800">
              <a:latin typeface="Roboto"/>
              <a:ea typeface="Roboto"/>
              <a:cs typeface="Roboto"/>
              <a:sym typeface="Roboto"/>
            </a:endParaRPr>
          </a:p>
        </p:txBody>
      </p:sp>
      <p:sp>
        <p:nvSpPr>
          <p:cNvPr id="913" name="Google Shape;913;p61"/>
          <p:cNvSpPr txBox="1"/>
          <p:nvPr/>
        </p:nvSpPr>
        <p:spPr>
          <a:xfrm>
            <a:off x="6160700" y="2237025"/>
            <a:ext cx="1172100" cy="3372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a:latin typeface="Roboto"/>
                <a:ea typeface="Roboto"/>
                <a:cs typeface="Roboto"/>
                <a:sym typeface="Roboto"/>
              </a:rPr>
              <a:t>unexamined</a:t>
            </a:r>
            <a:endParaRPr>
              <a:latin typeface="Roboto"/>
              <a:ea typeface="Roboto"/>
              <a:cs typeface="Roboto"/>
              <a:sym typeface="Roboto"/>
            </a:endParaRPr>
          </a:p>
        </p:txBody>
      </p:sp>
      <p:sp>
        <p:nvSpPr>
          <p:cNvPr id="914" name="Google Shape;914;p61"/>
          <p:cNvSpPr txBox="1"/>
          <p:nvPr/>
        </p:nvSpPr>
        <p:spPr>
          <a:xfrm>
            <a:off x="1294775" y="2892875"/>
            <a:ext cx="948300" cy="4953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sz="1800">
                <a:latin typeface="Roboto"/>
                <a:ea typeface="Roboto"/>
                <a:cs typeface="Roboto"/>
                <a:sym typeface="Roboto"/>
              </a:rPr>
              <a:t>Input:</a:t>
            </a:r>
            <a:endParaRPr sz="1800">
              <a:latin typeface="Roboto"/>
              <a:ea typeface="Roboto"/>
              <a:cs typeface="Roboto"/>
              <a:sym typeface="Roboto"/>
            </a:endParaRP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Shape 918"/>
        <p:cNvGrpSpPr/>
        <p:nvPr/>
      </p:nvGrpSpPr>
      <p:grpSpPr>
        <a:xfrm>
          <a:off x="0" y="0"/>
          <a:ext cx="0" cy="0"/>
          <a:chOff x="0" y="0"/>
          <a:chExt cx="0" cy="0"/>
        </a:xfrm>
      </p:grpSpPr>
      <p:sp>
        <p:nvSpPr>
          <p:cNvPr id="919" name="Google Shape;919;p62"/>
          <p:cNvSpPr txBox="1">
            <a:spLocks noGrp="1"/>
          </p:cNvSpPr>
          <p:nvPr>
            <p:ph type="title"/>
          </p:nvPr>
        </p:nvSpPr>
        <p:spPr>
          <a:xfrm>
            <a:off x="0" y="0"/>
            <a:ext cx="8520600" cy="3936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buFont typeface="Arial"/>
              <a:buNone/>
            </a:pPr>
            <a:r>
              <a:rPr lang="en"/>
              <a:t>In-place Insertion Sort</a:t>
            </a:r>
            <a:endParaRPr/>
          </a:p>
        </p:txBody>
      </p:sp>
      <p:sp>
        <p:nvSpPr>
          <p:cNvPr id="920" name="Google Shape;920;p62"/>
          <p:cNvSpPr txBox="1">
            <a:spLocks noGrp="1"/>
          </p:cNvSpPr>
          <p:nvPr>
            <p:ph type="body" idx="1"/>
          </p:nvPr>
        </p:nvSpPr>
        <p:spPr>
          <a:xfrm>
            <a:off x="107044" y="402200"/>
            <a:ext cx="8520600" cy="3416400"/>
          </a:xfrm>
          <a:prstGeom prst="rect">
            <a:avLst/>
          </a:prstGeom>
        </p:spPr>
        <p:txBody>
          <a:bodyPr spcFirstLastPara="1" wrap="square" lIns="91425" tIns="91425" rIns="91425" bIns="91425" anchor="t" anchorCtr="0">
            <a:noAutofit/>
          </a:bodyPr>
          <a:lstStyle/>
          <a:p>
            <a:pPr marL="0" lvl="0" indent="0" algn="l" rtl="0">
              <a:spcBef>
                <a:spcPts val="600"/>
              </a:spcBef>
              <a:spcAft>
                <a:spcPts val="0"/>
              </a:spcAft>
              <a:buNone/>
            </a:pPr>
            <a:r>
              <a:rPr lang="en"/>
              <a:t>General strategy: </a:t>
            </a:r>
            <a:endParaRPr/>
          </a:p>
          <a:p>
            <a:pPr marL="457200" lvl="0" indent="-342900" algn="l" rtl="0">
              <a:spcBef>
                <a:spcPts val="600"/>
              </a:spcBef>
              <a:spcAft>
                <a:spcPts val="0"/>
              </a:spcAft>
              <a:buSzPts val="1800"/>
              <a:buChar char="●"/>
            </a:pPr>
            <a:r>
              <a:rPr lang="en"/>
              <a:t>Repeat for i = 0 to N - 1:</a:t>
            </a:r>
            <a:endParaRPr/>
          </a:p>
          <a:p>
            <a:pPr marL="914400" lvl="1" indent="-342900" algn="l" rtl="0">
              <a:spcBef>
                <a:spcPts val="0"/>
              </a:spcBef>
              <a:spcAft>
                <a:spcPts val="0"/>
              </a:spcAft>
              <a:buSzPts val="1800"/>
              <a:buChar char="○"/>
            </a:pPr>
            <a:r>
              <a:rPr lang="en"/>
              <a:t>Designate item i as the traveling item.</a:t>
            </a:r>
            <a:endParaRPr/>
          </a:p>
          <a:p>
            <a:pPr marL="914400" lvl="1" indent="-342900" algn="l" rtl="0">
              <a:spcBef>
                <a:spcPts val="600"/>
              </a:spcBef>
              <a:spcAft>
                <a:spcPts val="0"/>
              </a:spcAft>
              <a:buSzPts val="1800"/>
              <a:buChar char="○"/>
            </a:pPr>
            <a:r>
              <a:rPr lang="en" b="1"/>
              <a:t>Swap item backwards until traveller is in the right place among all previously examined items.</a:t>
            </a:r>
            <a:endParaRPr b="1"/>
          </a:p>
        </p:txBody>
      </p:sp>
      <p:sp>
        <p:nvSpPr>
          <p:cNvPr id="921" name="Google Shape;921;p62"/>
          <p:cNvSpPr/>
          <p:nvPr/>
        </p:nvSpPr>
        <p:spPr>
          <a:xfrm>
            <a:off x="2834175" y="2892875"/>
            <a:ext cx="495300" cy="495300"/>
          </a:xfrm>
          <a:prstGeom prst="rect">
            <a:avLst/>
          </a:prstGeom>
          <a:solidFill>
            <a:srgbClr val="D9D9D9"/>
          </a:solid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800">
                <a:latin typeface="Calibri"/>
                <a:ea typeface="Calibri"/>
                <a:cs typeface="Calibri"/>
                <a:sym typeface="Calibri"/>
              </a:rPr>
              <a:t>2</a:t>
            </a:r>
            <a:endParaRPr sz="1800">
              <a:latin typeface="Calibri"/>
              <a:ea typeface="Calibri"/>
              <a:cs typeface="Calibri"/>
              <a:sym typeface="Calibri"/>
            </a:endParaRPr>
          </a:p>
        </p:txBody>
      </p:sp>
      <p:sp>
        <p:nvSpPr>
          <p:cNvPr id="922" name="Google Shape;922;p62"/>
          <p:cNvSpPr/>
          <p:nvPr/>
        </p:nvSpPr>
        <p:spPr>
          <a:xfrm>
            <a:off x="3319364" y="2892875"/>
            <a:ext cx="495300" cy="495300"/>
          </a:xfrm>
          <a:prstGeom prst="rect">
            <a:avLst/>
          </a:prstGeom>
          <a:solidFill>
            <a:srgbClr val="D9D9D9"/>
          </a:solid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800">
                <a:latin typeface="Calibri"/>
                <a:ea typeface="Calibri"/>
                <a:cs typeface="Calibri"/>
                <a:sym typeface="Calibri"/>
              </a:rPr>
              <a:t>15</a:t>
            </a:r>
            <a:endParaRPr sz="1800">
              <a:latin typeface="Calibri"/>
              <a:ea typeface="Calibri"/>
              <a:cs typeface="Calibri"/>
              <a:sym typeface="Calibri"/>
            </a:endParaRPr>
          </a:p>
        </p:txBody>
      </p:sp>
      <p:sp>
        <p:nvSpPr>
          <p:cNvPr id="923" name="Google Shape;923;p62"/>
          <p:cNvSpPr/>
          <p:nvPr/>
        </p:nvSpPr>
        <p:spPr>
          <a:xfrm>
            <a:off x="3808705" y="2892875"/>
            <a:ext cx="495300" cy="495300"/>
          </a:xfrm>
          <a:prstGeom prst="rect">
            <a:avLst/>
          </a:prstGeom>
          <a:solidFill>
            <a:srgbClr val="D9D9D9"/>
          </a:solid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800">
                <a:latin typeface="Calibri"/>
                <a:ea typeface="Calibri"/>
                <a:cs typeface="Calibri"/>
                <a:sym typeface="Calibri"/>
              </a:rPr>
              <a:t>17</a:t>
            </a:r>
            <a:endParaRPr sz="1800">
              <a:latin typeface="Calibri"/>
              <a:ea typeface="Calibri"/>
              <a:cs typeface="Calibri"/>
              <a:sym typeface="Calibri"/>
            </a:endParaRPr>
          </a:p>
        </p:txBody>
      </p:sp>
      <p:sp>
        <p:nvSpPr>
          <p:cNvPr id="924" name="Google Shape;924;p62"/>
          <p:cNvSpPr/>
          <p:nvPr/>
        </p:nvSpPr>
        <p:spPr>
          <a:xfrm>
            <a:off x="4293894" y="2892875"/>
            <a:ext cx="495300" cy="495300"/>
          </a:xfrm>
          <a:prstGeom prst="rect">
            <a:avLst/>
          </a:prstGeom>
          <a:solidFill>
            <a:srgbClr val="D9D9D9"/>
          </a:solid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800">
                <a:latin typeface="Calibri"/>
                <a:ea typeface="Calibri"/>
                <a:cs typeface="Calibri"/>
                <a:sym typeface="Calibri"/>
              </a:rPr>
              <a:t>19</a:t>
            </a:r>
            <a:endParaRPr sz="1800">
              <a:latin typeface="Calibri"/>
              <a:ea typeface="Calibri"/>
              <a:cs typeface="Calibri"/>
              <a:sym typeface="Calibri"/>
            </a:endParaRPr>
          </a:p>
        </p:txBody>
      </p:sp>
      <p:sp>
        <p:nvSpPr>
          <p:cNvPr id="925" name="Google Shape;925;p62"/>
          <p:cNvSpPr/>
          <p:nvPr/>
        </p:nvSpPr>
        <p:spPr>
          <a:xfrm>
            <a:off x="4778636" y="2892875"/>
            <a:ext cx="495300" cy="495300"/>
          </a:xfrm>
          <a:prstGeom prst="rect">
            <a:avLst/>
          </a:prstGeom>
          <a:solidFill>
            <a:srgbClr val="D9D9D9"/>
          </a:solid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800">
                <a:latin typeface="Calibri"/>
                <a:ea typeface="Calibri"/>
                <a:cs typeface="Calibri"/>
                <a:sym typeface="Calibri"/>
              </a:rPr>
              <a:t>26</a:t>
            </a:r>
            <a:endParaRPr sz="1800">
              <a:latin typeface="Calibri"/>
              <a:ea typeface="Calibri"/>
              <a:cs typeface="Calibri"/>
              <a:sym typeface="Calibri"/>
            </a:endParaRPr>
          </a:p>
        </p:txBody>
      </p:sp>
      <p:sp>
        <p:nvSpPr>
          <p:cNvPr id="926" name="Google Shape;926;p62"/>
          <p:cNvSpPr/>
          <p:nvPr/>
        </p:nvSpPr>
        <p:spPr>
          <a:xfrm>
            <a:off x="5263825" y="2892875"/>
            <a:ext cx="495300" cy="495300"/>
          </a:xfrm>
          <a:prstGeom prst="rect">
            <a:avLst/>
          </a:prstGeom>
          <a:solidFill>
            <a:srgbClr val="D9D9D9"/>
          </a:solid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800">
                <a:latin typeface="Calibri"/>
                <a:ea typeface="Calibri"/>
                <a:cs typeface="Calibri"/>
                <a:sym typeface="Calibri"/>
              </a:rPr>
              <a:t>32</a:t>
            </a:r>
            <a:endParaRPr sz="1800">
              <a:latin typeface="Calibri"/>
              <a:ea typeface="Calibri"/>
              <a:cs typeface="Calibri"/>
              <a:sym typeface="Calibri"/>
            </a:endParaRPr>
          </a:p>
        </p:txBody>
      </p:sp>
      <p:sp>
        <p:nvSpPr>
          <p:cNvPr id="927" name="Google Shape;927;p62"/>
          <p:cNvSpPr/>
          <p:nvPr/>
        </p:nvSpPr>
        <p:spPr>
          <a:xfrm>
            <a:off x="5753166" y="2892875"/>
            <a:ext cx="495300" cy="495300"/>
          </a:xfrm>
          <a:prstGeom prst="rect">
            <a:avLst/>
          </a:prstGeom>
          <a:solidFill>
            <a:schemeClr val="accent3"/>
          </a:solid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800">
                <a:latin typeface="Calibri"/>
                <a:ea typeface="Calibri"/>
                <a:cs typeface="Calibri"/>
                <a:sym typeface="Calibri"/>
              </a:rPr>
              <a:t>17</a:t>
            </a:r>
            <a:endParaRPr sz="1800">
              <a:latin typeface="Calibri"/>
              <a:ea typeface="Calibri"/>
              <a:cs typeface="Calibri"/>
              <a:sym typeface="Calibri"/>
            </a:endParaRPr>
          </a:p>
        </p:txBody>
      </p:sp>
      <p:sp>
        <p:nvSpPr>
          <p:cNvPr id="928" name="Google Shape;928;p62"/>
          <p:cNvSpPr/>
          <p:nvPr/>
        </p:nvSpPr>
        <p:spPr>
          <a:xfrm>
            <a:off x="6238355" y="2892875"/>
            <a:ext cx="495300" cy="495300"/>
          </a:xfrm>
          <a:prstGeom prst="rect">
            <a:avLst/>
          </a:prstGeom>
          <a:solidFill>
            <a:srgbClr val="CCCCCC"/>
          </a:solid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800">
                <a:latin typeface="Calibri"/>
                <a:ea typeface="Calibri"/>
                <a:cs typeface="Calibri"/>
                <a:sym typeface="Calibri"/>
              </a:rPr>
              <a:t>41</a:t>
            </a:r>
            <a:endParaRPr sz="1800">
              <a:latin typeface="Calibri"/>
              <a:ea typeface="Calibri"/>
              <a:cs typeface="Calibri"/>
              <a:sym typeface="Calibri"/>
            </a:endParaRPr>
          </a:p>
        </p:txBody>
      </p:sp>
      <p:sp>
        <p:nvSpPr>
          <p:cNvPr id="929" name="Google Shape;929;p62"/>
          <p:cNvSpPr/>
          <p:nvPr/>
        </p:nvSpPr>
        <p:spPr>
          <a:xfrm>
            <a:off x="6727730" y="2892875"/>
            <a:ext cx="495300" cy="495300"/>
          </a:xfrm>
          <a:prstGeom prst="rect">
            <a:avLst/>
          </a:prstGeom>
          <a:solidFill>
            <a:srgbClr val="B1DD8B"/>
          </a:solid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800">
                <a:latin typeface="Calibri"/>
                <a:ea typeface="Calibri"/>
                <a:cs typeface="Calibri"/>
                <a:sym typeface="Calibri"/>
              </a:rPr>
              <a:t>17</a:t>
            </a:r>
            <a:endParaRPr sz="1800">
              <a:latin typeface="Calibri"/>
              <a:ea typeface="Calibri"/>
              <a:cs typeface="Calibri"/>
              <a:sym typeface="Calibri"/>
            </a:endParaRPr>
          </a:p>
        </p:txBody>
      </p:sp>
      <p:sp>
        <p:nvSpPr>
          <p:cNvPr id="930" name="Google Shape;930;p62"/>
          <p:cNvSpPr txBox="1"/>
          <p:nvPr/>
        </p:nvSpPr>
        <p:spPr>
          <a:xfrm>
            <a:off x="6306636" y="3364800"/>
            <a:ext cx="495300" cy="4953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600">
                <a:latin typeface="Consolas"/>
                <a:ea typeface="Consolas"/>
                <a:cs typeface="Consolas"/>
                <a:sym typeface="Consolas"/>
              </a:rPr>
              <a:t>i</a:t>
            </a:r>
            <a:endParaRPr sz="1600">
              <a:latin typeface="Consolas"/>
              <a:ea typeface="Consolas"/>
              <a:cs typeface="Consolas"/>
              <a:sym typeface="Consolas"/>
            </a:endParaRPr>
          </a:p>
        </p:txBody>
      </p:sp>
      <p:sp>
        <p:nvSpPr>
          <p:cNvPr id="931" name="Google Shape;931;p62"/>
          <p:cNvSpPr txBox="1"/>
          <p:nvPr/>
        </p:nvSpPr>
        <p:spPr>
          <a:xfrm>
            <a:off x="5889634" y="3692259"/>
            <a:ext cx="495300" cy="4953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600">
                <a:latin typeface="Consolas"/>
                <a:ea typeface="Consolas"/>
                <a:cs typeface="Consolas"/>
                <a:sym typeface="Consolas"/>
              </a:rPr>
              <a:t>j</a:t>
            </a:r>
            <a:endParaRPr sz="1600">
              <a:latin typeface="Consolas"/>
              <a:ea typeface="Consolas"/>
              <a:cs typeface="Consolas"/>
              <a:sym typeface="Consolas"/>
            </a:endParaRPr>
          </a:p>
        </p:txBody>
      </p:sp>
      <p:sp>
        <p:nvSpPr>
          <p:cNvPr id="932" name="Google Shape;932;p62"/>
          <p:cNvSpPr/>
          <p:nvPr/>
        </p:nvSpPr>
        <p:spPr>
          <a:xfrm rot="-5400000">
            <a:off x="6859975" y="2489175"/>
            <a:ext cx="260700" cy="430800"/>
          </a:xfrm>
          <a:prstGeom prst="rightBrace">
            <a:avLst>
              <a:gd name="adj1" fmla="val 8333"/>
              <a:gd name="adj2" fmla="val 50000"/>
            </a:avLst>
          </a:prstGeom>
          <a:noFill/>
          <a:ln w="19050" cap="flat" cmpd="sng">
            <a:solidFill>
              <a:srgbClr val="66666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3" name="Google Shape;933;p62"/>
          <p:cNvSpPr txBox="1"/>
          <p:nvPr/>
        </p:nvSpPr>
        <p:spPr>
          <a:xfrm>
            <a:off x="166800" y="4316400"/>
            <a:ext cx="8972700" cy="827100"/>
          </a:xfrm>
          <a:prstGeom prst="rect">
            <a:avLst/>
          </a:prstGeom>
          <a:noFill/>
          <a:ln>
            <a:noFill/>
          </a:ln>
        </p:spPr>
        <p:txBody>
          <a:bodyPr spcFirstLastPara="1" wrap="square" lIns="91425" tIns="91425" rIns="91425" bIns="91425" anchor="ctr" anchorCtr="0">
            <a:noAutofit/>
          </a:bodyPr>
          <a:lstStyle/>
          <a:p>
            <a:pPr marL="0" lvl="0" indent="0" algn="l" rtl="0">
              <a:spcBef>
                <a:spcPts val="480"/>
              </a:spcBef>
              <a:spcAft>
                <a:spcPts val="0"/>
              </a:spcAft>
              <a:buNone/>
            </a:pPr>
            <a:r>
              <a:rPr lang="en" sz="1800">
                <a:solidFill>
                  <a:schemeClr val="dk1"/>
                </a:solidFill>
                <a:latin typeface="Roboto"/>
                <a:ea typeface="Roboto"/>
                <a:cs typeface="Roboto"/>
                <a:sym typeface="Roboto"/>
              </a:rPr>
              <a:t>In example above: Use j pointer to track current spot of traveling item.</a:t>
            </a:r>
            <a:endParaRPr sz="1800">
              <a:latin typeface="Roboto"/>
              <a:ea typeface="Roboto"/>
              <a:cs typeface="Roboto"/>
              <a:sym typeface="Roboto"/>
            </a:endParaRPr>
          </a:p>
        </p:txBody>
      </p:sp>
      <p:sp>
        <p:nvSpPr>
          <p:cNvPr id="934" name="Google Shape;934;p62"/>
          <p:cNvSpPr txBox="1"/>
          <p:nvPr/>
        </p:nvSpPr>
        <p:spPr>
          <a:xfrm>
            <a:off x="6404275" y="2237025"/>
            <a:ext cx="1172100" cy="3372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a:latin typeface="Roboto"/>
                <a:ea typeface="Roboto"/>
                <a:cs typeface="Roboto"/>
                <a:sym typeface="Roboto"/>
              </a:rPr>
              <a:t>unexamined</a:t>
            </a:r>
            <a:endParaRPr>
              <a:latin typeface="Roboto"/>
              <a:ea typeface="Roboto"/>
              <a:cs typeface="Roboto"/>
              <a:sym typeface="Roboto"/>
            </a:endParaRPr>
          </a:p>
        </p:txBody>
      </p:sp>
      <p:sp>
        <p:nvSpPr>
          <p:cNvPr id="935" name="Google Shape;935;p62"/>
          <p:cNvSpPr txBox="1"/>
          <p:nvPr/>
        </p:nvSpPr>
        <p:spPr>
          <a:xfrm>
            <a:off x="1294775" y="2892875"/>
            <a:ext cx="948300" cy="4953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sz="1800">
                <a:latin typeface="Roboto"/>
                <a:ea typeface="Roboto"/>
                <a:cs typeface="Roboto"/>
                <a:sym typeface="Roboto"/>
              </a:rPr>
              <a:t>Input:</a:t>
            </a:r>
            <a:endParaRPr sz="1800">
              <a:latin typeface="Roboto"/>
              <a:ea typeface="Roboto"/>
              <a:cs typeface="Roboto"/>
              <a:sym typeface="Roboto"/>
            </a:endParaRP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Shape 939"/>
        <p:cNvGrpSpPr/>
        <p:nvPr/>
      </p:nvGrpSpPr>
      <p:grpSpPr>
        <a:xfrm>
          <a:off x="0" y="0"/>
          <a:ext cx="0" cy="0"/>
          <a:chOff x="0" y="0"/>
          <a:chExt cx="0" cy="0"/>
        </a:xfrm>
      </p:grpSpPr>
      <p:sp>
        <p:nvSpPr>
          <p:cNvPr id="940" name="Google Shape;940;p63"/>
          <p:cNvSpPr txBox="1">
            <a:spLocks noGrp="1"/>
          </p:cNvSpPr>
          <p:nvPr>
            <p:ph type="title"/>
          </p:nvPr>
        </p:nvSpPr>
        <p:spPr>
          <a:xfrm>
            <a:off x="0" y="0"/>
            <a:ext cx="8520600" cy="3936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buFont typeface="Arial"/>
              <a:buNone/>
            </a:pPr>
            <a:r>
              <a:rPr lang="en"/>
              <a:t>In-place Insertion Sort</a:t>
            </a:r>
            <a:endParaRPr/>
          </a:p>
        </p:txBody>
      </p:sp>
      <p:sp>
        <p:nvSpPr>
          <p:cNvPr id="941" name="Google Shape;941;p63"/>
          <p:cNvSpPr txBox="1">
            <a:spLocks noGrp="1"/>
          </p:cNvSpPr>
          <p:nvPr>
            <p:ph type="body" idx="1"/>
          </p:nvPr>
        </p:nvSpPr>
        <p:spPr>
          <a:xfrm>
            <a:off x="107044" y="402200"/>
            <a:ext cx="8520600" cy="3416400"/>
          </a:xfrm>
          <a:prstGeom prst="rect">
            <a:avLst/>
          </a:prstGeom>
        </p:spPr>
        <p:txBody>
          <a:bodyPr spcFirstLastPara="1" wrap="square" lIns="91425" tIns="91425" rIns="91425" bIns="91425" anchor="t" anchorCtr="0">
            <a:noAutofit/>
          </a:bodyPr>
          <a:lstStyle/>
          <a:p>
            <a:pPr marL="0" lvl="0" indent="0" algn="l" rtl="0">
              <a:spcBef>
                <a:spcPts val="600"/>
              </a:spcBef>
              <a:spcAft>
                <a:spcPts val="0"/>
              </a:spcAft>
              <a:buNone/>
            </a:pPr>
            <a:r>
              <a:rPr lang="en"/>
              <a:t>General strategy: </a:t>
            </a:r>
            <a:endParaRPr/>
          </a:p>
          <a:p>
            <a:pPr marL="457200" lvl="0" indent="-342900" algn="l" rtl="0">
              <a:spcBef>
                <a:spcPts val="600"/>
              </a:spcBef>
              <a:spcAft>
                <a:spcPts val="0"/>
              </a:spcAft>
              <a:buSzPts val="1800"/>
              <a:buChar char="●"/>
            </a:pPr>
            <a:r>
              <a:rPr lang="en"/>
              <a:t>Repeat for i = 0 to N - 1:</a:t>
            </a:r>
            <a:endParaRPr/>
          </a:p>
          <a:p>
            <a:pPr marL="914400" lvl="1" indent="-342900" algn="l" rtl="0">
              <a:spcBef>
                <a:spcPts val="0"/>
              </a:spcBef>
              <a:spcAft>
                <a:spcPts val="0"/>
              </a:spcAft>
              <a:buSzPts val="1800"/>
              <a:buChar char="○"/>
            </a:pPr>
            <a:r>
              <a:rPr lang="en"/>
              <a:t>Designate item i as the traveling item.</a:t>
            </a:r>
            <a:endParaRPr/>
          </a:p>
          <a:p>
            <a:pPr marL="914400" lvl="1" indent="-342900" algn="l" rtl="0">
              <a:spcBef>
                <a:spcPts val="600"/>
              </a:spcBef>
              <a:spcAft>
                <a:spcPts val="0"/>
              </a:spcAft>
              <a:buSzPts val="1800"/>
              <a:buChar char="○"/>
            </a:pPr>
            <a:r>
              <a:rPr lang="en" b="1"/>
              <a:t>Swap item backwards until traveller is in the right place among all previously examined items.</a:t>
            </a:r>
            <a:endParaRPr b="1"/>
          </a:p>
        </p:txBody>
      </p:sp>
      <p:sp>
        <p:nvSpPr>
          <p:cNvPr id="942" name="Google Shape;942;p63"/>
          <p:cNvSpPr/>
          <p:nvPr/>
        </p:nvSpPr>
        <p:spPr>
          <a:xfrm>
            <a:off x="2834175" y="2892875"/>
            <a:ext cx="495300" cy="495300"/>
          </a:xfrm>
          <a:prstGeom prst="rect">
            <a:avLst/>
          </a:prstGeom>
          <a:solidFill>
            <a:srgbClr val="D9D9D9"/>
          </a:solid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800">
                <a:latin typeface="Calibri"/>
                <a:ea typeface="Calibri"/>
                <a:cs typeface="Calibri"/>
                <a:sym typeface="Calibri"/>
              </a:rPr>
              <a:t>2</a:t>
            </a:r>
            <a:endParaRPr sz="1800">
              <a:latin typeface="Calibri"/>
              <a:ea typeface="Calibri"/>
              <a:cs typeface="Calibri"/>
              <a:sym typeface="Calibri"/>
            </a:endParaRPr>
          </a:p>
        </p:txBody>
      </p:sp>
      <p:sp>
        <p:nvSpPr>
          <p:cNvPr id="943" name="Google Shape;943;p63"/>
          <p:cNvSpPr/>
          <p:nvPr/>
        </p:nvSpPr>
        <p:spPr>
          <a:xfrm>
            <a:off x="3319364" y="2892875"/>
            <a:ext cx="495300" cy="495300"/>
          </a:xfrm>
          <a:prstGeom prst="rect">
            <a:avLst/>
          </a:prstGeom>
          <a:solidFill>
            <a:srgbClr val="D9D9D9"/>
          </a:solid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800">
                <a:latin typeface="Calibri"/>
                <a:ea typeface="Calibri"/>
                <a:cs typeface="Calibri"/>
                <a:sym typeface="Calibri"/>
              </a:rPr>
              <a:t>15</a:t>
            </a:r>
            <a:endParaRPr sz="1800">
              <a:latin typeface="Calibri"/>
              <a:ea typeface="Calibri"/>
              <a:cs typeface="Calibri"/>
              <a:sym typeface="Calibri"/>
            </a:endParaRPr>
          </a:p>
        </p:txBody>
      </p:sp>
      <p:sp>
        <p:nvSpPr>
          <p:cNvPr id="944" name="Google Shape;944;p63"/>
          <p:cNvSpPr/>
          <p:nvPr/>
        </p:nvSpPr>
        <p:spPr>
          <a:xfrm>
            <a:off x="3808705" y="2892875"/>
            <a:ext cx="495300" cy="495300"/>
          </a:xfrm>
          <a:prstGeom prst="rect">
            <a:avLst/>
          </a:prstGeom>
          <a:solidFill>
            <a:srgbClr val="D9D9D9"/>
          </a:solid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800">
                <a:latin typeface="Calibri"/>
                <a:ea typeface="Calibri"/>
                <a:cs typeface="Calibri"/>
                <a:sym typeface="Calibri"/>
              </a:rPr>
              <a:t>17</a:t>
            </a:r>
            <a:endParaRPr sz="1800">
              <a:latin typeface="Calibri"/>
              <a:ea typeface="Calibri"/>
              <a:cs typeface="Calibri"/>
              <a:sym typeface="Calibri"/>
            </a:endParaRPr>
          </a:p>
        </p:txBody>
      </p:sp>
      <p:sp>
        <p:nvSpPr>
          <p:cNvPr id="945" name="Google Shape;945;p63"/>
          <p:cNvSpPr/>
          <p:nvPr/>
        </p:nvSpPr>
        <p:spPr>
          <a:xfrm>
            <a:off x="4293894" y="2892875"/>
            <a:ext cx="495300" cy="495300"/>
          </a:xfrm>
          <a:prstGeom prst="rect">
            <a:avLst/>
          </a:prstGeom>
          <a:solidFill>
            <a:srgbClr val="D9D9D9"/>
          </a:solid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800">
                <a:latin typeface="Calibri"/>
                <a:ea typeface="Calibri"/>
                <a:cs typeface="Calibri"/>
                <a:sym typeface="Calibri"/>
              </a:rPr>
              <a:t>19</a:t>
            </a:r>
            <a:endParaRPr sz="1800">
              <a:latin typeface="Calibri"/>
              <a:ea typeface="Calibri"/>
              <a:cs typeface="Calibri"/>
              <a:sym typeface="Calibri"/>
            </a:endParaRPr>
          </a:p>
        </p:txBody>
      </p:sp>
      <p:sp>
        <p:nvSpPr>
          <p:cNvPr id="946" name="Google Shape;946;p63"/>
          <p:cNvSpPr/>
          <p:nvPr/>
        </p:nvSpPr>
        <p:spPr>
          <a:xfrm>
            <a:off x="4778636" y="2892875"/>
            <a:ext cx="495300" cy="495300"/>
          </a:xfrm>
          <a:prstGeom prst="rect">
            <a:avLst/>
          </a:prstGeom>
          <a:solidFill>
            <a:srgbClr val="D9D9D9"/>
          </a:solid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800">
                <a:latin typeface="Calibri"/>
                <a:ea typeface="Calibri"/>
                <a:cs typeface="Calibri"/>
                <a:sym typeface="Calibri"/>
              </a:rPr>
              <a:t>26</a:t>
            </a:r>
            <a:endParaRPr sz="1800">
              <a:latin typeface="Calibri"/>
              <a:ea typeface="Calibri"/>
              <a:cs typeface="Calibri"/>
              <a:sym typeface="Calibri"/>
            </a:endParaRPr>
          </a:p>
        </p:txBody>
      </p:sp>
      <p:sp>
        <p:nvSpPr>
          <p:cNvPr id="947" name="Google Shape;947;p63"/>
          <p:cNvSpPr/>
          <p:nvPr/>
        </p:nvSpPr>
        <p:spPr>
          <a:xfrm>
            <a:off x="5263825" y="2892875"/>
            <a:ext cx="495300" cy="495300"/>
          </a:xfrm>
          <a:prstGeom prst="rect">
            <a:avLst/>
          </a:prstGeom>
          <a:solidFill>
            <a:schemeClr val="accent3"/>
          </a:solid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800">
                <a:latin typeface="Calibri"/>
                <a:ea typeface="Calibri"/>
                <a:cs typeface="Calibri"/>
                <a:sym typeface="Calibri"/>
              </a:rPr>
              <a:t>17</a:t>
            </a:r>
            <a:endParaRPr sz="1800">
              <a:latin typeface="Calibri"/>
              <a:ea typeface="Calibri"/>
              <a:cs typeface="Calibri"/>
              <a:sym typeface="Calibri"/>
            </a:endParaRPr>
          </a:p>
        </p:txBody>
      </p:sp>
      <p:sp>
        <p:nvSpPr>
          <p:cNvPr id="948" name="Google Shape;948;p63"/>
          <p:cNvSpPr/>
          <p:nvPr/>
        </p:nvSpPr>
        <p:spPr>
          <a:xfrm>
            <a:off x="5753166" y="2892875"/>
            <a:ext cx="495300" cy="495300"/>
          </a:xfrm>
          <a:prstGeom prst="rect">
            <a:avLst/>
          </a:prstGeom>
          <a:solidFill>
            <a:srgbClr val="D9D9D9"/>
          </a:solid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800">
                <a:latin typeface="Calibri"/>
                <a:ea typeface="Calibri"/>
                <a:cs typeface="Calibri"/>
                <a:sym typeface="Calibri"/>
              </a:rPr>
              <a:t>32</a:t>
            </a:r>
            <a:endParaRPr sz="1800">
              <a:latin typeface="Calibri"/>
              <a:ea typeface="Calibri"/>
              <a:cs typeface="Calibri"/>
              <a:sym typeface="Calibri"/>
            </a:endParaRPr>
          </a:p>
        </p:txBody>
      </p:sp>
      <p:sp>
        <p:nvSpPr>
          <p:cNvPr id="949" name="Google Shape;949;p63"/>
          <p:cNvSpPr/>
          <p:nvPr/>
        </p:nvSpPr>
        <p:spPr>
          <a:xfrm>
            <a:off x="6238355" y="2892875"/>
            <a:ext cx="495300" cy="495300"/>
          </a:xfrm>
          <a:prstGeom prst="rect">
            <a:avLst/>
          </a:prstGeom>
          <a:solidFill>
            <a:srgbClr val="CCCCCC"/>
          </a:solid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800">
                <a:latin typeface="Calibri"/>
                <a:ea typeface="Calibri"/>
                <a:cs typeface="Calibri"/>
                <a:sym typeface="Calibri"/>
              </a:rPr>
              <a:t>41</a:t>
            </a:r>
            <a:endParaRPr sz="1800">
              <a:latin typeface="Calibri"/>
              <a:ea typeface="Calibri"/>
              <a:cs typeface="Calibri"/>
              <a:sym typeface="Calibri"/>
            </a:endParaRPr>
          </a:p>
        </p:txBody>
      </p:sp>
      <p:sp>
        <p:nvSpPr>
          <p:cNvPr id="950" name="Google Shape;950;p63"/>
          <p:cNvSpPr/>
          <p:nvPr/>
        </p:nvSpPr>
        <p:spPr>
          <a:xfrm>
            <a:off x="6727730" y="2892875"/>
            <a:ext cx="495300" cy="495300"/>
          </a:xfrm>
          <a:prstGeom prst="rect">
            <a:avLst/>
          </a:prstGeom>
          <a:solidFill>
            <a:srgbClr val="B1DD8B"/>
          </a:solid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800">
                <a:latin typeface="Calibri"/>
                <a:ea typeface="Calibri"/>
                <a:cs typeface="Calibri"/>
                <a:sym typeface="Calibri"/>
              </a:rPr>
              <a:t>17</a:t>
            </a:r>
            <a:endParaRPr sz="1800">
              <a:latin typeface="Calibri"/>
              <a:ea typeface="Calibri"/>
              <a:cs typeface="Calibri"/>
              <a:sym typeface="Calibri"/>
            </a:endParaRPr>
          </a:p>
        </p:txBody>
      </p:sp>
      <p:sp>
        <p:nvSpPr>
          <p:cNvPr id="951" name="Google Shape;951;p63"/>
          <p:cNvSpPr txBox="1"/>
          <p:nvPr/>
        </p:nvSpPr>
        <p:spPr>
          <a:xfrm>
            <a:off x="6306636" y="3364800"/>
            <a:ext cx="495300" cy="4953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600">
                <a:latin typeface="Consolas"/>
                <a:ea typeface="Consolas"/>
                <a:cs typeface="Consolas"/>
                <a:sym typeface="Consolas"/>
              </a:rPr>
              <a:t>i</a:t>
            </a:r>
            <a:endParaRPr sz="1600">
              <a:latin typeface="Consolas"/>
              <a:ea typeface="Consolas"/>
              <a:cs typeface="Consolas"/>
              <a:sym typeface="Consolas"/>
            </a:endParaRPr>
          </a:p>
        </p:txBody>
      </p:sp>
      <p:sp>
        <p:nvSpPr>
          <p:cNvPr id="952" name="Google Shape;952;p63"/>
          <p:cNvSpPr txBox="1"/>
          <p:nvPr/>
        </p:nvSpPr>
        <p:spPr>
          <a:xfrm>
            <a:off x="5367564" y="3692259"/>
            <a:ext cx="495300" cy="4953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600">
                <a:latin typeface="Consolas"/>
                <a:ea typeface="Consolas"/>
                <a:cs typeface="Consolas"/>
                <a:sym typeface="Consolas"/>
              </a:rPr>
              <a:t>j</a:t>
            </a:r>
            <a:endParaRPr sz="1600">
              <a:latin typeface="Consolas"/>
              <a:ea typeface="Consolas"/>
              <a:cs typeface="Consolas"/>
              <a:sym typeface="Consolas"/>
            </a:endParaRPr>
          </a:p>
        </p:txBody>
      </p:sp>
      <p:sp>
        <p:nvSpPr>
          <p:cNvPr id="953" name="Google Shape;953;p63"/>
          <p:cNvSpPr/>
          <p:nvPr/>
        </p:nvSpPr>
        <p:spPr>
          <a:xfrm rot="-5400000">
            <a:off x="6859975" y="2489175"/>
            <a:ext cx="260700" cy="430800"/>
          </a:xfrm>
          <a:prstGeom prst="rightBrace">
            <a:avLst>
              <a:gd name="adj1" fmla="val 8333"/>
              <a:gd name="adj2" fmla="val 50000"/>
            </a:avLst>
          </a:prstGeom>
          <a:noFill/>
          <a:ln w="19050" cap="flat" cmpd="sng">
            <a:solidFill>
              <a:srgbClr val="66666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4" name="Google Shape;954;p63"/>
          <p:cNvSpPr txBox="1"/>
          <p:nvPr/>
        </p:nvSpPr>
        <p:spPr>
          <a:xfrm>
            <a:off x="166800" y="4316400"/>
            <a:ext cx="8972700" cy="827100"/>
          </a:xfrm>
          <a:prstGeom prst="rect">
            <a:avLst/>
          </a:prstGeom>
          <a:noFill/>
          <a:ln>
            <a:noFill/>
          </a:ln>
        </p:spPr>
        <p:txBody>
          <a:bodyPr spcFirstLastPara="1" wrap="square" lIns="91425" tIns="91425" rIns="91425" bIns="91425" anchor="ctr" anchorCtr="0">
            <a:noAutofit/>
          </a:bodyPr>
          <a:lstStyle/>
          <a:p>
            <a:pPr marL="0" lvl="0" indent="0" algn="l" rtl="0">
              <a:spcBef>
                <a:spcPts val="480"/>
              </a:spcBef>
              <a:spcAft>
                <a:spcPts val="0"/>
              </a:spcAft>
              <a:buNone/>
            </a:pPr>
            <a:r>
              <a:rPr lang="en" sz="1800">
                <a:solidFill>
                  <a:schemeClr val="dk1"/>
                </a:solidFill>
                <a:latin typeface="Roboto"/>
                <a:ea typeface="Roboto"/>
                <a:cs typeface="Roboto"/>
                <a:sym typeface="Roboto"/>
              </a:rPr>
              <a:t>In example above: Use j pointer to track current spot of traveling item.</a:t>
            </a:r>
            <a:endParaRPr sz="1800">
              <a:latin typeface="Roboto"/>
              <a:ea typeface="Roboto"/>
              <a:cs typeface="Roboto"/>
              <a:sym typeface="Roboto"/>
            </a:endParaRPr>
          </a:p>
        </p:txBody>
      </p:sp>
      <p:sp>
        <p:nvSpPr>
          <p:cNvPr id="955" name="Google Shape;955;p63"/>
          <p:cNvSpPr txBox="1"/>
          <p:nvPr/>
        </p:nvSpPr>
        <p:spPr>
          <a:xfrm>
            <a:off x="6404275" y="2237025"/>
            <a:ext cx="1172100" cy="3372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a:latin typeface="Roboto"/>
                <a:ea typeface="Roboto"/>
                <a:cs typeface="Roboto"/>
                <a:sym typeface="Roboto"/>
              </a:rPr>
              <a:t>unexamined</a:t>
            </a:r>
            <a:endParaRPr>
              <a:latin typeface="Roboto"/>
              <a:ea typeface="Roboto"/>
              <a:cs typeface="Roboto"/>
              <a:sym typeface="Roboto"/>
            </a:endParaRPr>
          </a:p>
        </p:txBody>
      </p:sp>
      <p:sp>
        <p:nvSpPr>
          <p:cNvPr id="956" name="Google Shape;956;p63"/>
          <p:cNvSpPr txBox="1"/>
          <p:nvPr/>
        </p:nvSpPr>
        <p:spPr>
          <a:xfrm>
            <a:off x="1294775" y="2892875"/>
            <a:ext cx="948300" cy="4953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sz="1800">
                <a:latin typeface="Roboto"/>
                <a:ea typeface="Roboto"/>
                <a:cs typeface="Roboto"/>
                <a:sym typeface="Roboto"/>
              </a:rPr>
              <a:t>Input:</a:t>
            </a:r>
            <a:endParaRPr sz="1800">
              <a:latin typeface="Roboto"/>
              <a:ea typeface="Roboto"/>
              <a:cs typeface="Roboto"/>
              <a:sym typeface="Roboto"/>
            </a:endParaRP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Shape 960"/>
        <p:cNvGrpSpPr/>
        <p:nvPr/>
      </p:nvGrpSpPr>
      <p:grpSpPr>
        <a:xfrm>
          <a:off x="0" y="0"/>
          <a:ext cx="0" cy="0"/>
          <a:chOff x="0" y="0"/>
          <a:chExt cx="0" cy="0"/>
        </a:xfrm>
      </p:grpSpPr>
      <p:sp>
        <p:nvSpPr>
          <p:cNvPr id="961" name="Google Shape;961;p64"/>
          <p:cNvSpPr txBox="1">
            <a:spLocks noGrp="1"/>
          </p:cNvSpPr>
          <p:nvPr>
            <p:ph type="title"/>
          </p:nvPr>
        </p:nvSpPr>
        <p:spPr>
          <a:xfrm>
            <a:off x="0" y="0"/>
            <a:ext cx="8520600" cy="3936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buFont typeface="Arial"/>
              <a:buNone/>
            </a:pPr>
            <a:r>
              <a:rPr lang="en"/>
              <a:t>In-place Insertion Sort</a:t>
            </a:r>
            <a:endParaRPr/>
          </a:p>
        </p:txBody>
      </p:sp>
      <p:sp>
        <p:nvSpPr>
          <p:cNvPr id="962" name="Google Shape;962;p64"/>
          <p:cNvSpPr txBox="1">
            <a:spLocks noGrp="1"/>
          </p:cNvSpPr>
          <p:nvPr>
            <p:ph type="body" idx="1"/>
          </p:nvPr>
        </p:nvSpPr>
        <p:spPr>
          <a:xfrm>
            <a:off x="107044" y="402200"/>
            <a:ext cx="8520600" cy="3416400"/>
          </a:xfrm>
          <a:prstGeom prst="rect">
            <a:avLst/>
          </a:prstGeom>
        </p:spPr>
        <p:txBody>
          <a:bodyPr spcFirstLastPara="1" wrap="square" lIns="91425" tIns="91425" rIns="91425" bIns="91425" anchor="t" anchorCtr="0">
            <a:noAutofit/>
          </a:bodyPr>
          <a:lstStyle/>
          <a:p>
            <a:pPr marL="0" lvl="0" indent="0" algn="l" rtl="0">
              <a:spcBef>
                <a:spcPts val="600"/>
              </a:spcBef>
              <a:spcAft>
                <a:spcPts val="0"/>
              </a:spcAft>
              <a:buNone/>
            </a:pPr>
            <a:r>
              <a:rPr lang="en"/>
              <a:t>General strategy: </a:t>
            </a:r>
            <a:endParaRPr/>
          </a:p>
          <a:p>
            <a:pPr marL="457200" lvl="0" indent="-342900" algn="l" rtl="0">
              <a:spcBef>
                <a:spcPts val="600"/>
              </a:spcBef>
              <a:spcAft>
                <a:spcPts val="0"/>
              </a:spcAft>
              <a:buSzPts val="1800"/>
              <a:buChar char="●"/>
            </a:pPr>
            <a:r>
              <a:rPr lang="en"/>
              <a:t>Repeat for i = 0 to N - 1:</a:t>
            </a:r>
            <a:endParaRPr/>
          </a:p>
          <a:p>
            <a:pPr marL="914400" lvl="1" indent="-342900" algn="l" rtl="0">
              <a:spcBef>
                <a:spcPts val="0"/>
              </a:spcBef>
              <a:spcAft>
                <a:spcPts val="0"/>
              </a:spcAft>
              <a:buSzPts val="1800"/>
              <a:buChar char="○"/>
            </a:pPr>
            <a:r>
              <a:rPr lang="en"/>
              <a:t>Designate item i as the traveling item.</a:t>
            </a:r>
            <a:endParaRPr/>
          </a:p>
          <a:p>
            <a:pPr marL="914400" lvl="1" indent="-342900" algn="l" rtl="0">
              <a:spcBef>
                <a:spcPts val="600"/>
              </a:spcBef>
              <a:spcAft>
                <a:spcPts val="0"/>
              </a:spcAft>
              <a:buSzPts val="1800"/>
              <a:buChar char="○"/>
            </a:pPr>
            <a:r>
              <a:rPr lang="en" b="1"/>
              <a:t>Swap item backwards until traveller is in the right place among all previously examined items.</a:t>
            </a:r>
            <a:endParaRPr b="1"/>
          </a:p>
        </p:txBody>
      </p:sp>
      <p:sp>
        <p:nvSpPr>
          <p:cNvPr id="963" name="Google Shape;963;p64"/>
          <p:cNvSpPr/>
          <p:nvPr/>
        </p:nvSpPr>
        <p:spPr>
          <a:xfrm>
            <a:off x="2834175" y="2892875"/>
            <a:ext cx="495300" cy="495300"/>
          </a:xfrm>
          <a:prstGeom prst="rect">
            <a:avLst/>
          </a:prstGeom>
          <a:solidFill>
            <a:srgbClr val="D9D9D9"/>
          </a:solid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800">
                <a:latin typeface="Calibri"/>
                <a:ea typeface="Calibri"/>
                <a:cs typeface="Calibri"/>
                <a:sym typeface="Calibri"/>
              </a:rPr>
              <a:t>2</a:t>
            </a:r>
            <a:endParaRPr sz="1800">
              <a:latin typeface="Calibri"/>
              <a:ea typeface="Calibri"/>
              <a:cs typeface="Calibri"/>
              <a:sym typeface="Calibri"/>
            </a:endParaRPr>
          </a:p>
        </p:txBody>
      </p:sp>
      <p:sp>
        <p:nvSpPr>
          <p:cNvPr id="964" name="Google Shape;964;p64"/>
          <p:cNvSpPr/>
          <p:nvPr/>
        </p:nvSpPr>
        <p:spPr>
          <a:xfrm>
            <a:off x="3319364" y="2892875"/>
            <a:ext cx="495300" cy="495300"/>
          </a:xfrm>
          <a:prstGeom prst="rect">
            <a:avLst/>
          </a:prstGeom>
          <a:solidFill>
            <a:srgbClr val="D9D9D9"/>
          </a:solid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800">
                <a:latin typeface="Calibri"/>
                <a:ea typeface="Calibri"/>
                <a:cs typeface="Calibri"/>
                <a:sym typeface="Calibri"/>
              </a:rPr>
              <a:t>15</a:t>
            </a:r>
            <a:endParaRPr sz="1800">
              <a:latin typeface="Calibri"/>
              <a:ea typeface="Calibri"/>
              <a:cs typeface="Calibri"/>
              <a:sym typeface="Calibri"/>
            </a:endParaRPr>
          </a:p>
        </p:txBody>
      </p:sp>
      <p:sp>
        <p:nvSpPr>
          <p:cNvPr id="965" name="Google Shape;965;p64"/>
          <p:cNvSpPr/>
          <p:nvPr/>
        </p:nvSpPr>
        <p:spPr>
          <a:xfrm>
            <a:off x="3808705" y="2892875"/>
            <a:ext cx="495300" cy="495300"/>
          </a:xfrm>
          <a:prstGeom prst="rect">
            <a:avLst/>
          </a:prstGeom>
          <a:solidFill>
            <a:srgbClr val="D9D9D9"/>
          </a:solid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800">
                <a:latin typeface="Calibri"/>
                <a:ea typeface="Calibri"/>
                <a:cs typeface="Calibri"/>
                <a:sym typeface="Calibri"/>
              </a:rPr>
              <a:t>17</a:t>
            </a:r>
            <a:endParaRPr sz="1800">
              <a:latin typeface="Calibri"/>
              <a:ea typeface="Calibri"/>
              <a:cs typeface="Calibri"/>
              <a:sym typeface="Calibri"/>
            </a:endParaRPr>
          </a:p>
        </p:txBody>
      </p:sp>
      <p:sp>
        <p:nvSpPr>
          <p:cNvPr id="966" name="Google Shape;966;p64"/>
          <p:cNvSpPr/>
          <p:nvPr/>
        </p:nvSpPr>
        <p:spPr>
          <a:xfrm>
            <a:off x="4293894" y="2892875"/>
            <a:ext cx="495300" cy="495300"/>
          </a:xfrm>
          <a:prstGeom prst="rect">
            <a:avLst/>
          </a:prstGeom>
          <a:solidFill>
            <a:srgbClr val="D9D9D9"/>
          </a:solid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800">
                <a:latin typeface="Calibri"/>
                <a:ea typeface="Calibri"/>
                <a:cs typeface="Calibri"/>
                <a:sym typeface="Calibri"/>
              </a:rPr>
              <a:t>19</a:t>
            </a:r>
            <a:endParaRPr sz="1800">
              <a:latin typeface="Calibri"/>
              <a:ea typeface="Calibri"/>
              <a:cs typeface="Calibri"/>
              <a:sym typeface="Calibri"/>
            </a:endParaRPr>
          </a:p>
        </p:txBody>
      </p:sp>
      <p:sp>
        <p:nvSpPr>
          <p:cNvPr id="967" name="Google Shape;967;p64"/>
          <p:cNvSpPr/>
          <p:nvPr/>
        </p:nvSpPr>
        <p:spPr>
          <a:xfrm>
            <a:off x="4778636" y="2892875"/>
            <a:ext cx="495300" cy="495300"/>
          </a:xfrm>
          <a:prstGeom prst="rect">
            <a:avLst/>
          </a:prstGeom>
          <a:solidFill>
            <a:schemeClr val="accent3"/>
          </a:solid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800">
                <a:latin typeface="Calibri"/>
                <a:ea typeface="Calibri"/>
                <a:cs typeface="Calibri"/>
                <a:sym typeface="Calibri"/>
              </a:rPr>
              <a:t>17</a:t>
            </a:r>
            <a:endParaRPr sz="1800">
              <a:latin typeface="Calibri"/>
              <a:ea typeface="Calibri"/>
              <a:cs typeface="Calibri"/>
              <a:sym typeface="Calibri"/>
            </a:endParaRPr>
          </a:p>
        </p:txBody>
      </p:sp>
      <p:sp>
        <p:nvSpPr>
          <p:cNvPr id="968" name="Google Shape;968;p64"/>
          <p:cNvSpPr/>
          <p:nvPr/>
        </p:nvSpPr>
        <p:spPr>
          <a:xfrm>
            <a:off x="5263825" y="2892875"/>
            <a:ext cx="495300" cy="495300"/>
          </a:xfrm>
          <a:prstGeom prst="rect">
            <a:avLst/>
          </a:prstGeom>
          <a:solidFill>
            <a:srgbClr val="D9D9D9"/>
          </a:solid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800">
                <a:latin typeface="Calibri"/>
                <a:ea typeface="Calibri"/>
                <a:cs typeface="Calibri"/>
                <a:sym typeface="Calibri"/>
              </a:rPr>
              <a:t>26</a:t>
            </a:r>
            <a:endParaRPr sz="1800">
              <a:latin typeface="Calibri"/>
              <a:ea typeface="Calibri"/>
              <a:cs typeface="Calibri"/>
              <a:sym typeface="Calibri"/>
            </a:endParaRPr>
          </a:p>
        </p:txBody>
      </p:sp>
      <p:sp>
        <p:nvSpPr>
          <p:cNvPr id="969" name="Google Shape;969;p64"/>
          <p:cNvSpPr/>
          <p:nvPr/>
        </p:nvSpPr>
        <p:spPr>
          <a:xfrm>
            <a:off x="5753166" y="2892875"/>
            <a:ext cx="495300" cy="495300"/>
          </a:xfrm>
          <a:prstGeom prst="rect">
            <a:avLst/>
          </a:prstGeom>
          <a:solidFill>
            <a:srgbClr val="D9D9D9"/>
          </a:solid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800">
                <a:latin typeface="Calibri"/>
                <a:ea typeface="Calibri"/>
                <a:cs typeface="Calibri"/>
                <a:sym typeface="Calibri"/>
              </a:rPr>
              <a:t>32</a:t>
            </a:r>
            <a:endParaRPr sz="1800">
              <a:latin typeface="Calibri"/>
              <a:ea typeface="Calibri"/>
              <a:cs typeface="Calibri"/>
              <a:sym typeface="Calibri"/>
            </a:endParaRPr>
          </a:p>
        </p:txBody>
      </p:sp>
      <p:sp>
        <p:nvSpPr>
          <p:cNvPr id="970" name="Google Shape;970;p64"/>
          <p:cNvSpPr/>
          <p:nvPr/>
        </p:nvSpPr>
        <p:spPr>
          <a:xfrm>
            <a:off x="6238355" y="2892875"/>
            <a:ext cx="495300" cy="495300"/>
          </a:xfrm>
          <a:prstGeom prst="rect">
            <a:avLst/>
          </a:prstGeom>
          <a:solidFill>
            <a:srgbClr val="CCCCCC"/>
          </a:solid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800">
                <a:latin typeface="Calibri"/>
                <a:ea typeface="Calibri"/>
                <a:cs typeface="Calibri"/>
                <a:sym typeface="Calibri"/>
              </a:rPr>
              <a:t>41</a:t>
            </a:r>
            <a:endParaRPr sz="1800">
              <a:latin typeface="Calibri"/>
              <a:ea typeface="Calibri"/>
              <a:cs typeface="Calibri"/>
              <a:sym typeface="Calibri"/>
            </a:endParaRPr>
          </a:p>
        </p:txBody>
      </p:sp>
      <p:sp>
        <p:nvSpPr>
          <p:cNvPr id="971" name="Google Shape;971;p64"/>
          <p:cNvSpPr/>
          <p:nvPr/>
        </p:nvSpPr>
        <p:spPr>
          <a:xfrm>
            <a:off x="6727730" y="2892875"/>
            <a:ext cx="495300" cy="495300"/>
          </a:xfrm>
          <a:prstGeom prst="rect">
            <a:avLst/>
          </a:prstGeom>
          <a:solidFill>
            <a:srgbClr val="B1DD8B"/>
          </a:solid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800">
                <a:latin typeface="Calibri"/>
                <a:ea typeface="Calibri"/>
                <a:cs typeface="Calibri"/>
                <a:sym typeface="Calibri"/>
              </a:rPr>
              <a:t>17</a:t>
            </a:r>
            <a:endParaRPr sz="1800">
              <a:latin typeface="Calibri"/>
              <a:ea typeface="Calibri"/>
              <a:cs typeface="Calibri"/>
              <a:sym typeface="Calibri"/>
            </a:endParaRPr>
          </a:p>
        </p:txBody>
      </p:sp>
      <p:sp>
        <p:nvSpPr>
          <p:cNvPr id="972" name="Google Shape;972;p64"/>
          <p:cNvSpPr txBox="1"/>
          <p:nvPr/>
        </p:nvSpPr>
        <p:spPr>
          <a:xfrm>
            <a:off x="6306636" y="3364800"/>
            <a:ext cx="495300" cy="4953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600">
                <a:latin typeface="Consolas"/>
                <a:ea typeface="Consolas"/>
                <a:cs typeface="Consolas"/>
                <a:sym typeface="Consolas"/>
              </a:rPr>
              <a:t>i</a:t>
            </a:r>
            <a:endParaRPr sz="1600">
              <a:latin typeface="Consolas"/>
              <a:ea typeface="Consolas"/>
              <a:cs typeface="Consolas"/>
              <a:sym typeface="Consolas"/>
            </a:endParaRPr>
          </a:p>
        </p:txBody>
      </p:sp>
      <p:sp>
        <p:nvSpPr>
          <p:cNvPr id="973" name="Google Shape;973;p64"/>
          <p:cNvSpPr txBox="1"/>
          <p:nvPr/>
        </p:nvSpPr>
        <p:spPr>
          <a:xfrm>
            <a:off x="4899034" y="3692259"/>
            <a:ext cx="495300" cy="4953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600">
                <a:latin typeface="Consolas"/>
                <a:ea typeface="Consolas"/>
                <a:cs typeface="Consolas"/>
                <a:sym typeface="Consolas"/>
              </a:rPr>
              <a:t>j</a:t>
            </a:r>
            <a:endParaRPr sz="1600">
              <a:latin typeface="Consolas"/>
              <a:ea typeface="Consolas"/>
              <a:cs typeface="Consolas"/>
              <a:sym typeface="Consolas"/>
            </a:endParaRPr>
          </a:p>
        </p:txBody>
      </p:sp>
      <p:sp>
        <p:nvSpPr>
          <p:cNvPr id="974" name="Google Shape;974;p64"/>
          <p:cNvSpPr/>
          <p:nvPr/>
        </p:nvSpPr>
        <p:spPr>
          <a:xfrm rot="-5400000">
            <a:off x="6859975" y="2489175"/>
            <a:ext cx="260700" cy="430800"/>
          </a:xfrm>
          <a:prstGeom prst="rightBrace">
            <a:avLst>
              <a:gd name="adj1" fmla="val 8333"/>
              <a:gd name="adj2" fmla="val 50000"/>
            </a:avLst>
          </a:prstGeom>
          <a:noFill/>
          <a:ln w="19050" cap="flat" cmpd="sng">
            <a:solidFill>
              <a:srgbClr val="66666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5" name="Google Shape;975;p64"/>
          <p:cNvSpPr txBox="1"/>
          <p:nvPr/>
        </p:nvSpPr>
        <p:spPr>
          <a:xfrm>
            <a:off x="166800" y="4316400"/>
            <a:ext cx="8972700" cy="827100"/>
          </a:xfrm>
          <a:prstGeom prst="rect">
            <a:avLst/>
          </a:prstGeom>
          <a:noFill/>
          <a:ln>
            <a:noFill/>
          </a:ln>
        </p:spPr>
        <p:txBody>
          <a:bodyPr spcFirstLastPara="1" wrap="square" lIns="91425" tIns="91425" rIns="91425" bIns="91425" anchor="ctr" anchorCtr="0">
            <a:noAutofit/>
          </a:bodyPr>
          <a:lstStyle/>
          <a:p>
            <a:pPr marL="0" lvl="0" indent="0" algn="l" rtl="0">
              <a:spcBef>
                <a:spcPts val="480"/>
              </a:spcBef>
              <a:spcAft>
                <a:spcPts val="0"/>
              </a:spcAft>
              <a:buNone/>
            </a:pPr>
            <a:r>
              <a:rPr lang="en" sz="1800">
                <a:solidFill>
                  <a:schemeClr val="dk1"/>
                </a:solidFill>
                <a:latin typeface="Roboto"/>
                <a:ea typeface="Roboto"/>
                <a:cs typeface="Roboto"/>
                <a:sym typeface="Roboto"/>
              </a:rPr>
              <a:t>In example above: Use j pointer to track current spot of traveling item.</a:t>
            </a:r>
            <a:endParaRPr sz="1800">
              <a:latin typeface="Roboto"/>
              <a:ea typeface="Roboto"/>
              <a:cs typeface="Roboto"/>
              <a:sym typeface="Roboto"/>
            </a:endParaRPr>
          </a:p>
        </p:txBody>
      </p:sp>
      <p:sp>
        <p:nvSpPr>
          <p:cNvPr id="976" name="Google Shape;976;p64"/>
          <p:cNvSpPr txBox="1"/>
          <p:nvPr/>
        </p:nvSpPr>
        <p:spPr>
          <a:xfrm>
            <a:off x="6404275" y="2237025"/>
            <a:ext cx="1172100" cy="3372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a:latin typeface="Roboto"/>
                <a:ea typeface="Roboto"/>
                <a:cs typeface="Roboto"/>
                <a:sym typeface="Roboto"/>
              </a:rPr>
              <a:t>unexamined</a:t>
            </a:r>
            <a:endParaRPr>
              <a:latin typeface="Roboto"/>
              <a:ea typeface="Roboto"/>
              <a:cs typeface="Roboto"/>
              <a:sym typeface="Roboto"/>
            </a:endParaRPr>
          </a:p>
        </p:txBody>
      </p:sp>
      <p:sp>
        <p:nvSpPr>
          <p:cNvPr id="977" name="Google Shape;977;p64"/>
          <p:cNvSpPr txBox="1"/>
          <p:nvPr/>
        </p:nvSpPr>
        <p:spPr>
          <a:xfrm>
            <a:off x="1294775" y="2892875"/>
            <a:ext cx="948300" cy="4953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sz="1800">
                <a:latin typeface="Roboto"/>
                <a:ea typeface="Roboto"/>
                <a:cs typeface="Roboto"/>
                <a:sym typeface="Roboto"/>
              </a:rPr>
              <a:t>Input:</a:t>
            </a:r>
            <a:endParaRPr sz="1800">
              <a:latin typeface="Roboto"/>
              <a:ea typeface="Roboto"/>
              <a:cs typeface="Roboto"/>
              <a:sym typeface="Roboto"/>
            </a:endParaRPr>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Shape 981"/>
        <p:cNvGrpSpPr/>
        <p:nvPr/>
      </p:nvGrpSpPr>
      <p:grpSpPr>
        <a:xfrm>
          <a:off x="0" y="0"/>
          <a:ext cx="0" cy="0"/>
          <a:chOff x="0" y="0"/>
          <a:chExt cx="0" cy="0"/>
        </a:xfrm>
      </p:grpSpPr>
      <p:sp>
        <p:nvSpPr>
          <p:cNvPr id="982" name="Google Shape;982;p65"/>
          <p:cNvSpPr txBox="1">
            <a:spLocks noGrp="1"/>
          </p:cNvSpPr>
          <p:nvPr>
            <p:ph type="title"/>
          </p:nvPr>
        </p:nvSpPr>
        <p:spPr>
          <a:xfrm>
            <a:off x="0" y="0"/>
            <a:ext cx="8520600" cy="3936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buFont typeface="Arial"/>
              <a:buNone/>
            </a:pPr>
            <a:r>
              <a:rPr lang="en"/>
              <a:t>In-place Insertion Sort</a:t>
            </a:r>
            <a:endParaRPr/>
          </a:p>
        </p:txBody>
      </p:sp>
      <p:sp>
        <p:nvSpPr>
          <p:cNvPr id="983" name="Google Shape;983;p65"/>
          <p:cNvSpPr txBox="1">
            <a:spLocks noGrp="1"/>
          </p:cNvSpPr>
          <p:nvPr>
            <p:ph type="body" idx="1"/>
          </p:nvPr>
        </p:nvSpPr>
        <p:spPr>
          <a:xfrm>
            <a:off x="107044" y="402200"/>
            <a:ext cx="8520600" cy="3416400"/>
          </a:xfrm>
          <a:prstGeom prst="rect">
            <a:avLst/>
          </a:prstGeom>
        </p:spPr>
        <p:txBody>
          <a:bodyPr spcFirstLastPara="1" wrap="square" lIns="91425" tIns="91425" rIns="91425" bIns="91425" anchor="t" anchorCtr="0">
            <a:noAutofit/>
          </a:bodyPr>
          <a:lstStyle/>
          <a:p>
            <a:pPr marL="0" lvl="0" indent="0" algn="l" rtl="0">
              <a:spcBef>
                <a:spcPts val="600"/>
              </a:spcBef>
              <a:spcAft>
                <a:spcPts val="0"/>
              </a:spcAft>
              <a:buNone/>
            </a:pPr>
            <a:r>
              <a:rPr lang="en"/>
              <a:t>General strategy: </a:t>
            </a:r>
            <a:endParaRPr/>
          </a:p>
          <a:p>
            <a:pPr marL="457200" lvl="0" indent="-342900" algn="l" rtl="0">
              <a:spcBef>
                <a:spcPts val="600"/>
              </a:spcBef>
              <a:spcAft>
                <a:spcPts val="0"/>
              </a:spcAft>
              <a:buSzPts val="1800"/>
              <a:buChar char="●"/>
            </a:pPr>
            <a:r>
              <a:rPr lang="en"/>
              <a:t>Repeat for i = 0 to N - 1:</a:t>
            </a:r>
            <a:endParaRPr/>
          </a:p>
          <a:p>
            <a:pPr marL="914400" lvl="1" indent="-342900" algn="l" rtl="0">
              <a:spcBef>
                <a:spcPts val="0"/>
              </a:spcBef>
              <a:spcAft>
                <a:spcPts val="0"/>
              </a:spcAft>
              <a:buSzPts val="1800"/>
              <a:buChar char="○"/>
            </a:pPr>
            <a:r>
              <a:rPr lang="en"/>
              <a:t>Designate item i as the traveling item.</a:t>
            </a:r>
            <a:endParaRPr/>
          </a:p>
          <a:p>
            <a:pPr marL="914400" lvl="1" indent="-342900" algn="l" rtl="0">
              <a:spcBef>
                <a:spcPts val="600"/>
              </a:spcBef>
              <a:spcAft>
                <a:spcPts val="0"/>
              </a:spcAft>
              <a:buSzPts val="1800"/>
              <a:buChar char="○"/>
            </a:pPr>
            <a:r>
              <a:rPr lang="en" b="1"/>
              <a:t>Swap item backwards until traveller is in the right place among all previously examined items.</a:t>
            </a:r>
            <a:endParaRPr b="1"/>
          </a:p>
        </p:txBody>
      </p:sp>
      <p:sp>
        <p:nvSpPr>
          <p:cNvPr id="984" name="Google Shape;984;p65"/>
          <p:cNvSpPr/>
          <p:nvPr/>
        </p:nvSpPr>
        <p:spPr>
          <a:xfrm>
            <a:off x="2834175" y="2892875"/>
            <a:ext cx="495300" cy="495300"/>
          </a:xfrm>
          <a:prstGeom prst="rect">
            <a:avLst/>
          </a:prstGeom>
          <a:solidFill>
            <a:srgbClr val="D9D9D9"/>
          </a:solid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800">
                <a:latin typeface="Calibri"/>
                <a:ea typeface="Calibri"/>
                <a:cs typeface="Calibri"/>
                <a:sym typeface="Calibri"/>
              </a:rPr>
              <a:t>2</a:t>
            </a:r>
            <a:endParaRPr sz="1800">
              <a:latin typeface="Calibri"/>
              <a:ea typeface="Calibri"/>
              <a:cs typeface="Calibri"/>
              <a:sym typeface="Calibri"/>
            </a:endParaRPr>
          </a:p>
        </p:txBody>
      </p:sp>
      <p:sp>
        <p:nvSpPr>
          <p:cNvPr id="985" name="Google Shape;985;p65"/>
          <p:cNvSpPr/>
          <p:nvPr/>
        </p:nvSpPr>
        <p:spPr>
          <a:xfrm>
            <a:off x="3319364" y="2892875"/>
            <a:ext cx="495300" cy="495300"/>
          </a:xfrm>
          <a:prstGeom prst="rect">
            <a:avLst/>
          </a:prstGeom>
          <a:solidFill>
            <a:srgbClr val="D9D9D9"/>
          </a:solid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800">
                <a:latin typeface="Calibri"/>
                <a:ea typeface="Calibri"/>
                <a:cs typeface="Calibri"/>
                <a:sym typeface="Calibri"/>
              </a:rPr>
              <a:t>15</a:t>
            </a:r>
            <a:endParaRPr sz="1800">
              <a:latin typeface="Calibri"/>
              <a:ea typeface="Calibri"/>
              <a:cs typeface="Calibri"/>
              <a:sym typeface="Calibri"/>
            </a:endParaRPr>
          </a:p>
        </p:txBody>
      </p:sp>
      <p:sp>
        <p:nvSpPr>
          <p:cNvPr id="986" name="Google Shape;986;p65"/>
          <p:cNvSpPr/>
          <p:nvPr/>
        </p:nvSpPr>
        <p:spPr>
          <a:xfrm>
            <a:off x="3808705" y="2892875"/>
            <a:ext cx="495300" cy="495300"/>
          </a:xfrm>
          <a:prstGeom prst="rect">
            <a:avLst/>
          </a:prstGeom>
          <a:solidFill>
            <a:srgbClr val="D9D9D9"/>
          </a:solid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800">
                <a:latin typeface="Calibri"/>
                <a:ea typeface="Calibri"/>
                <a:cs typeface="Calibri"/>
                <a:sym typeface="Calibri"/>
              </a:rPr>
              <a:t>17</a:t>
            </a:r>
            <a:endParaRPr sz="1800">
              <a:latin typeface="Calibri"/>
              <a:ea typeface="Calibri"/>
              <a:cs typeface="Calibri"/>
              <a:sym typeface="Calibri"/>
            </a:endParaRPr>
          </a:p>
        </p:txBody>
      </p:sp>
      <p:sp>
        <p:nvSpPr>
          <p:cNvPr id="987" name="Google Shape;987;p65"/>
          <p:cNvSpPr/>
          <p:nvPr/>
        </p:nvSpPr>
        <p:spPr>
          <a:xfrm>
            <a:off x="4293894" y="2892875"/>
            <a:ext cx="495300" cy="495300"/>
          </a:xfrm>
          <a:prstGeom prst="rect">
            <a:avLst/>
          </a:prstGeom>
          <a:solidFill>
            <a:schemeClr val="accent3"/>
          </a:solid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800">
                <a:latin typeface="Calibri"/>
                <a:ea typeface="Calibri"/>
                <a:cs typeface="Calibri"/>
                <a:sym typeface="Calibri"/>
              </a:rPr>
              <a:t>17</a:t>
            </a:r>
            <a:endParaRPr sz="1800">
              <a:latin typeface="Calibri"/>
              <a:ea typeface="Calibri"/>
              <a:cs typeface="Calibri"/>
              <a:sym typeface="Calibri"/>
            </a:endParaRPr>
          </a:p>
        </p:txBody>
      </p:sp>
      <p:sp>
        <p:nvSpPr>
          <p:cNvPr id="988" name="Google Shape;988;p65"/>
          <p:cNvSpPr/>
          <p:nvPr/>
        </p:nvSpPr>
        <p:spPr>
          <a:xfrm>
            <a:off x="4778636" y="2892875"/>
            <a:ext cx="495300" cy="495300"/>
          </a:xfrm>
          <a:prstGeom prst="rect">
            <a:avLst/>
          </a:prstGeom>
          <a:solidFill>
            <a:srgbClr val="D9D9D9"/>
          </a:solid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800">
                <a:latin typeface="Calibri"/>
                <a:ea typeface="Calibri"/>
                <a:cs typeface="Calibri"/>
                <a:sym typeface="Calibri"/>
              </a:rPr>
              <a:t>19</a:t>
            </a:r>
            <a:endParaRPr sz="1800">
              <a:latin typeface="Calibri"/>
              <a:ea typeface="Calibri"/>
              <a:cs typeface="Calibri"/>
              <a:sym typeface="Calibri"/>
            </a:endParaRPr>
          </a:p>
        </p:txBody>
      </p:sp>
      <p:sp>
        <p:nvSpPr>
          <p:cNvPr id="989" name="Google Shape;989;p65"/>
          <p:cNvSpPr/>
          <p:nvPr/>
        </p:nvSpPr>
        <p:spPr>
          <a:xfrm>
            <a:off x="5263825" y="2892875"/>
            <a:ext cx="495300" cy="495300"/>
          </a:xfrm>
          <a:prstGeom prst="rect">
            <a:avLst/>
          </a:prstGeom>
          <a:solidFill>
            <a:srgbClr val="D9D9D9"/>
          </a:solid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800">
                <a:latin typeface="Calibri"/>
                <a:ea typeface="Calibri"/>
                <a:cs typeface="Calibri"/>
                <a:sym typeface="Calibri"/>
              </a:rPr>
              <a:t>26</a:t>
            </a:r>
            <a:endParaRPr sz="1800">
              <a:latin typeface="Calibri"/>
              <a:ea typeface="Calibri"/>
              <a:cs typeface="Calibri"/>
              <a:sym typeface="Calibri"/>
            </a:endParaRPr>
          </a:p>
        </p:txBody>
      </p:sp>
      <p:sp>
        <p:nvSpPr>
          <p:cNvPr id="990" name="Google Shape;990;p65"/>
          <p:cNvSpPr/>
          <p:nvPr/>
        </p:nvSpPr>
        <p:spPr>
          <a:xfrm>
            <a:off x="5753166" y="2892875"/>
            <a:ext cx="495300" cy="495300"/>
          </a:xfrm>
          <a:prstGeom prst="rect">
            <a:avLst/>
          </a:prstGeom>
          <a:solidFill>
            <a:srgbClr val="D9D9D9"/>
          </a:solid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800">
                <a:latin typeface="Calibri"/>
                <a:ea typeface="Calibri"/>
                <a:cs typeface="Calibri"/>
                <a:sym typeface="Calibri"/>
              </a:rPr>
              <a:t>32</a:t>
            </a:r>
            <a:endParaRPr sz="1800">
              <a:latin typeface="Calibri"/>
              <a:ea typeface="Calibri"/>
              <a:cs typeface="Calibri"/>
              <a:sym typeface="Calibri"/>
            </a:endParaRPr>
          </a:p>
        </p:txBody>
      </p:sp>
      <p:sp>
        <p:nvSpPr>
          <p:cNvPr id="991" name="Google Shape;991;p65"/>
          <p:cNvSpPr/>
          <p:nvPr/>
        </p:nvSpPr>
        <p:spPr>
          <a:xfrm>
            <a:off x="6238355" y="2892875"/>
            <a:ext cx="495300" cy="495300"/>
          </a:xfrm>
          <a:prstGeom prst="rect">
            <a:avLst/>
          </a:prstGeom>
          <a:solidFill>
            <a:srgbClr val="D9D9D9"/>
          </a:solid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800">
                <a:latin typeface="Calibri"/>
                <a:ea typeface="Calibri"/>
                <a:cs typeface="Calibri"/>
                <a:sym typeface="Calibri"/>
              </a:rPr>
              <a:t>41</a:t>
            </a:r>
            <a:endParaRPr sz="1800">
              <a:latin typeface="Calibri"/>
              <a:ea typeface="Calibri"/>
              <a:cs typeface="Calibri"/>
              <a:sym typeface="Calibri"/>
            </a:endParaRPr>
          </a:p>
        </p:txBody>
      </p:sp>
      <p:sp>
        <p:nvSpPr>
          <p:cNvPr id="992" name="Google Shape;992;p65"/>
          <p:cNvSpPr/>
          <p:nvPr/>
        </p:nvSpPr>
        <p:spPr>
          <a:xfrm>
            <a:off x="6727730" y="2892875"/>
            <a:ext cx="495300" cy="495300"/>
          </a:xfrm>
          <a:prstGeom prst="rect">
            <a:avLst/>
          </a:prstGeom>
          <a:solidFill>
            <a:srgbClr val="B1DD8B"/>
          </a:solid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800">
                <a:latin typeface="Calibri"/>
                <a:ea typeface="Calibri"/>
                <a:cs typeface="Calibri"/>
                <a:sym typeface="Calibri"/>
              </a:rPr>
              <a:t>17</a:t>
            </a:r>
            <a:endParaRPr sz="1800">
              <a:latin typeface="Calibri"/>
              <a:ea typeface="Calibri"/>
              <a:cs typeface="Calibri"/>
              <a:sym typeface="Calibri"/>
            </a:endParaRPr>
          </a:p>
        </p:txBody>
      </p:sp>
      <p:sp>
        <p:nvSpPr>
          <p:cNvPr id="993" name="Google Shape;993;p65"/>
          <p:cNvSpPr txBox="1"/>
          <p:nvPr/>
        </p:nvSpPr>
        <p:spPr>
          <a:xfrm>
            <a:off x="6306636" y="3364800"/>
            <a:ext cx="495300" cy="4953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600">
                <a:latin typeface="Consolas"/>
                <a:ea typeface="Consolas"/>
                <a:cs typeface="Consolas"/>
                <a:sym typeface="Consolas"/>
              </a:rPr>
              <a:t>i</a:t>
            </a:r>
            <a:endParaRPr sz="1600">
              <a:latin typeface="Consolas"/>
              <a:ea typeface="Consolas"/>
              <a:cs typeface="Consolas"/>
              <a:sym typeface="Consolas"/>
            </a:endParaRPr>
          </a:p>
        </p:txBody>
      </p:sp>
      <p:sp>
        <p:nvSpPr>
          <p:cNvPr id="994" name="Google Shape;994;p65"/>
          <p:cNvSpPr txBox="1"/>
          <p:nvPr/>
        </p:nvSpPr>
        <p:spPr>
          <a:xfrm>
            <a:off x="4441834" y="3692259"/>
            <a:ext cx="495300" cy="4953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600">
                <a:latin typeface="Consolas"/>
                <a:ea typeface="Consolas"/>
                <a:cs typeface="Consolas"/>
                <a:sym typeface="Consolas"/>
              </a:rPr>
              <a:t>j</a:t>
            </a:r>
            <a:endParaRPr sz="1600">
              <a:latin typeface="Consolas"/>
              <a:ea typeface="Consolas"/>
              <a:cs typeface="Consolas"/>
              <a:sym typeface="Consolas"/>
            </a:endParaRPr>
          </a:p>
        </p:txBody>
      </p:sp>
      <p:sp>
        <p:nvSpPr>
          <p:cNvPr id="995" name="Google Shape;995;p65"/>
          <p:cNvSpPr/>
          <p:nvPr/>
        </p:nvSpPr>
        <p:spPr>
          <a:xfrm rot="-5400000">
            <a:off x="6859975" y="2489175"/>
            <a:ext cx="260700" cy="430800"/>
          </a:xfrm>
          <a:prstGeom prst="rightBrace">
            <a:avLst>
              <a:gd name="adj1" fmla="val 8333"/>
              <a:gd name="adj2" fmla="val 50000"/>
            </a:avLst>
          </a:prstGeom>
          <a:noFill/>
          <a:ln w="19050" cap="flat" cmpd="sng">
            <a:solidFill>
              <a:srgbClr val="66666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6" name="Google Shape;996;p65"/>
          <p:cNvSpPr txBox="1"/>
          <p:nvPr/>
        </p:nvSpPr>
        <p:spPr>
          <a:xfrm>
            <a:off x="166800" y="4316400"/>
            <a:ext cx="8972700" cy="827100"/>
          </a:xfrm>
          <a:prstGeom prst="rect">
            <a:avLst/>
          </a:prstGeom>
          <a:noFill/>
          <a:ln>
            <a:noFill/>
          </a:ln>
        </p:spPr>
        <p:txBody>
          <a:bodyPr spcFirstLastPara="1" wrap="square" lIns="91425" tIns="91425" rIns="91425" bIns="91425" anchor="ctr" anchorCtr="0">
            <a:noAutofit/>
          </a:bodyPr>
          <a:lstStyle/>
          <a:p>
            <a:pPr marL="0" lvl="0" indent="0" algn="l" rtl="0">
              <a:spcBef>
                <a:spcPts val="480"/>
              </a:spcBef>
              <a:spcAft>
                <a:spcPts val="0"/>
              </a:spcAft>
              <a:buNone/>
            </a:pPr>
            <a:r>
              <a:rPr lang="en" sz="1800">
                <a:solidFill>
                  <a:schemeClr val="dk1"/>
                </a:solidFill>
                <a:latin typeface="Roboto"/>
                <a:ea typeface="Roboto"/>
                <a:cs typeface="Roboto"/>
                <a:sym typeface="Roboto"/>
              </a:rPr>
              <a:t>In example above: Use j pointer to track current spot of traveling item.</a:t>
            </a:r>
            <a:endParaRPr sz="1800">
              <a:latin typeface="Roboto"/>
              <a:ea typeface="Roboto"/>
              <a:cs typeface="Roboto"/>
              <a:sym typeface="Roboto"/>
            </a:endParaRPr>
          </a:p>
        </p:txBody>
      </p:sp>
      <p:sp>
        <p:nvSpPr>
          <p:cNvPr id="997" name="Google Shape;997;p65"/>
          <p:cNvSpPr txBox="1"/>
          <p:nvPr/>
        </p:nvSpPr>
        <p:spPr>
          <a:xfrm>
            <a:off x="6404275" y="2237025"/>
            <a:ext cx="1172100" cy="3372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a:latin typeface="Roboto"/>
                <a:ea typeface="Roboto"/>
                <a:cs typeface="Roboto"/>
                <a:sym typeface="Roboto"/>
              </a:rPr>
              <a:t>unexamined</a:t>
            </a:r>
            <a:endParaRPr>
              <a:latin typeface="Roboto"/>
              <a:ea typeface="Roboto"/>
              <a:cs typeface="Roboto"/>
              <a:sym typeface="Roboto"/>
            </a:endParaRPr>
          </a:p>
        </p:txBody>
      </p:sp>
      <p:sp>
        <p:nvSpPr>
          <p:cNvPr id="998" name="Google Shape;998;p65"/>
          <p:cNvSpPr txBox="1"/>
          <p:nvPr/>
        </p:nvSpPr>
        <p:spPr>
          <a:xfrm>
            <a:off x="1294775" y="2892875"/>
            <a:ext cx="948300" cy="4953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sz="1800">
                <a:latin typeface="Roboto"/>
                <a:ea typeface="Roboto"/>
                <a:cs typeface="Roboto"/>
                <a:sym typeface="Roboto"/>
              </a:rPr>
              <a:t>Input:</a:t>
            </a:r>
            <a:endParaRPr sz="1800">
              <a:latin typeface="Roboto"/>
              <a:ea typeface="Roboto"/>
              <a:cs typeface="Roboto"/>
              <a:sym typeface="Roboto"/>
            </a:endParaRPr>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Shape 1002"/>
        <p:cNvGrpSpPr/>
        <p:nvPr/>
      </p:nvGrpSpPr>
      <p:grpSpPr>
        <a:xfrm>
          <a:off x="0" y="0"/>
          <a:ext cx="0" cy="0"/>
          <a:chOff x="0" y="0"/>
          <a:chExt cx="0" cy="0"/>
        </a:xfrm>
      </p:grpSpPr>
      <p:sp>
        <p:nvSpPr>
          <p:cNvPr id="1003" name="Google Shape;1003;p66"/>
          <p:cNvSpPr txBox="1">
            <a:spLocks noGrp="1"/>
          </p:cNvSpPr>
          <p:nvPr>
            <p:ph type="title"/>
          </p:nvPr>
        </p:nvSpPr>
        <p:spPr>
          <a:xfrm>
            <a:off x="0" y="0"/>
            <a:ext cx="8520600" cy="3936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buFont typeface="Arial"/>
              <a:buNone/>
            </a:pPr>
            <a:r>
              <a:rPr lang="en"/>
              <a:t>In-place Insertion Sort</a:t>
            </a:r>
            <a:endParaRPr/>
          </a:p>
        </p:txBody>
      </p:sp>
      <p:sp>
        <p:nvSpPr>
          <p:cNvPr id="1004" name="Google Shape;1004;p66"/>
          <p:cNvSpPr txBox="1">
            <a:spLocks noGrp="1"/>
          </p:cNvSpPr>
          <p:nvPr>
            <p:ph type="body" idx="1"/>
          </p:nvPr>
        </p:nvSpPr>
        <p:spPr>
          <a:xfrm>
            <a:off x="107044" y="402200"/>
            <a:ext cx="8520600" cy="3416400"/>
          </a:xfrm>
          <a:prstGeom prst="rect">
            <a:avLst/>
          </a:prstGeom>
        </p:spPr>
        <p:txBody>
          <a:bodyPr spcFirstLastPara="1" wrap="square" lIns="91425" tIns="91425" rIns="91425" bIns="91425" anchor="t" anchorCtr="0">
            <a:noAutofit/>
          </a:bodyPr>
          <a:lstStyle/>
          <a:p>
            <a:pPr marL="0" lvl="0" indent="0" algn="l" rtl="0">
              <a:spcBef>
                <a:spcPts val="600"/>
              </a:spcBef>
              <a:spcAft>
                <a:spcPts val="0"/>
              </a:spcAft>
              <a:buNone/>
            </a:pPr>
            <a:r>
              <a:rPr lang="en"/>
              <a:t>General strategy: </a:t>
            </a:r>
            <a:endParaRPr/>
          </a:p>
          <a:p>
            <a:pPr marL="457200" lvl="0" indent="-342900" algn="l" rtl="0">
              <a:spcBef>
                <a:spcPts val="600"/>
              </a:spcBef>
              <a:spcAft>
                <a:spcPts val="0"/>
              </a:spcAft>
              <a:buSzPts val="1800"/>
              <a:buChar char="●"/>
            </a:pPr>
            <a:r>
              <a:rPr lang="en"/>
              <a:t>Repeat for i = 0 to N - 1:</a:t>
            </a:r>
            <a:endParaRPr/>
          </a:p>
          <a:p>
            <a:pPr marL="914400" lvl="1" indent="-342900" algn="l" rtl="0">
              <a:spcBef>
                <a:spcPts val="0"/>
              </a:spcBef>
              <a:spcAft>
                <a:spcPts val="0"/>
              </a:spcAft>
              <a:buSzPts val="1800"/>
              <a:buChar char="○"/>
            </a:pPr>
            <a:r>
              <a:rPr lang="en"/>
              <a:t>Designate item i as the traveling item.</a:t>
            </a:r>
            <a:endParaRPr/>
          </a:p>
          <a:p>
            <a:pPr marL="914400" lvl="1" indent="-342900" algn="l" rtl="0">
              <a:spcBef>
                <a:spcPts val="600"/>
              </a:spcBef>
              <a:spcAft>
                <a:spcPts val="0"/>
              </a:spcAft>
              <a:buSzPts val="1800"/>
              <a:buChar char="○"/>
            </a:pPr>
            <a:r>
              <a:rPr lang="en" b="1"/>
              <a:t>Swap item backwards until traveller is in the right place among all previously examined items.</a:t>
            </a:r>
            <a:endParaRPr b="1"/>
          </a:p>
        </p:txBody>
      </p:sp>
      <p:sp>
        <p:nvSpPr>
          <p:cNvPr id="1005" name="Google Shape;1005;p66"/>
          <p:cNvSpPr/>
          <p:nvPr/>
        </p:nvSpPr>
        <p:spPr>
          <a:xfrm>
            <a:off x="2834175" y="2892875"/>
            <a:ext cx="495300" cy="495300"/>
          </a:xfrm>
          <a:prstGeom prst="rect">
            <a:avLst/>
          </a:prstGeom>
          <a:solidFill>
            <a:srgbClr val="D9D9D9"/>
          </a:solid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800">
                <a:latin typeface="Calibri"/>
                <a:ea typeface="Calibri"/>
                <a:cs typeface="Calibri"/>
                <a:sym typeface="Calibri"/>
              </a:rPr>
              <a:t>2</a:t>
            </a:r>
            <a:endParaRPr sz="1800">
              <a:latin typeface="Calibri"/>
              <a:ea typeface="Calibri"/>
              <a:cs typeface="Calibri"/>
              <a:sym typeface="Calibri"/>
            </a:endParaRPr>
          </a:p>
        </p:txBody>
      </p:sp>
      <p:sp>
        <p:nvSpPr>
          <p:cNvPr id="1006" name="Google Shape;1006;p66"/>
          <p:cNvSpPr/>
          <p:nvPr/>
        </p:nvSpPr>
        <p:spPr>
          <a:xfrm>
            <a:off x="3319364" y="2892875"/>
            <a:ext cx="495300" cy="495300"/>
          </a:xfrm>
          <a:prstGeom prst="rect">
            <a:avLst/>
          </a:prstGeom>
          <a:solidFill>
            <a:srgbClr val="D9D9D9"/>
          </a:solid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800">
                <a:latin typeface="Calibri"/>
                <a:ea typeface="Calibri"/>
                <a:cs typeface="Calibri"/>
                <a:sym typeface="Calibri"/>
              </a:rPr>
              <a:t>15</a:t>
            </a:r>
            <a:endParaRPr sz="1800">
              <a:latin typeface="Calibri"/>
              <a:ea typeface="Calibri"/>
              <a:cs typeface="Calibri"/>
              <a:sym typeface="Calibri"/>
            </a:endParaRPr>
          </a:p>
        </p:txBody>
      </p:sp>
      <p:sp>
        <p:nvSpPr>
          <p:cNvPr id="1007" name="Google Shape;1007;p66"/>
          <p:cNvSpPr/>
          <p:nvPr/>
        </p:nvSpPr>
        <p:spPr>
          <a:xfrm>
            <a:off x="3808705" y="2892875"/>
            <a:ext cx="495300" cy="495300"/>
          </a:xfrm>
          <a:prstGeom prst="rect">
            <a:avLst/>
          </a:prstGeom>
          <a:solidFill>
            <a:srgbClr val="D9D9D9"/>
          </a:solid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800">
                <a:latin typeface="Calibri"/>
                <a:ea typeface="Calibri"/>
                <a:cs typeface="Calibri"/>
                <a:sym typeface="Calibri"/>
              </a:rPr>
              <a:t>17</a:t>
            </a:r>
            <a:endParaRPr sz="1800">
              <a:latin typeface="Calibri"/>
              <a:ea typeface="Calibri"/>
              <a:cs typeface="Calibri"/>
              <a:sym typeface="Calibri"/>
            </a:endParaRPr>
          </a:p>
        </p:txBody>
      </p:sp>
      <p:sp>
        <p:nvSpPr>
          <p:cNvPr id="1008" name="Google Shape;1008;p66"/>
          <p:cNvSpPr/>
          <p:nvPr/>
        </p:nvSpPr>
        <p:spPr>
          <a:xfrm>
            <a:off x="4293894" y="2892875"/>
            <a:ext cx="495300" cy="495300"/>
          </a:xfrm>
          <a:prstGeom prst="rect">
            <a:avLst/>
          </a:prstGeom>
          <a:solidFill>
            <a:srgbClr val="D9D9D9"/>
          </a:solid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800">
                <a:latin typeface="Calibri"/>
                <a:ea typeface="Calibri"/>
                <a:cs typeface="Calibri"/>
                <a:sym typeface="Calibri"/>
              </a:rPr>
              <a:t>17</a:t>
            </a:r>
            <a:endParaRPr sz="1800">
              <a:latin typeface="Calibri"/>
              <a:ea typeface="Calibri"/>
              <a:cs typeface="Calibri"/>
              <a:sym typeface="Calibri"/>
            </a:endParaRPr>
          </a:p>
        </p:txBody>
      </p:sp>
      <p:sp>
        <p:nvSpPr>
          <p:cNvPr id="1009" name="Google Shape;1009;p66"/>
          <p:cNvSpPr/>
          <p:nvPr/>
        </p:nvSpPr>
        <p:spPr>
          <a:xfrm>
            <a:off x="4778636" y="2892875"/>
            <a:ext cx="495300" cy="495300"/>
          </a:xfrm>
          <a:prstGeom prst="rect">
            <a:avLst/>
          </a:prstGeom>
          <a:solidFill>
            <a:srgbClr val="D9D9D9"/>
          </a:solid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800">
                <a:latin typeface="Calibri"/>
                <a:ea typeface="Calibri"/>
                <a:cs typeface="Calibri"/>
                <a:sym typeface="Calibri"/>
              </a:rPr>
              <a:t>19</a:t>
            </a:r>
            <a:endParaRPr sz="1800">
              <a:latin typeface="Calibri"/>
              <a:ea typeface="Calibri"/>
              <a:cs typeface="Calibri"/>
              <a:sym typeface="Calibri"/>
            </a:endParaRPr>
          </a:p>
        </p:txBody>
      </p:sp>
      <p:sp>
        <p:nvSpPr>
          <p:cNvPr id="1010" name="Google Shape;1010;p66"/>
          <p:cNvSpPr/>
          <p:nvPr/>
        </p:nvSpPr>
        <p:spPr>
          <a:xfrm>
            <a:off x="5263825" y="2892875"/>
            <a:ext cx="495300" cy="495300"/>
          </a:xfrm>
          <a:prstGeom prst="rect">
            <a:avLst/>
          </a:prstGeom>
          <a:solidFill>
            <a:srgbClr val="D9D9D9"/>
          </a:solid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800">
                <a:latin typeface="Calibri"/>
                <a:ea typeface="Calibri"/>
                <a:cs typeface="Calibri"/>
                <a:sym typeface="Calibri"/>
              </a:rPr>
              <a:t>26</a:t>
            </a:r>
            <a:endParaRPr sz="1800">
              <a:latin typeface="Calibri"/>
              <a:ea typeface="Calibri"/>
              <a:cs typeface="Calibri"/>
              <a:sym typeface="Calibri"/>
            </a:endParaRPr>
          </a:p>
        </p:txBody>
      </p:sp>
      <p:sp>
        <p:nvSpPr>
          <p:cNvPr id="1011" name="Google Shape;1011;p66"/>
          <p:cNvSpPr/>
          <p:nvPr/>
        </p:nvSpPr>
        <p:spPr>
          <a:xfrm>
            <a:off x="5753166" y="2892875"/>
            <a:ext cx="495300" cy="495300"/>
          </a:xfrm>
          <a:prstGeom prst="rect">
            <a:avLst/>
          </a:prstGeom>
          <a:solidFill>
            <a:srgbClr val="D9D9D9"/>
          </a:solid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800">
                <a:latin typeface="Calibri"/>
                <a:ea typeface="Calibri"/>
                <a:cs typeface="Calibri"/>
                <a:sym typeface="Calibri"/>
              </a:rPr>
              <a:t>32</a:t>
            </a:r>
            <a:endParaRPr sz="1800">
              <a:latin typeface="Calibri"/>
              <a:ea typeface="Calibri"/>
              <a:cs typeface="Calibri"/>
              <a:sym typeface="Calibri"/>
            </a:endParaRPr>
          </a:p>
        </p:txBody>
      </p:sp>
      <p:sp>
        <p:nvSpPr>
          <p:cNvPr id="1012" name="Google Shape;1012;p66"/>
          <p:cNvSpPr/>
          <p:nvPr/>
        </p:nvSpPr>
        <p:spPr>
          <a:xfrm>
            <a:off x="6238355" y="2892875"/>
            <a:ext cx="495300" cy="495300"/>
          </a:xfrm>
          <a:prstGeom prst="rect">
            <a:avLst/>
          </a:prstGeom>
          <a:solidFill>
            <a:srgbClr val="D9D9D9"/>
          </a:solid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800">
                <a:latin typeface="Calibri"/>
                <a:ea typeface="Calibri"/>
                <a:cs typeface="Calibri"/>
                <a:sym typeface="Calibri"/>
              </a:rPr>
              <a:t>41</a:t>
            </a:r>
            <a:endParaRPr sz="1800">
              <a:latin typeface="Calibri"/>
              <a:ea typeface="Calibri"/>
              <a:cs typeface="Calibri"/>
              <a:sym typeface="Calibri"/>
            </a:endParaRPr>
          </a:p>
        </p:txBody>
      </p:sp>
      <p:sp>
        <p:nvSpPr>
          <p:cNvPr id="1013" name="Google Shape;1013;p66"/>
          <p:cNvSpPr/>
          <p:nvPr/>
        </p:nvSpPr>
        <p:spPr>
          <a:xfrm>
            <a:off x="6727730" y="2892875"/>
            <a:ext cx="495300" cy="495300"/>
          </a:xfrm>
          <a:prstGeom prst="rect">
            <a:avLst/>
          </a:prstGeom>
          <a:solidFill>
            <a:srgbClr val="B1DD8B"/>
          </a:solid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800">
                <a:latin typeface="Calibri"/>
                <a:ea typeface="Calibri"/>
                <a:cs typeface="Calibri"/>
                <a:sym typeface="Calibri"/>
              </a:rPr>
              <a:t>17</a:t>
            </a:r>
            <a:endParaRPr sz="1800">
              <a:latin typeface="Calibri"/>
              <a:ea typeface="Calibri"/>
              <a:cs typeface="Calibri"/>
              <a:sym typeface="Calibri"/>
            </a:endParaRPr>
          </a:p>
        </p:txBody>
      </p:sp>
      <p:sp>
        <p:nvSpPr>
          <p:cNvPr id="1014" name="Google Shape;1014;p66"/>
          <p:cNvSpPr txBox="1"/>
          <p:nvPr/>
        </p:nvSpPr>
        <p:spPr>
          <a:xfrm>
            <a:off x="6306636" y="3364800"/>
            <a:ext cx="495300" cy="4953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600">
                <a:latin typeface="Consolas"/>
                <a:ea typeface="Consolas"/>
                <a:cs typeface="Consolas"/>
                <a:sym typeface="Consolas"/>
              </a:rPr>
              <a:t>i</a:t>
            </a:r>
            <a:endParaRPr sz="1600">
              <a:latin typeface="Consolas"/>
              <a:ea typeface="Consolas"/>
              <a:cs typeface="Consolas"/>
              <a:sym typeface="Consolas"/>
            </a:endParaRPr>
          </a:p>
        </p:txBody>
      </p:sp>
      <p:sp>
        <p:nvSpPr>
          <p:cNvPr id="1015" name="Google Shape;1015;p66"/>
          <p:cNvSpPr txBox="1"/>
          <p:nvPr/>
        </p:nvSpPr>
        <p:spPr>
          <a:xfrm>
            <a:off x="4441834" y="3692259"/>
            <a:ext cx="495300" cy="4953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600">
                <a:latin typeface="Consolas"/>
                <a:ea typeface="Consolas"/>
                <a:cs typeface="Consolas"/>
                <a:sym typeface="Consolas"/>
              </a:rPr>
              <a:t>j</a:t>
            </a:r>
            <a:endParaRPr sz="1600">
              <a:latin typeface="Consolas"/>
              <a:ea typeface="Consolas"/>
              <a:cs typeface="Consolas"/>
              <a:sym typeface="Consolas"/>
            </a:endParaRPr>
          </a:p>
        </p:txBody>
      </p:sp>
      <p:sp>
        <p:nvSpPr>
          <p:cNvPr id="1016" name="Google Shape;1016;p66"/>
          <p:cNvSpPr/>
          <p:nvPr/>
        </p:nvSpPr>
        <p:spPr>
          <a:xfrm rot="-5400000">
            <a:off x="6859975" y="2489175"/>
            <a:ext cx="260700" cy="430800"/>
          </a:xfrm>
          <a:prstGeom prst="rightBrace">
            <a:avLst>
              <a:gd name="adj1" fmla="val 8333"/>
              <a:gd name="adj2" fmla="val 50000"/>
            </a:avLst>
          </a:prstGeom>
          <a:noFill/>
          <a:ln w="19050" cap="flat" cmpd="sng">
            <a:solidFill>
              <a:srgbClr val="66666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7" name="Google Shape;1017;p66"/>
          <p:cNvSpPr/>
          <p:nvPr/>
        </p:nvSpPr>
        <p:spPr>
          <a:xfrm rot="-5400000">
            <a:off x="4640600" y="779925"/>
            <a:ext cx="260700" cy="3849300"/>
          </a:xfrm>
          <a:prstGeom prst="rightBrace">
            <a:avLst>
              <a:gd name="adj1" fmla="val 8333"/>
              <a:gd name="adj2" fmla="val 50000"/>
            </a:avLst>
          </a:prstGeom>
          <a:noFill/>
          <a:ln w="19050" cap="flat" cmpd="sng">
            <a:solidFill>
              <a:srgbClr val="66666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8" name="Google Shape;1018;p66"/>
          <p:cNvSpPr txBox="1"/>
          <p:nvPr/>
        </p:nvSpPr>
        <p:spPr>
          <a:xfrm>
            <a:off x="4451942" y="2237025"/>
            <a:ext cx="849900" cy="3372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a:t>sorted</a:t>
            </a:r>
            <a:endParaRPr/>
          </a:p>
        </p:txBody>
      </p:sp>
      <p:sp>
        <p:nvSpPr>
          <p:cNvPr id="1019" name="Google Shape;1019;p66"/>
          <p:cNvSpPr txBox="1"/>
          <p:nvPr/>
        </p:nvSpPr>
        <p:spPr>
          <a:xfrm>
            <a:off x="166800" y="4316400"/>
            <a:ext cx="8972700" cy="827100"/>
          </a:xfrm>
          <a:prstGeom prst="rect">
            <a:avLst/>
          </a:prstGeom>
          <a:noFill/>
          <a:ln>
            <a:noFill/>
          </a:ln>
        </p:spPr>
        <p:txBody>
          <a:bodyPr spcFirstLastPara="1" wrap="square" lIns="91425" tIns="91425" rIns="91425" bIns="91425" anchor="ctr" anchorCtr="0">
            <a:noAutofit/>
          </a:bodyPr>
          <a:lstStyle/>
          <a:p>
            <a:pPr marL="0" lvl="0" indent="0" algn="l" rtl="0">
              <a:spcBef>
                <a:spcPts val="480"/>
              </a:spcBef>
              <a:spcAft>
                <a:spcPts val="0"/>
              </a:spcAft>
              <a:buNone/>
            </a:pPr>
            <a:r>
              <a:rPr lang="en" sz="1800">
                <a:solidFill>
                  <a:schemeClr val="dk1"/>
                </a:solidFill>
                <a:latin typeface="Roboto"/>
                <a:ea typeface="Roboto"/>
                <a:cs typeface="Roboto"/>
                <a:sym typeface="Roboto"/>
              </a:rPr>
              <a:t>In example above: Use j pointer to track current spot of traveling item.</a:t>
            </a:r>
            <a:endParaRPr sz="1800">
              <a:latin typeface="Roboto"/>
              <a:ea typeface="Roboto"/>
              <a:cs typeface="Roboto"/>
              <a:sym typeface="Roboto"/>
            </a:endParaRPr>
          </a:p>
        </p:txBody>
      </p:sp>
      <p:sp>
        <p:nvSpPr>
          <p:cNvPr id="1020" name="Google Shape;1020;p66"/>
          <p:cNvSpPr txBox="1"/>
          <p:nvPr/>
        </p:nvSpPr>
        <p:spPr>
          <a:xfrm>
            <a:off x="6404275" y="2237025"/>
            <a:ext cx="1172100" cy="3372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a:latin typeface="Roboto"/>
                <a:ea typeface="Roboto"/>
                <a:cs typeface="Roboto"/>
                <a:sym typeface="Roboto"/>
              </a:rPr>
              <a:t>unexamined</a:t>
            </a:r>
            <a:endParaRPr>
              <a:latin typeface="Roboto"/>
              <a:ea typeface="Roboto"/>
              <a:cs typeface="Roboto"/>
              <a:sym typeface="Roboto"/>
            </a:endParaRPr>
          </a:p>
        </p:txBody>
      </p:sp>
      <p:sp>
        <p:nvSpPr>
          <p:cNvPr id="1021" name="Google Shape;1021;p66"/>
          <p:cNvSpPr txBox="1"/>
          <p:nvPr/>
        </p:nvSpPr>
        <p:spPr>
          <a:xfrm>
            <a:off x="1294775" y="2892875"/>
            <a:ext cx="948300" cy="4953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sz="1800">
                <a:latin typeface="Roboto"/>
                <a:ea typeface="Roboto"/>
                <a:cs typeface="Roboto"/>
                <a:sym typeface="Roboto"/>
              </a:rPr>
              <a:t>Input:</a:t>
            </a:r>
            <a:endParaRPr sz="1800">
              <a:latin typeface="Roboto"/>
              <a:ea typeface="Roboto"/>
              <a:cs typeface="Roboto"/>
              <a:sym typeface="Roboto"/>
            </a:endParaRPr>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Shape 1025"/>
        <p:cNvGrpSpPr/>
        <p:nvPr/>
      </p:nvGrpSpPr>
      <p:grpSpPr>
        <a:xfrm>
          <a:off x="0" y="0"/>
          <a:ext cx="0" cy="0"/>
          <a:chOff x="0" y="0"/>
          <a:chExt cx="0" cy="0"/>
        </a:xfrm>
      </p:grpSpPr>
      <p:sp>
        <p:nvSpPr>
          <p:cNvPr id="1026" name="Google Shape;1026;p67"/>
          <p:cNvSpPr txBox="1">
            <a:spLocks noGrp="1"/>
          </p:cNvSpPr>
          <p:nvPr>
            <p:ph type="title"/>
          </p:nvPr>
        </p:nvSpPr>
        <p:spPr>
          <a:xfrm>
            <a:off x="0" y="0"/>
            <a:ext cx="8520600" cy="3936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In-place Insertion Sort</a:t>
            </a:r>
            <a:endParaRPr/>
          </a:p>
        </p:txBody>
      </p:sp>
      <p:sp>
        <p:nvSpPr>
          <p:cNvPr id="1027" name="Google Shape;1027;p67"/>
          <p:cNvSpPr txBox="1">
            <a:spLocks noGrp="1"/>
          </p:cNvSpPr>
          <p:nvPr>
            <p:ph type="body" idx="1"/>
          </p:nvPr>
        </p:nvSpPr>
        <p:spPr>
          <a:xfrm>
            <a:off x="107044" y="402200"/>
            <a:ext cx="8520600" cy="3416400"/>
          </a:xfrm>
          <a:prstGeom prst="rect">
            <a:avLst/>
          </a:prstGeom>
        </p:spPr>
        <p:txBody>
          <a:bodyPr spcFirstLastPara="1" wrap="square" lIns="91425" tIns="91425" rIns="91425" bIns="91425" anchor="t" anchorCtr="0">
            <a:noAutofit/>
          </a:bodyPr>
          <a:lstStyle/>
          <a:p>
            <a:pPr marL="0" lvl="0" indent="0" algn="l" rtl="0">
              <a:spcBef>
                <a:spcPts val="600"/>
              </a:spcBef>
              <a:spcAft>
                <a:spcPts val="0"/>
              </a:spcAft>
              <a:buNone/>
            </a:pPr>
            <a:r>
              <a:rPr lang="en"/>
              <a:t>General strategy: </a:t>
            </a:r>
            <a:endParaRPr/>
          </a:p>
          <a:p>
            <a:pPr marL="457200" lvl="0" indent="-342900" algn="l" rtl="0">
              <a:spcBef>
                <a:spcPts val="600"/>
              </a:spcBef>
              <a:spcAft>
                <a:spcPts val="0"/>
              </a:spcAft>
              <a:buSzPts val="1800"/>
              <a:buChar char="●"/>
            </a:pPr>
            <a:r>
              <a:rPr lang="en"/>
              <a:t>Repeat for i = 0 to N - 1:</a:t>
            </a:r>
            <a:endParaRPr/>
          </a:p>
          <a:p>
            <a:pPr marL="914400" lvl="1" indent="-342900" algn="l" rtl="0">
              <a:spcBef>
                <a:spcPts val="0"/>
              </a:spcBef>
              <a:spcAft>
                <a:spcPts val="0"/>
              </a:spcAft>
              <a:buSzPts val="1800"/>
              <a:buChar char="○"/>
            </a:pPr>
            <a:r>
              <a:rPr lang="en" b="1"/>
              <a:t>Designate item i as the traveling item.</a:t>
            </a:r>
            <a:endParaRPr b="1"/>
          </a:p>
          <a:p>
            <a:pPr marL="914400" lvl="1" indent="-342900" algn="l" rtl="0">
              <a:spcBef>
                <a:spcPts val="600"/>
              </a:spcBef>
              <a:spcAft>
                <a:spcPts val="0"/>
              </a:spcAft>
              <a:buSzPts val="1800"/>
              <a:buChar char="○"/>
            </a:pPr>
            <a:r>
              <a:rPr lang="en"/>
              <a:t>Swap item backwards until traveller is in the right place among all previously examined items.</a:t>
            </a:r>
            <a:endParaRPr/>
          </a:p>
        </p:txBody>
      </p:sp>
      <p:sp>
        <p:nvSpPr>
          <p:cNvPr id="1028" name="Google Shape;1028;p67"/>
          <p:cNvSpPr/>
          <p:nvPr/>
        </p:nvSpPr>
        <p:spPr>
          <a:xfrm>
            <a:off x="2834175" y="2892875"/>
            <a:ext cx="495300" cy="495300"/>
          </a:xfrm>
          <a:prstGeom prst="rect">
            <a:avLst/>
          </a:prstGeom>
          <a:solidFill>
            <a:srgbClr val="D9D9D9"/>
          </a:solid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800">
                <a:latin typeface="Calibri"/>
                <a:ea typeface="Calibri"/>
                <a:cs typeface="Calibri"/>
                <a:sym typeface="Calibri"/>
              </a:rPr>
              <a:t>2</a:t>
            </a:r>
            <a:endParaRPr sz="1800">
              <a:latin typeface="Calibri"/>
              <a:ea typeface="Calibri"/>
              <a:cs typeface="Calibri"/>
              <a:sym typeface="Calibri"/>
            </a:endParaRPr>
          </a:p>
        </p:txBody>
      </p:sp>
      <p:sp>
        <p:nvSpPr>
          <p:cNvPr id="1029" name="Google Shape;1029;p67"/>
          <p:cNvSpPr/>
          <p:nvPr/>
        </p:nvSpPr>
        <p:spPr>
          <a:xfrm>
            <a:off x="3319364" y="2892875"/>
            <a:ext cx="495300" cy="495300"/>
          </a:xfrm>
          <a:prstGeom prst="rect">
            <a:avLst/>
          </a:prstGeom>
          <a:solidFill>
            <a:srgbClr val="D9D9D9"/>
          </a:solid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800">
                <a:latin typeface="Calibri"/>
                <a:ea typeface="Calibri"/>
                <a:cs typeface="Calibri"/>
                <a:sym typeface="Calibri"/>
              </a:rPr>
              <a:t>15</a:t>
            </a:r>
            <a:endParaRPr sz="1800">
              <a:latin typeface="Calibri"/>
              <a:ea typeface="Calibri"/>
              <a:cs typeface="Calibri"/>
              <a:sym typeface="Calibri"/>
            </a:endParaRPr>
          </a:p>
        </p:txBody>
      </p:sp>
      <p:sp>
        <p:nvSpPr>
          <p:cNvPr id="1030" name="Google Shape;1030;p67"/>
          <p:cNvSpPr/>
          <p:nvPr/>
        </p:nvSpPr>
        <p:spPr>
          <a:xfrm>
            <a:off x="3808705" y="2892875"/>
            <a:ext cx="495300" cy="495300"/>
          </a:xfrm>
          <a:prstGeom prst="rect">
            <a:avLst/>
          </a:prstGeom>
          <a:solidFill>
            <a:srgbClr val="D9D9D9"/>
          </a:solid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800">
                <a:latin typeface="Calibri"/>
                <a:ea typeface="Calibri"/>
                <a:cs typeface="Calibri"/>
                <a:sym typeface="Calibri"/>
              </a:rPr>
              <a:t>17</a:t>
            </a:r>
            <a:endParaRPr sz="1800">
              <a:latin typeface="Calibri"/>
              <a:ea typeface="Calibri"/>
              <a:cs typeface="Calibri"/>
              <a:sym typeface="Calibri"/>
            </a:endParaRPr>
          </a:p>
        </p:txBody>
      </p:sp>
      <p:sp>
        <p:nvSpPr>
          <p:cNvPr id="1031" name="Google Shape;1031;p67"/>
          <p:cNvSpPr/>
          <p:nvPr/>
        </p:nvSpPr>
        <p:spPr>
          <a:xfrm>
            <a:off x="4293894" y="2892875"/>
            <a:ext cx="495300" cy="495300"/>
          </a:xfrm>
          <a:prstGeom prst="rect">
            <a:avLst/>
          </a:prstGeom>
          <a:solidFill>
            <a:srgbClr val="D9D9D9"/>
          </a:solid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800">
                <a:latin typeface="Calibri"/>
                <a:ea typeface="Calibri"/>
                <a:cs typeface="Calibri"/>
                <a:sym typeface="Calibri"/>
              </a:rPr>
              <a:t>17</a:t>
            </a:r>
            <a:endParaRPr sz="1800">
              <a:latin typeface="Calibri"/>
              <a:ea typeface="Calibri"/>
              <a:cs typeface="Calibri"/>
              <a:sym typeface="Calibri"/>
            </a:endParaRPr>
          </a:p>
        </p:txBody>
      </p:sp>
      <p:sp>
        <p:nvSpPr>
          <p:cNvPr id="1032" name="Google Shape;1032;p67"/>
          <p:cNvSpPr/>
          <p:nvPr/>
        </p:nvSpPr>
        <p:spPr>
          <a:xfrm>
            <a:off x="4778636" y="2892875"/>
            <a:ext cx="495300" cy="495300"/>
          </a:xfrm>
          <a:prstGeom prst="rect">
            <a:avLst/>
          </a:prstGeom>
          <a:solidFill>
            <a:srgbClr val="D9D9D9"/>
          </a:solid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800">
                <a:latin typeface="Calibri"/>
                <a:ea typeface="Calibri"/>
                <a:cs typeface="Calibri"/>
                <a:sym typeface="Calibri"/>
              </a:rPr>
              <a:t>19</a:t>
            </a:r>
            <a:endParaRPr sz="1800">
              <a:latin typeface="Calibri"/>
              <a:ea typeface="Calibri"/>
              <a:cs typeface="Calibri"/>
              <a:sym typeface="Calibri"/>
            </a:endParaRPr>
          </a:p>
        </p:txBody>
      </p:sp>
      <p:sp>
        <p:nvSpPr>
          <p:cNvPr id="1033" name="Google Shape;1033;p67"/>
          <p:cNvSpPr/>
          <p:nvPr/>
        </p:nvSpPr>
        <p:spPr>
          <a:xfrm>
            <a:off x="5263825" y="2892875"/>
            <a:ext cx="495300" cy="495300"/>
          </a:xfrm>
          <a:prstGeom prst="rect">
            <a:avLst/>
          </a:prstGeom>
          <a:solidFill>
            <a:srgbClr val="D9D9D9"/>
          </a:solid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800">
                <a:latin typeface="Calibri"/>
                <a:ea typeface="Calibri"/>
                <a:cs typeface="Calibri"/>
                <a:sym typeface="Calibri"/>
              </a:rPr>
              <a:t>26</a:t>
            </a:r>
            <a:endParaRPr sz="1800">
              <a:latin typeface="Calibri"/>
              <a:ea typeface="Calibri"/>
              <a:cs typeface="Calibri"/>
              <a:sym typeface="Calibri"/>
            </a:endParaRPr>
          </a:p>
        </p:txBody>
      </p:sp>
      <p:sp>
        <p:nvSpPr>
          <p:cNvPr id="1034" name="Google Shape;1034;p67"/>
          <p:cNvSpPr/>
          <p:nvPr/>
        </p:nvSpPr>
        <p:spPr>
          <a:xfrm>
            <a:off x="5753166" y="2892875"/>
            <a:ext cx="495300" cy="495300"/>
          </a:xfrm>
          <a:prstGeom prst="rect">
            <a:avLst/>
          </a:prstGeom>
          <a:solidFill>
            <a:srgbClr val="D9D9D9"/>
          </a:solid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800">
                <a:latin typeface="Calibri"/>
                <a:ea typeface="Calibri"/>
                <a:cs typeface="Calibri"/>
                <a:sym typeface="Calibri"/>
              </a:rPr>
              <a:t>32</a:t>
            </a:r>
            <a:endParaRPr sz="1800">
              <a:latin typeface="Calibri"/>
              <a:ea typeface="Calibri"/>
              <a:cs typeface="Calibri"/>
              <a:sym typeface="Calibri"/>
            </a:endParaRPr>
          </a:p>
        </p:txBody>
      </p:sp>
      <p:sp>
        <p:nvSpPr>
          <p:cNvPr id="1035" name="Google Shape;1035;p67"/>
          <p:cNvSpPr/>
          <p:nvPr/>
        </p:nvSpPr>
        <p:spPr>
          <a:xfrm>
            <a:off x="6238355" y="2892875"/>
            <a:ext cx="495300" cy="495300"/>
          </a:xfrm>
          <a:prstGeom prst="rect">
            <a:avLst/>
          </a:prstGeom>
          <a:solidFill>
            <a:srgbClr val="D9D9D9"/>
          </a:solid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800">
                <a:latin typeface="Calibri"/>
                <a:ea typeface="Calibri"/>
                <a:cs typeface="Calibri"/>
                <a:sym typeface="Calibri"/>
              </a:rPr>
              <a:t>41</a:t>
            </a:r>
            <a:endParaRPr sz="1800">
              <a:latin typeface="Calibri"/>
              <a:ea typeface="Calibri"/>
              <a:cs typeface="Calibri"/>
              <a:sym typeface="Calibri"/>
            </a:endParaRPr>
          </a:p>
        </p:txBody>
      </p:sp>
      <p:sp>
        <p:nvSpPr>
          <p:cNvPr id="1036" name="Google Shape;1036;p67"/>
          <p:cNvSpPr/>
          <p:nvPr/>
        </p:nvSpPr>
        <p:spPr>
          <a:xfrm>
            <a:off x="6727730" y="2892875"/>
            <a:ext cx="495300" cy="495300"/>
          </a:xfrm>
          <a:prstGeom prst="rect">
            <a:avLst/>
          </a:prstGeom>
          <a:solidFill>
            <a:schemeClr val="accent3"/>
          </a:solid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800">
                <a:latin typeface="Calibri"/>
                <a:ea typeface="Calibri"/>
                <a:cs typeface="Calibri"/>
                <a:sym typeface="Calibri"/>
              </a:rPr>
              <a:t>17</a:t>
            </a:r>
            <a:endParaRPr sz="1800">
              <a:latin typeface="Calibri"/>
              <a:ea typeface="Calibri"/>
              <a:cs typeface="Calibri"/>
              <a:sym typeface="Calibri"/>
            </a:endParaRPr>
          </a:p>
        </p:txBody>
      </p:sp>
      <p:sp>
        <p:nvSpPr>
          <p:cNvPr id="1037" name="Google Shape;1037;p67"/>
          <p:cNvSpPr txBox="1"/>
          <p:nvPr/>
        </p:nvSpPr>
        <p:spPr>
          <a:xfrm>
            <a:off x="6840036" y="3364800"/>
            <a:ext cx="495300" cy="4953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600">
                <a:latin typeface="Consolas"/>
                <a:ea typeface="Consolas"/>
                <a:cs typeface="Consolas"/>
                <a:sym typeface="Consolas"/>
              </a:rPr>
              <a:t>i</a:t>
            </a:r>
            <a:endParaRPr sz="1600">
              <a:latin typeface="Consolas"/>
              <a:ea typeface="Consolas"/>
              <a:cs typeface="Consolas"/>
              <a:sym typeface="Consolas"/>
            </a:endParaRPr>
          </a:p>
        </p:txBody>
      </p:sp>
      <p:sp>
        <p:nvSpPr>
          <p:cNvPr id="1038" name="Google Shape;1038;p67"/>
          <p:cNvSpPr txBox="1"/>
          <p:nvPr/>
        </p:nvSpPr>
        <p:spPr>
          <a:xfrm>
            <a:off x="6851134" y="3706834"/>
            <a:ext cx="495300" cy="4953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600">
                <a:latin typeface="Consolas"/>
                <a:ea typeface="Consolas"/>
                <a:cs typeface="Consolas"/>
                <a:sym typeface="Consolas"/>
              </a:rPr>
              <a:t>j</a:t>
            </a:r>
            <a:endParaRPr sz="1600">
              <a:latin typeface="Consolas"/>
              <a:ea typeface="Consolas"/>
              <a:cs typeface="Consolas"/>
              <a:sym typeface="Consolas"/>
            </a:endParaRPr>
          </a:p>
        </p:txBody>
      </p:sp>
      <p:sp>
        <p:nvSpPr>
          <p:cNvPr id="1039" name="Google Shape;1039;p67"/>
          <p:cNvSpPr/>
          <p:nvPr/>
        </p:nvSpPr>
        <p:spPr>
          <a:xfrm rot="-5400000">
            <a:off x="6859975" y="2489175"/>
            <a:ext cx="260700" cy="430800"/>
          </a:xfrm>
          <a:prstGeom prst="rightBrace">
            <a:avLst>
              <a:gd name="adj1" fmla="val 8333"/>
              <a:gd name="adj2" fmla="val 50000"/>
            </a:avLst>
          </a:prstGeom>
          <a:noFill/>
          <a:ln w="19050" cap="flat" cmpd="sng">
            <a:solidFill>
              <a:srgbClr val="66666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0" name="Google Shape;1040;p67"/>
          <p:cNvSpPr/>
          <p:nvPr/>
        </p:nvSpPr>
        <p:spPr>
          <a:xfrm rot="-5400000">
            <a:off x="4640600" y="779925"/>
            <a:ext cx="260700" cy="3849300"/>
          </a:xfrm>
          <a:prstGeom prst="rightBrace">
            <a:avLst>
              <a:gd name="adj1" fmla="val 8333"/>
              <a:gd name="adj2" fmla="val 50000"/>
            </a:avLst>
          </a:prstGeom>
          <a:noFill/>
          <a:ln w="19050" cap="flat" cmpd="sng">
            <a:solidFill>
              <a:srgbClr val="66666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1" name="Google Shape;1041;p67"/>
          <p:cNvSpPr txBox="1"/>
          <p:nvPr/>
        </p:nvSpPr>
        <p:spPr>
          <a:xfrm>
            <a:off x="4451942" y="2237025"/>
            <a:ext cx="849900" cy="3372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a:t>sorted</a:t>
            </a:r>
            <a:endParaRPr/>
          </a:p>
        </p:txBody>
      </p:sp>
      <p:sp>
        <p:nvSpPr>
          <p:cNvPr id="1042" name="Google Shape;1042;p67"/>
          <p:cNvSpPr txBox="1"/>
          <p:nvPr/>
        </p:nvSpPr>
        <p:spPr>
          <a:xfrm>
            <a:off x="166800" y="4316400"/>
            <a:ext cx="8972700" cy="827100"/>
          </a:xfrm>
          <a:prstGeom prst="rect">
            <a:avLst/>
          </a:prstGeom>
          <a:noFill/>
          <a:ln>
            <a:noFill/>
          </a:ln>
        </p:spPr>
        <p:txBody>
          <a:bodyPr spcFirstLastPara="1" wrap="square" lIns="91425" tIns="91425" rIns="91425" bIns="91425" anchor="ctr" anchorCtr="0">
            <a:noAutofit/>
          </a:bodyPr>
          <a:lstStyle/>
          <a:p>
            <a:pPr marL="0" lvl="0" indent="0" algn="l" rtl="0">
              <a:spcBef>
                <a:spcPts val="480"/>
              </a:spcBef>
              <a:spcAft>
                <a:spcPts val="0"/>
              </a:spcAft>
              <a:buNone/>
            </a:pPr>
            <a:r>
              <a:rPr lang="en" sz="1800">
                <a:solidFill>
                  <a:schemeClr val="dk1"/>
                </a:solidFill>
                <a:latin typeface="Roboto"/>
                <a:ea typeface="Roboto"/>
                <a:cs typeface="Roboto"/>
                <a:sym typeface="Roboto"/>
              </a:rPr>
              <a:t>In example above: Use j pointer to track current spot of traveling item.</a:t>
            </a:r>
            <a:endParaRPr sz="1800">
              <a:latin typeface="Roboto"/>
              <a:ea typeface="Roboto"/>
              <a:cs typeface="Roboto"/>
              <a:sym typeface="Roboto"/>
            </a:endParaRPr>
          </a:p>
        </p:txBody>
      </p:sp>
      <p:sp>
        <p:nvSpPr>
          <p:cNvPr id="1043" name="Google Shape;1043;p67"/>
          <p:cNvSpPr txBox="1"/>
          <p:nvPr/>
        </p:nvSpPr>
        <p:spPr>
          <a:xfrm>
            <a:off x="6404275" y="2237025"/>
            <a:ext cx="1172100" cy="3372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a:latin typeface="Roboto"/>
                <a:ea typeface="Roboto"/>
                <a:cs typeface="Roboto"/>
                <a:sym typeface="Roboto"/>
              </a:rPr>
              <a:t>unexamined</a:t>
            </a:r>
            <a:endParaRPr>
              <a:latin typeface="Roboto"/>
              <a:ea typeface="Roboto"/>
              <a:cs typeface="Roboto"/>
              <a:sym typeface="Roboto"/>
            </a:endParaRPr>
          </a:p>
        </p:txBody>
      </p:sp>
      <p:sp>
        <p:nvSpPr>
          <p:cNvPr id="1044" name="Google Shape;1044;p67"/>
          <p:cNvSpPr txBox="1"/>
          <p:nvPr/>
        </p:nvSpPr>
        <p:spPr>
          <a:xfrm>
            <a:off x="1294775" y="2892875"/>
            <a:ext cx="948300" cy="4953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sz="1800">
                <a:latin typeface="Roboto"/>
                <a:ea typeface="Roboto"/>
                <a:cs typeface="Roboto"/>
                <a:sym typeface="Roboto"/>
              </a:rPr>
              <a:t>Input:</a:t>
            </a:r>
            <a:endParaRPr sz="1800">
              <a:latin typeface="Roboto"/>
              <a:ea typeface="Roboto"/>
              <a:cs typeface="Roboto"/>
              <a:sym typeface="Roboto"/>
            </a:endParaRPr>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Shape 1048"/>
        <p:cNvGrpSpPr/>
        <p:nvPr/>
      </p:nvGrpSpPr>
      <p:grpSpPr>
        <a:xfrm>
          <a:off x="0" y="0"/>
          <a:ext cx="0" cy="0"/>
          <a:chOff x="0" y="0"/>
          <a:chExt cx="0" cy="0"/>
        </a:xfrm>
      </p:grpSpPr>
      <p:sp>
        <p:nvSpPr>
          <p:cNvPr id="1049" name="Google Shape;1049;p68"/>
          <p:cNvSpPr txBox="1">
            <a:spLocks noGrp="1"/>
          </p:cNvSpPr>
          <p:nvPr>
            <p:ph type="title"/>
          </p:nvPr>
        </p:nvSpPr>
        <p:spPr>
          <a:xfrm>
            <a:off x="0" y="0"/>
            <a:ext cx="8520600" cy="3936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buFont typeface="Arial"/>
              <a:buNone/>
            </a:pPr>
            <a:r>
              <a:rPr lang="en"/>
              <a:t>In-place Insertion Sort</a:t>
            </a:r>
            <a:endParaRPr/>
          </a:p>
        </p:txBody>
      </p:sp>
      <p:sp>
        <p:nvSpPr>
          <p:cNvPr id="1050" name="Google Shape;1050;p68"/>
          <p:cNvSpPr txBox="1">
            <a:spLocks noGrp="1"/>
          </p:cNvSpPr>
          <p:nvPr>
            <p:ph type="body" idx="1"/>
          </p:nvPr>
        </p:nvSpPr>
        <p:spPr>
          <a:xfrm>
            <a:off x="107044" y="402200"/>
            <a:ext cx="8520600" cy="3416400"/>
          </a:xfrm>
          <a:prstGeom prst="rect">
            <a:avLst/>
          </a:prstGeom>
        </p:spPr>
        <p:txBody>
          <a:bodyPr spcFirstLastPara="1" wrap="square" lIns="91425" tIns="91425" rIns="91425" bIns="91425" anchor="t" anchorCtr="0">
            <a:noAutofit/>
          </a:bodyPr>
          <a:lstStyle/>
          <a:p>
            <a:pPr marL="0" lvl="0" indent="0" algn="l" rtl="0">
              <a:spcBef>
                <a:spcPts val="600"/>
              </a:spcBef>
              <a:spcAft>
                <a:spcPts val="0"/>
              </a:spcAft>
              <a:buNone/>
            </a:pPr>
            <a:r>
              <a:rPr lang="en"/>
              <a:t>General strategy: </a:t>
            </a:r>
            <a:endParaRPr/>
          </a:p>
          <a:p>
            <a:pPr marL="457200" lvl="0" indent="-342900" algn="l" rtl="0">
              <a:spcBef>
                <a:spcPts val="600"/>
              </a:spcBef>
              <a:spcAft>
                <a:spcPts val="0"/>
              </a:spcAft>
              <a:buSzPts val="1800"/>
              <a:buChar char="●"/>
            </a:pPr>
            <a:r>
              <a:rPr lang="en"/>
              <a:t>Repeat for i = 0 to N - 1:</a:t>
            </a:r>
            <a:endParaRPr/>
          </a:p>
          <a:p>
            <a:pPr marL="914400" lvl="1" indent="-342900" algn="l" rtl="0">
              <a:spcBef>
                <a:spcPts val="0"/>
              </a:spcBef>
              <a:spcAft>
                <a:spcPts val="0"/>
              </a:spcAft>
              <a:buSzPts val="1800"/>
              <a:buChar char="○"/>
            </a:pPr>
            <a:r>
              <a:rPr lang="en"/>
              <a:t>Designate item i as the traveling item.</a:t>
            </a:r>
            <a:endParaRPr/>
          </a:p>
          <a:p>
            <a:pPr marL="914400" lvl="1" indent="-342900" algn="l" rtl="0">
              <a:spcBef>
                <a:spcPts val="600"/>
              </a:spcBef>
              <a:spcAft>
                <a:spcPts val="0"/>
              </a:spcAft>
              <a:buSzPts val="1800"/>
              <a:buChar char="○"/>
            </a:pPr>
            <a:r>
              <a:rPr lang="en" b="1"/>
              <a:t>Swap item backwards until traveller is in the right place among all previously examined items.</a:t>
            </a:r>
            <a:endParaRPr b="1"/>
          </a:p>
        </p:txBody>
      </p:sp>
      <p:sp>
        <p:nvSpPr>
          <p:cNvPr id="1051" name="Google Shape;1051;p68"/>
          <p:cNvSpPr/>
          <p:nvPr/>
        </p:nvSpPr>
        <p:spPr>
          <a:xfrm>
            <a:off x="2834175" y="2892875"/>
            <a:ext cx="495300" cy="495300"/>
          </a:xfrm>
          <a:prstGeom prst="rect">
            <a:avLst/>
          </a:prstGeom>
          <a:solidFill>
            <a:srgbClr val="D9D9D9"/>
          </a:solid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800">
                <a:latin typeface="Calibri"/>
                <a:ea typeface="Calibri"/>
                <a:cs typeface="Calibri"/>
                <a:sym typeface="Calibri"/>
              </a:rPr>
              <a:t>2</a:t>
            </a:r>
            <a:endParaRPr sz="1800">
              <a:latin typeface="Calibri"/>
              <a:ea typeface="Calibri"/>
              <a:cs typeface="Calibri"/>
              <a:sym typeface="Calibri"/>
            </a:endParaRPr>
          </a:p>
        </p:txBody>
      </p:sp>
      <p:sp>
        <p:nvSpPr>
          <p:cNvPr id="1052" name="Google Shape;1052;p68"/>
          <p:cNvSpPr/>
          <p:nvPr/>
        </p:nvSpPr>
        <p:spPr>
          <a:xfrm>
            <a:off x="3319364" y="2892875"/>
            <a:ext cx="495300" cy="495300"/>
          </a:xfrm>
          <a:prstGeom prst="rect">
            <a:avLst/>
          </a:prstGeom>
          <a:solidFill>
            <a:srgbClr val="D9D9D9"/>
          </a:solid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800">
                <a:latin typeface="Calibri"/>
                <a:ea typeface="Calibri"/>
                <a:cs typeface="Calibri"/>
                <a:sym typeface="Calibri"/>
              </a:rPr>
              <a:t>15</a:t>
            </a:r>
            <a:endParaRPr sz="1800">
              <a:latin typeface="Calibri"/>
              <a:ea typeface="Calibri"/>
              <a:cs typeface="Calibri"/>
              <a:sym typeface="Calibri"/>
            </a:endParaRPr>
          </a:p>
        </p:txBody>
      </p:sp>
      <p:sp>
        <p:nvSpPr>
          <p:cNvPr id="1053" name="Google Shape;1053;p68"/>
          <p:cNvSpPr/>
          <p:nvPr/>
        </p:nvSpPr>
        <p:spPr>
          <a:xfrm>
            <a:off x="3808705" y="2892875"/>
            <a:ext cx="495300" cy="495300"/>
          </a:xfrm>
          <a:prstGeom prst="rect">
            <a:avLst/>
          </a:prstGeom>
          <a:solidFill>
            <a:srgbClr val="D9D9D9"/>
          </a:solid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800">
                <a:latin typeface="Calibri"/>
                <a:ea typeface="Calibri"/>
                <a:cs typeface="Calibri"/>
                <a:sym typeface="Calibri"/>
              </a:rPr>
              <a:t>17</a:t>
            </a:r>
            <a:endParaRPr sz="1800">
              <a:latin typeface="Calibri"/>
              <a:ea typeface="Calibri"/>
              <a:cs typeface="Calibri"/>
              <a:sym typeface="Calibri"/>
            </a:endParaRPr>
          </a:p>
        </p:txBody>
      </p:sp>
      <p:sp>
        <p:nvSpPr>
          <p:cNvPr id="1054" name="Google Shape;1054;p68"/>
          <p:cNvSpPr/>
          <p:nvPr/>
        </p:nvSpPr>
        <p:spPr>
          <a:xfrm>
            <a:off x="4293894" y="2892875"/>
            <a:ext cx="495300" cy="495300"/>
          </a:xfrm>
          <a:prstGeom prst="rect">
            <a:avLst/>
          </a:prstGeom>
          <a:solidFill>
            <a:srgbClr val="D9D9D9"/>
          </a:solid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800">
                <a:latin typeface="Calibri"/>
                <a:ea typeface="Calibri"/>
                <a:cs typeface="Calibri"/>
                <a:sym typeface="Calibri"/>
              </a:rPr>
              <a:t>17</a:t>
            </a:r>
            <a:endParaRPr sz="1800">
              <a:latin typeface="Calibri"/>
              <a:ea typeface="Calibri"/>
              <a:cs typeface="Calibri"/>
              <a:sym typeface="Calibri"/>
            </a:endParaRPr>
          </a:p>
        </p:txBody>
      </p:sp>
      <p:sp>
        <p:nvSpPr>
          <p:cNvPr id="1055" name="Google Shape;1055;p68"/>
          <p:cNvSpPr/>
          <p:nvPr/>
        </p:nvSpPr>
        <p:spPr>
          <a:xfrm>
            <a:off x="4778636" y="2892875"/>
            <a:ext cx="495300" cy="495300"/>
          </a:xfrm>
          <a:prstGeom prst="rect">
            <a:avLst/>
          </a:prstGeom>
          <a:solidFill>
            <a:srgbClr val="D9D9D9"/>
          </a:solid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800">
                <a:latin typeface="Calibri"/>
                <a:ea typeface="Calibri"/>
                <a:cs typeface="Calibri"/>
                <a:sym typeface="Calibri"/>
              </a:rPr>
              <a:t>19</a:t>
            </a:r>
            <a:endParaRPr sz="1800">
              <a:latin typeface="Calibri"/>
              <a:ea typeface="Calibri"/>
              <a:cs typeface="Calibri"/>
              <a:sym typeface="Calibri"/>
            </a:endParaRPr>
          </a:p>
        </p:txBody>
      </p:sp>
      <p:sp>
        <p:nvSpPr>
          <p:cNvPr id="1056" name="Google Shape;1056;p68"/>
          <p:cNvSpPr/>
          <p:nvPr/>
        </p:nvSpPr>
        <p:spPr>
          <a:xfrm>
            <a:off x="5263825" y="2892875"/>
            <a:ext cx="495300" cy="495300"/>
          </a:xfrm>
          <a:prstGeom prst="rect">
            <a:avLst/>
          </a:prstGeom>
          <a:solidFill>
            <a:srgbClr val="D9D9D9"/>
          </a:solid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800">
                <a:latin typeface="Calibri"/>
                <a:ea typeface="Calibri"/>
                <a:cs typeface="Calibri"/>
                <a:sym typeface="Calibri"/>
              </a:rPr>
              <a:t>26</a:t>
            </a:r>
            <a:endParaRPr sz="1800">
              <a:latin typeface="Calibri"/>
              <a:ea typeface="Calibri"/>
              <a:cs typeface="Calibri"/>
              <a:sym typeface="Calibri"/>
            </a:endParaRPr>
          </a:p>
        </p:txBody>
      </p:sp>
      <p:sp>
        <p:nvSpPr>
          <p:cNvPr id="1057" name="Google Shape;1057;p68"/>
          <p:cNvSpPr/>
          <p:nvPr/>
        </p:nvSpPr>
        <p:spPr>
          <a:xfrm>
            <a:off x="5753166" y="2892875"/>
            <a:ext cx="495300" cy="495300"/>
          </a:xfrm>
          <a:prstGeom prst="rect">
            <a:avLst/>
          </a:prstGeom>
          <a:solidFill>
            <a:srgbClr val="D9D9D9"/>
          </a:solid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800">
                <a:latin typeface="Calibri"/>
                <a:ea typeface="Calibri"/>
                <a:cs typeface="Calibri"/>
                <a:sym typeface="Calibri"/>
              </a:rPr>
              <a:t>32</a:t>
            </a:r>
            <a:endParaRPr sz="1800">
              <a:latin typeface="Calibri"/>
              <a:ea typeface="Calibri"/>
              <a:cs typeface="Calibri"/>
              <a:sym typeface="Calibri"/>
            </a:endParaRPr>
          </a:p>
        </p:txBody>
      </p:sp>
      <p:sp>
        <p:nvSpPr>
          <p:cNvPr id="1058" name="Google Shape;1058;p68"/>
          <p:cNvSpPr/>
          <p:nvPr/>
        </p:nvSpPr>
        <p:spPr>
          <a:xfrm>
            <a:off x="6238355" y="2892875"/>
            <a:ext cx="495300" cy="495300"/>
          </a:xfrm>
          <a:prstGeom prst="rect">
            <a:avLst/>
          </a:prstGeom>
          <a:solidFill>
            <a:srgbClr val="D9D9D9"/>
          </a:solid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800">
                <a:latin typeface="Calibri"/>
                <a:ea typeface="Calibri"/>
                <a:cs typeface="Calibri"/>
                <a:sym typeface="Calibri"/>
              </a:rPr>
              <a:t>41</a:t>
            </a:r>
            <a:endParaRPr sz="1800">
              <a:latin typeface="Calibri"/>
              <a:ea typeface="Calibri"/>
              <a:cs typeface="Calibri"/>
              <a:sym typeface="Calibri"/>
            </a:endParaRPr>
          </a:p>
        </p:txBody>
      </p:sp>
      <p:sp>
        <p:nvSpPr>
          <p:cNvPr id="1059" name="Google Shape;1059;p68"/>
          <p:cNvSpPr/>
          <p:nvPr/>
        </p:nvSpPr>
        <p:spPr>
          <a:xfrm>
            <a:off x="6727730" y="2892875"/>
            <a:ext cx="495300" cy="495300"/>
          </a:xfrm>
          <a:prstGeom prst="rect">
            <a:avLst/>
          </a:prstGeom>
          <a:solidFill>
            <a:schemeClr val="accent3"/>
          </a:solid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800">
                <a:latin typeface="Calibri"/>
                <a:ea typeface="Calibri"/>
                <a:cs typeface="Calibri"/>
                <a:sym typeface="Calibri"/>
              </a:rPr>
              <a:t>17</a:t>
            </a:r>
            <a:endParaRPr sz="1800">
              <a:latin typeface="Calibri"/>
              <a:ea typeface="Calibri"/>
              <a:cs typeface="Calibri"/>
              <a:sym typeface="Calibri"/>
            </a:endParaRPr>
          </a:p>
        </p:txBody>
      </p:sp>
      <p:sp>
        <p:nvSpPr>
          <p:cNvPr id="1060" name="Google Shape;1060;p68"/>
          <p:cNvSpPr txBox="1"/>
          <p:nvPr/>
        </p:nvSpPr>
        <p:spPr>
          <a:xfrm>
            <a:off x="6840036" y="3364800"/>
            <a:ext cx="495300" cy="4953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600">
                <a:latin typeface="Consolas"/>
                <a:ea typeface="Consolas"/>
                <a:cs typeface="Consolas"/>
                <a:sym typeface="Consolas"/>
              </a:rPr>
              <a:t>i</a:t>
            </a:r>
            <a:endParaRPr sz="1600">
              <a:latin typeface="Consolas"/>
              <a:ea typeface="Consolas"/>
              <a:cs typeface="Consolas"/>
              <a:sym typeface="Consolas"/>
            </a:endParaRPr>
          </a:p>
        </p:txBody>
      </p:sp>
      <p:sp>
        <p:nvSpPr>
          <p:cNvPr id="1061" name="Google Shape;1061;p68"/>
          <p:cNvSpPr txBox="1"/>
          <p:nvPr/>
        </p:nvSpPr>
        <p:spPr>
          <a:xfrm>
            <a:off x="6851134" y="3706834"/>
            <a:ext cx="495300" cy="4953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600">
                <a:latin typeface="Consolas"/>
                <a:ea typeface="Consolas"/>
                <a:cs typeface="Consolas"/>
                <a:sym typeface="Consolas"/>
              </a:rPr>
              <a:t>j</a:t>
            </a:r>
            <a:endParaRPr sz="1600">
              <a:latin typeface="Consolas"/>
              <a:ea typeface="Consolas"/>
              <a:cs typeface="Consolas"/>
              <a:sym typeface="Consolas"/>
            </a:endParaRPr>
          </a:p>
        </p:txBody>
      </p:sp>
      <p:sp>
        <p:nvSpPr>
          <p:cNvPr id="1062" name="Google Shape;1062;p68"/>
          <p:cNvSpPr/>
          <p:nvPr/>
        </p:nvSpPr>
        <p:spPr>
          <a:xfrm rot="-5400000">
            <a:off x="6859975" y="2489175"/>
            <a:ext cx="260700" cy="430800"/>
          </a:xfrm>
          <a:prstGeom prst="rightBrace">
            <a:avLst>
              <a:gd name="adj1" fmla="val 8333"/>
              <a:gd name="adj2" fmla="val 50000"/>
            </a:avLst>
          </a:prstGeom>
          <a:noFill/>
          <a:ln w="19050" cap="flat" cmpd="sng">
            <a:solidFill>
              <a:srgbClr val="66666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3" name="Google Shape;1063;p68"/>
          <p:cNvSpPr/>
          <p:nvPr/>
        </p:nvSpPr>
        <p:spPr>
          <a:xfrm rot="-5400000">
            <a:off x="4640600" y="779925"/>
            <a:ext cx="260700" cy="3849300"/>
          </a:xfrm>
          <a:prstGeom prst="rightBrace">
            <a:avLst>
              <a:gd name="adj1" fmla="val 8333"/>
              <a:gd name="adj2" fmla="val 50000"/>
            </a:avLst>
          </a:prstGeom>
          <a:noFill/>
          <a:ln w="19050" cap="flat" cmpd="sng">
            <a:solidFill>
              <a:srgbClr val="66666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4" name="Google Shape;1064;p68"/>
          <p:cNvSpPr txBox="1"/>
          <p:nvPr/>
        </p:nvSpPr>
        <p:spPr>
          <a:xfrm>
            <a:off x="4451942" y="2237025"/>
            <a:ext cx="849900" cy="3372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a:t>sorted</a:t>
            </a:r>
            <a:endParaRPr/>
          </a:p>
        </p:txBody>
      </p:sp>
      <p:sp>
        <p:nvSpPr>
          <p:cNvPr id="1065" name="Google Shape;1065;p68"/>
          <p:cNvSpPr txBox="1"/>
          <p:nvPr/>
        </p:nvSpPr>
        <p:spPr>
          <a:xfrm>
            <a:off x="166800" y="4316400"/>
            <a:ext cx="8972700" cy="827100"/>
          </a:xfrm>
          <a:prstGeom prst="rect">
            <a:avLst/>
          </a:prstGeom>
          <a:noFill/>
          <a:ln>
            <a:noFill/>
          </a:ln>
        </p:spPr>
        <p:txBody>
          <a:bodyPr spcFirstLastPara="1" wrap="square" lIns="91425" tIns="91425" rIns="91425" bIns="91425" anchor="ctr" anchorCtr="0">
            <a:noAutofit/>
          </a:bodyPr>
          <a:lstStyle/>
          <a:p>
            <a:pPr marL="0" lvl="0" indent="0" algn="l" rtl="0">
              <a:spcBef>
                <a:spcPts val="480"/>
              </a:spcBef>
              <a:spcAft>
                <a:spcPts val="0"/>
              </a:spcAft>
              <a:buNone/>
            </a:pPr>
            <a:r>
              <a:rPr lang="en" sz="1800">
                <a:solidFill>
                  <a:schemeClr val="dk1"/>
                </a:solidFill>
                <a:latin typeface="Roboto"/>
                <a:ea typeface="Roboto"/>
                <a:cs typeface="Roboto"/>
                <a:sym typeface="Roboto"/>
              </a:rPr>
              <a:t>In example above: Use j pointer to track current spot of traveling item.</a:t>
            </a:r>
            <a:endParaRPr sz="1800">
              <a:latin typeface="Roboto"/>
              <a:ea typeface="Roboto"/>
              <a:cs typeface="Roboto"/>
              <a:sym typeface="Roboto"/>
            </a:endParaRPr>
          </a:p>
        </p:txBody>
      </p:sp>
      <p:sp>
        <p:nvSpPr>
          <p:cNvPr id="1066" name="Google Shape;1066;p68"/>
          <p:cNvSpPr txBox="1"/>
          <p:nvPr/>
        </p:nvSpPr>
        <p:spPr>
          <a:xfrm>
            <a:off x="6404275" y="2237025"/>
            <a:ext cx="1172100" cy="3372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a:latin typeface="Roboto"/>
                <a:ea typeface="Roboto"/>
                <a:cs typeface="Roboto"/>
                <a:sym typeface="Roboto"/>
              </a:rPr>
              <a:t>unexamined</a:t>
            </a:r>
            <a:endParaRPr>
              <a:latin typeface="Roboto"/>
              <a:ea typeface="Roboto"/>
              <a:cs typeface="Roboto"/>
              <a:sym typeface="Roboto"/>
            </a:endParaRPr>
          </a:p>
        </p:txBody>
      </p:sp>
      <p:sp>
        <p:nvSpPr>
          <p:cNvPr id="1067" name="Google Shape;1067;p68"/>
          <p:cNvSpPr txBox="1"/>
          <p:nvPr/>
        </p:nvSpPr>
        <p:spPr>
          <a:xfrm>
            <a:off x="1294775" y="2892875"/>
            <a:ext cx="948300" cy="4953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sz="1800">
                <a:latin typeface="Roboto"/>
                <a:ea typeface="Roboto"/>
                <a:cs typeface="Roboto"/>
                <a:sym typeface="Roboto"/>
              </a:rPr>
              <a:t>Input:</a:t>
            </a:r>
            <a:endParaRPr sz="1800">
              <a:latin typeface="Roboto"/>
              <a:ea typeface="Roboto"/>
              <a:cs typeface="Roboto"/>
              <a:sym typeface="Roboto"/>
            </a:endParaRPr>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Shape 1071"/>
        <p:cNvGrpSpPr/>
        <p:nvPr/>
      </p:nvGrpSpPr>
      <p:grpSpPr>
        <a:xfrm>
          <a:off x="0" y="0"/>
          <a:ext cx="0" cy="0"/>
          <a:chOff x="0" y="0"/>
          <a:chExt cx="0" cy="0"/>
        </a:xfrm>
      </p:grpSpPr>
      <p:sp>
        <p:nvSpPr>
          <p:cNvPr id="1072" name="Google Shape;1072;p69"/>
          <p:cNvSpPr txBox="1">
            <a:spLocks noGrp="1"/>
          </p:cNvSpPr>
          <p:nvPr>
            <p:ph type="title"/>
          </p:nvPr>
        </p:nvSpPr>
        <p:spPr>
          <a:xfrm>
            <a:off x="0" y="0"/>
            <a:ext cx="8520600" cy="3936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buFont typeface="Arial"/>
              <a:buNone/>
            </a:pPr>
            <a:r>
              <a:rPr lang="en"/>
              <a:t>In-place Insertion Sort</a:t>
            </a:r>
            <a:endParaRPr/>
          </a:p>
        </p:txBody>
      </p:sp>
      <p:sp>
        <p:nvSpPr>
          <p:cNvPr id="1073" name="Google Shape;1073;p69"/>
          <p:cNvSpPr txBox="1">
            <a:spLocks noGrp="1"/>
          </p:cNvSpPr>
          <p:nvPr>
            <p:ph type="body" idx="1"/>
          </p:nvPr>
        </p:nvSpPr>
        <p:spPr>
          <a:xfrm>
            <a:off x="107044" y="402200"/>
            <a:ext cx="8520600" cy="3416400"/>
          </a:xfrm>
          <a:prstGeom prst="rect">
            <a:avLst/>
          </a:prstGeom>
        </p:spPr>
        <p:txBody>
          <a:bodyPr spcFirstLastPara="1" wrap="square" lIns="91425" tIns="91425" rIns="91425" bIns="91425" anchor="t" anchorCtr="0">
            <a:noAutofit/>
          </a:bodyPr>
          <a:lstStyle/>
          <a:p>
            <a:pPr marL="0" lvl="0" indent="0" algn="l" rtl="0">
              <a:spcBef>
                <a:spcPts val="600"/>
              </a:spcBef>
              <a:spcAft>
                <a:spcPts val="0"/>
              </a:spcAft>
              <a:buNone/>
            </a:pPr>
            <a:r>
              <a:rPr lang="en"/>
              <a:t>General strategy: </a:t>
            </a:r>
            <a:endParaRPr/>
          </a:p>
          <a:p>
            <a:pPr marL="457200" lvl="0" indent="-342900" algn="l" rtl="0">
              <a:spcBef>
                <a:spcPts val="600"/>
              </a:spcBef>
              <a:spcAft>
                <a:spcPts val="0"/>
              </a:spcAft>
              <a:buSzPts val="1800"/>
              <a:buChar char="●"/>
            </a:pPr>
            <a:r>
              <a:rPr lang="en"/>
              <a:t>Repeat for i = 0 to N - 1:</a:t>
            </a:r>
            <a:endParaRPr/>
          </a:p>
          <a:p>
            <a:pPr marL="914400" lvl="1" indent="-342900" algn="l" rtl="0">
              <a:spcBef>
                <a:spcPts val="0"/>
              </a:spcBef>
              <a:spcAft>
                <a:spcPts val="0"/>
              </a:spcAft>
              <a:buSzPts val="1800"/>
              <a:buChar char="○"/>
            </a:pPr>
            <a:r>
              <a:rPr lang="en"/>
              <a:t>Designate item i as the traveling item.</a:t>
            </a:r>
            <a:endParaRPr/>
          </a:p>
          <a:p>
            <a:pPr marL="914400" lvl="1" indent="-342900" algn="l" rtl="0">
              <a:spcBef>
                <a:spcPts val="600"/>
              </a:spcBef>
              <a:spcAft>
                <a:spcPts val="0"/>
              </a:spcAft>
              <a:buSzPts val="1800"/>
              <a:buChar char="○"/>
            </a:pPr>
            <a:r>
              <a:rPr lang="en" b="1"/>
              <a:t>Swap item backwards until traveller is in the right place among all previously examined items.</a:t>
            </a:r>
            <a:endParaRPr b="1"/>
          </a:p>
        </p:txBody>
      </p:sp>
      <p:sp>
        <p:nvSpPr>
          <p:cNvPr id="1074" name="Google Shape;1074;p69"/>
          <p:cNvSpPr/>
          <p:nvPr/>
        </p:nvSpPr>
        <p:spPr>
          <a:xfrm>
            <a:off x="2834175" y="2892875"/>
            <a:ext cx="495300" cy="495300"/>
          </a:xfrm>
          <a:prstGeom prst="rect">
            <a:avLst/>
          </a:prstGeom>
          <a:solidFill>
            <a:srgbClr val="D9D9D9"/>
          </a:solid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800">
                <a:latin typeface="Calibri"/>
                <a:ea typeface="Calibri"/>
                <a:cs typeface="Calibri"/>
                <a:sym typeface="Calibri"/>
              </a:rPr>
              <a:t>2</a:t>
            </a:r>
            <a:endParaRPr sz="1800">
              <a:latin typeface="Calibri"/>
              <a:ea typeface="Calibri"/>
              <a:cs typeface="Calibri"/>
              <a:sym typeface="Calibri"/>
            </a:endParaRPr>
          </a:p>
        </p:txBody>
      </p:sp>
      <p:sp>
        <p:nvSpPr>
          <p:cNvPr id="1075" name="Google Shape;1075;p69"/>
          <p:cNvSpPr/>
          <p:nvPr/>
        </p:nvSpPr>
        <p:spPr>
          <a:xfrm>
            <a:off x="3319364" y="2892875"/>
            <a:ext cx="495300" cy="495300"/>
          </a:xfrm>
          <a:prstGeom prst="rect">
            <a:avLst/>
          </a:prstGeom>
          <a:solidFill>
            <a:srgbClr val="D9D9D9"/>
          </a:solid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800">
                <a:latin typeface="Calibri"/>
                <a:ea typeface="Calibri"/>
                <a:cs typeface="Calibri"/>
                <a:sym typeface="Calibri"/>
              </a:rPr>
              <a:t>15</a:t>
            </a:r>
            <a:endParaRPr sz="1800">
              <a:latin typeface="Calibri"/>
              <a:ea typeface="Calibri"/>
              <a:cs typeface="Calibri"/>
              <a:sym typeface="Calibri"/>
            </a:endParaRPr>
          </a:p>
        </p:txBody>
      </p:sp>
      <p:sp>
        <p:nvSpPr>
          <p:cNvPr id="1076" name="Google Shape;1076;p69"/>
          <p:cNvSpPr/>
          <p:nvPr/>
        </p:nvSpPr>
        <p:spPr>
          <a:xfrm>
            <a:off x="3808705" y="2892875"/>
            <a:ext cx="495300" cy="495300"/>
          </a:xfrm>
          <a:prstGeom prst="rect">
            <a:avLst/>
          </a:prstGeom>
          <a:solidFill>
            <a:srgbClr val="D9D9D9"/>
          </a:solid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800">
                <a:latin typeface="Calibri"/>
                <a:ea typeface="Calibri"/>
                <a:cs typeface="Calibri"/>
                <a:sym typeface="Calibri"/>
              </a:rPr>
              <a:t>17</a:t>
            </a:r>
            <a:endParaRPr sz="1800">
              <a:latin typeface="Calibri"/>
              <a:ea typeface="Calibri"/>
              <a:cs typeface="Calibri"/>
              <a:sym typeface="Calibri"/>
            </a:endParaRPr>
          </a:p>
        </p:txBody>
      </p:sp>
      <p:sp>
        <p:nvSpPr>
          <p:cNvPr id="1077" name="Google Shape;1077;p69"/>
          <p:cNvSpPr/>
          <p:nvPr/>
        </p:nvSpPr>
        <p:spPr>
          <a:xfrm>
            <a:off x="4293894" y="2892875"/>
            <a:ext cx="495300" cy="495300"/>
          </a:xfrm>
          <a:prstGeom prst="rect">
            <a:avLst/>
          </a:prstGeom>
          <a:solidFill>
            <a:srgbClr val="D9D9D9"/>
          </a:solid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800">
                <a:latin typeface="Calibri"/>
                <a:ea typeface="Calibri"/>
                <a:cs typeface="Calibri"/>
                <a:sym typeface="Calibri"/>
              </a:rPr>
              <a:t>17</a:t>
            </a:r>
            <a:endParaRPr sz="1800">
              <a:latin typeface="Calibri"/>
              <a:ea typeface="Calibri"/>
              <a:cs typeface="Calibri"/>
              <a:sym typeface="Calibri"/>
            </a:endParaRPr>
          </a:p>
        </p:txBody>
      </p:sp>
      <p:sp>
        <p:nvSpPr>
          <p:cNvPr id="1078" name="Google Shape;1078;p69"/>
          <p:cNvSpPr/>
          <p:nvPr/>
        </p:nvSpPr>
        <p:spPr>
          <a:xfrm>
            <a:off x="4778636" y="2892875"/>
            <a:ext cx="495300" cy="495300"/>
          </a:xfrm>
          <a:prstGeom prst="rect">
            <a:avLst/>
          </a:prstGeom>
          <a:solidFill>
            <a:srgbClr val="D9D9D9"/>
          </a:solid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800">
                <a:latin typeface="Calibri"/>
                <a:ea typeface="Calibri"/>
                <a:cs typeface="Calibri"/>
                <a:sym typeface="Calibri"/>
              </a:rPr>
              <a:t>19</a:t>
            </a:r>
            <a:endParaRPr sz="1800">
              <a:latin typeface="Calibri"/>
              <a:ea typeface="Calibri"/>
              <a:cs typeface="Calibri"/>
              <a:sym typeface="Calibri"/>
            </a:endParaRPr>
          </a:p>
        </p:txBody>
      </p:sp>
      <p:sp>
        <p:nvSpPr>
          <p:cNvPr id="1079" name="Google Shape;1079;p69"/>
          <p:cNvSpPr/>
          <p:nvPr/>
        </p:nvSpPr>
        <p:spPr>
          <a:xfrm>
            <a:off x="5263825" y="2892875"/>
            <a:ext cx="495300" cy="495300"/>
          </a:xfrm>
          <a:prstGeom prst="rect">
            <a:avLst/>
          </a:prstGeom>
          <a:solidFill>
            <a:srgbClr val="D9D9D9"/>
          </a:solid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800">
                <a:latin typeface="Calibri"/>
                <a:ea typeface="Calibri"/>
                <a:cs typeface="Calibri"/>
                <a:sym typeface="Calibri"/>
              </a:rPr>
              <a:t>26</a:t>
            </a:r>
            <a:endParaRPr sz="1800">
              <a:latin typeface="Calibri"/>
              <a:ea typeface="Calibri"/>
              <a:cs typeface="Calibri"/>
              <a:sym typeface="Calibri"/>
            </a:endParaRPr>
          </a:p>
        </p:txBody>
      </p:sp>
      <p:sp>
        <p:nvSpPr>
          <p:cNvPr id="1080" name="Google Shape;1080;p69"/>
          <p:cNvSpPr/>
          <p:nvPr/>
        </p:nvSpPr>
        <p:spPr>
          <a:xfrm>
            <a:off x="5753166" y="2892875"/>
            <a:ext cx="495300" cy="495300"/>
          </a:xfrm>
          <a:prstGeom prst="rect">
            <a:avLst/>
          </a:prstGeom>
          <a:solidFill>
            <a:srgbClr val="D9D9D9"/>
          </a:solid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800">
                <a:latin typeface="Calibri"/>
                <a:ea typeface="Calibri"/>
                <a:cs typeface="Calibri"/>
                <a:sym typeface="Calibri"/>
              </a:rPr>
              <a:t>32</a:t>
            </a:r>
            <a:endParaRPr sz="1800">
              <a:latin typeface="Calibri"/>
              <a:ea typeface="Calibri"/>
              <a:cs typeface="Calibri"/>
              <a:sym typeface="Calibri"/>
            </a:endParaRPr>
          </a:p>
        </p:txBody>
      </p:sp>
      <p:sp>
        <p:nvSpPr>
          <p:cNvPr id="1081" name="Google Shape;1081;p69"/>
          <p:cNvSpPr/>
          <p:nvPr/>
        </p:nvSpPr>
        <p:spPr>
          <a:xfrm>
            <a:off x="6238355" y="2892875"/>
            <a:ext cx="495300" cy="495300"/>
          </a:xfrm>
          <a:prstGeom prst="rect">
            <a:avLst/>
          </a:prstGeom>
          <a:solidFill>
            <a:schemeClr val="accent3"/>
          </a:solid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800">
                <a:latin typeface="Calibri"/>
                <a:ea typeface="Calibri"/>
                <a:cs typeface="Calibri"/>
                <a:sym typeface="Calibri"/>
              </a:rPr>
              <a:t>17</a:t>
            </a:r>
            <a:endParaRPr sz="1800">
              <a:latin typeface="Calibri"/>
              <a:ea typeface="Calibri"/>
              <a:cs typeface="Calibri"/>
              <a:sym typeface="Calibri"/>
            </a:endParaRPr>
          </a:p>
        </p:txBody>
      </p:sp>
      <p:sp>
        <p:nvSpPr>
          <p:cNvPr id="1082" name="Google Shape;1082;p69"/>
          <p:cNvSpPr/>
          <p:nvPr/>
        </p:nvSpPr>
        <p:spPr>
          <a:xfrm>
            <a:off x="6727730" y="2892875"/>
            <a:ext cx="495300" cy="495300"/>
          </a:xfrm>
          <a:prstGeom prst="rect">
            <a:avLst/>
          </a:prstGeom>
          <a:solidFill>
            <a:srgbClr val="D9D9D9"/>
          </a:solid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800">
                <a:latin typeface="Calibri"/>
                <a:ea typeface="Calibri"/>
                <a:cs typeface="Calibri"/>
                <a:sym typeface="Calibri"/>
              </a:rPr>
              <a:t>41</a:t>
            </a:r>
            <a:endParaRPr sz="1800">
              <a:latin typeface="Calibri"/>
              <a:ea typeface="Calibri"/>
              <a:cs typeface="Calibri"/>
              <a:sym typeface="Calibri"/>
            </a:endParaRPr>
          </a:p>
        </p:txBody>
      </p:sp>
      <p:sp>
        <p:nvSpPr>
          <p:cNvPr id="1083" name="Google Shape;1083;p69"/>
          <p:cNvSpPr txBox="1"/>
          <p:nvPr/>
        </p:nvSpPr>
        <p:spPr>
          <a:xfrm>
            <a:off x="6840036" y="3364800"/>
            <a:ext cx="495300" cy="4953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600">
                <a:latin typeface="Consolas"/>
                <a:ea typeface="Consolas"/>
                <a:cs typeface="Consolas"/>
                <a:sym typeface="Consolas"/>
              </a:rPr>
              <a:t>i</a:t>
            </a:r>
            <a:endParaRPr sz="1600">
              <a:latin typeface="Consolas"/>
              <a:ea typeface="Consolas"/>
              <a:cs typeface="Consolas"/>
              <a:sym typeface="Consolas"/>
            </a:endParaRPr>
          </a:p>
        </p:txBody>
      </p:sp>
      <p:sp>
        <p:nvSpPr>
          <p:cNvPr id="1084" name="Google Shape;1084;p69"/>
          <p:cNvSpPr txBox="1"/>
          <p:nvPr/>
        </p:nvSpPr>
        <p:spPr>
          <a:xfrm>
            <a:off x="6329064" y="3706834"/>
            <a:ext cx="495300" cy="4953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600">
                <a:latin typeface="Consolas"/>
                <a:ea typeface="Consolas"/>
                <a:cs typeface="Consolas"/>
                <a:sym typeface="Consolas"/>
              </a:rPr>
              <a:t>j</a:t>
            </a:r>
            <a:endParaRPr sz="1600">
              <a:latin typeface="Consolas"/>
              <a:ea typeface="Consolas"/>
              <a:cs typeface="Consolas"/>
              <a:sym typeface="Consolas"/>
            </a:endParaRPr>
          </a:p>
        </p:txBody>
      </p:sp>
      <p:sp>
        <p:nvSpPr>
          <p:cNvPr id="1085" name="Google Shape;1085;p69"/>
          <p:cNvSpPr txBox="1"/>
          <p:nvPr/>
        </p:nvSpPr>
        <p:spPr>
          <a:xfrm>
            <a:off x="166800" y="4316400"/>
            <a:ext cx="8972700" cy="827100"/>
          </a:xfrm>
          <a:prstGeom prst="rect">
            <a:avLst/>
          </a:prstGeom>
          <a:noFill/>
          <a:ln>
            <a:noFill/>
          </a:ln>
        </p:spPr>
        <p:txBody>
          <a:bodyPr spcFirstLastPara="1" wrap="square" lIns="91425" tIns="91425" rIns="91425" bIns="91425" anchor="ctr" anchorCtr="0">
            <a:noAutofit/>
          </a:bodyPr>
          <a:lstStyle/>
          <a:p>
            <a:pPr marL="0" lvl="0" indent="0" algn="l" rtl="0">
              <a:spcBef>
                <a:spcPts val="480"/>
              </a:spcBef>
              <a:spcAft>
                <a:spcPts val="0"/>
              </a:spcAft>
              <a:buNone/>
            </a:pPr>
            <a:r>
              <a:rPr lang="en" sz="1800">
                <a:solidFill>
                  <a:schemeClr val="dk1"/>
                </a:solidFill>
                <a:latin typeface="Roboto"/>
                <a:ea typeface="Roboto"/>
                <a:cs typeface="Roboto"/>
                <a:sym typeface="Roboto"/>
              </a:rPr>
              <a:t>In example above: Use j pointer to track current spot of traveling item.</a:t>
            </a:r>
            <a:endParaRPr sz="1800">
              <a:latin typeface="Roboto"/>
              <a:ea typeface="Roboto"/>
              <a:cs typeface="Roboto"/>
              <a:sym typeface="Roboto"/>
            </a:endParaRPr>
          </a:p>
        </p:txBody>
      </p:sp>
      <p:sp>
        <p:nvSpPr>
          <p:cNvPr id="1086" name="Google Shape;1086;p69"/>
          <p:cNvSpPr txBox="1"/>
          <p:nvPr/>
        </p:nvSpPr>
        <p:spPr>
          <a:xfrm>
            <a:off x="1294775" y="2892875"/>
            <a:ext cx="948300" cy="4953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sz="1800">
                <a:latin typeface="Roboto"/>
                <a:ea typeface="Roboto"/>
                <a:cs typeface="Roboto"/>
                <a:sym typeface="Roboto"/>
              </a:rPr>
              <a:t>Input:</a:t>
            </a:r>
            <a:endParaRPr sz="1800">
              <a:latin typeface="Roboto"/>
              <a:ea typeface="Roboto"/>
              <a:cs typeface="Roboto"/>
              <a:sym typeface="Roboto"/>
            </a:endParaRPr>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Shape 1090"/>
        <p:cNvGrpSpPr/>
        <p:nvPr/>
      </p:nvGrpSpPr>
      <p:grpSpPr>
        <a:xfrm>
          <a:off x="0" y="0"/>
          <a:ext cx="0" cy="0"/>
          <a:chOff x="0" y="0"/>
          <a:chExt cx="0" cy="0"/>
        </a:xfrm>
      </p:grpSpPr>
      <p:sp>
        <p:nvSpPr>
          <p:cNvPr id="1091" name="Google Shape;1091;p70"/>
          <p:cNvSpPr txBox="1">
            <a:spLocks noGrp="1"/>
          </p:cNvSpPr>
          <p:nvPr>
            <p:ph type="title"/>
          </p:nvPr>
        </p:nvSpPr>
        <p:spPr>
          <a:xfrm>
            <a:off x="0" y="0"/>
            <a:ext cx="8520600" cy="3936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buFont typeface="Arial"/>
              <a:buNone/>
            </a:pPr>
            <a:r>
              <a:rPr lang="en"/>
              <a:t>In-place Insertion Sort</a:t>
            </a:r>
            <a:endParaRPr/>
          </a:p>
        </p:txBody>
      </p:sp>
      <p:sp>
        <p:nvSpPr>
          <p:cNvPr id="1092" name="Google Shape;1092;p70"/>
          <p:cNvSpPr txBox="1">
            <a:spLocks noGrp="1"/>
          </p:cNvSpPr>
          <p:nvPr>
            <p:ph type="body" idx="1"/>
          </p:nvPr>
        </p:nvSpPr>
        <p:spPr>
          <a:xfrm>
            <a:off x="107044" y="402200"/>
            <a:ext cx="8520600" cy="3416400"/>
          </a:xfrm>
          <a:prstGeom prst="rect">
            <a:avLst/>
          </a:prstGeom>
        </p:spPr>
        <p:txBody>
          <a:bodyPr spcFirstLastPara="1" wrap="square" lIns="91425" tIns="91425" rIns="91425" bIns="91425" anchor="t" anchorCtr="0">
            <a:noAutofit/>
          </a:bodyPr>
          <a:lstStyle/>
          <a:p>
            <a:pPr marL="0" lvl="0" indent="0" algn="l" rtl="0">
              <a:spcBef>
                <a:spcPts val="600"/>
              </a:spcBef>
              <a:spcAft>
                <a:spcPts val="0"/>
              </a:spcAft>
              <a:buNone/>
            </a:pPr>
            <a:r>
              <a:rPr lang="en"/>
              <a:t>General strategy: </a:t>
            </a:r>
            <a:endParaRPr/>
          </a:p>
          <a:p>
            <a:pPr marL="457200" lvl="0" indent="-342900" algn="l" rtl="0">
              <a:spcBef>
                <a:spcPts val="600"/>
              </a:spcBef>
              <a:spcAft>
                <a:spcPts val="0"/>
              </a:spcAft>
              <a:buSzPts val="1800"/>
              <a:buChar char="●"/>
            </a:pPr>
            <a:r>
              <a:rPr lang="en"/>
              <a:t>Repeat for i = 0 to N - 1:</a:t>
            </a:r>
            <a:endParaRPr/>
          </a:p>
          <a:p>
            <a:pPr marL="914400" lvl="1" indent="-342900" algn="l" rtl="0">
              <a:spcBef>
                <a:spcPts val="0"/>
              </a:spcBef>
              <a:spcAft>
                <a:spcPts val="0"/>
              </a:spcAft>
              <a:buSzPts val="1800"/>
              <a:buChar char="○"/>
            </a:pPr>
            <a:r>
              <a:rPr lang="en"/>
              <a:t>Designate item i as the traveling item.</a:t>
            </a:r>
            <a:endParaRPr/>
          </a:p>
          <a:p>
            <a:pPr marL="914400" lvl="1" indent="-342900" algn="l" rtl="0">
              <a:spcBef>
                <a:spcPts val="600"/>
              </a:spcBef>
              <a:spcAft>
                <a:spcPts val="0"/>
              </a:spcAft>
              <a:buSzPts val="1800"/>
              <a:buChar char="○"/>
            </a:pPr>
            <a:r>
              <a:rPr lang="en" b="1"/>
              <a:t>Swap item backwards until traveller is in the right place among all previously examined items.</a:t>
            </a:r>
            <a:endParaRPr b="1"/>
          </a:p>
        </p:txBody>
      </p:sp>
      <p:sp>
        <p:nvSpPr>
          <p:cNvPr id="1093" name="Google Shape;1093;p70"/>
          <p:cNvSpPr/>
          <p:nvPr/>
        </p:nvSpPr>
        <p:spPr>
          <a:xfrm>
            <a:off x="2834175" y="2892875"/>
            <a:ext cx="495300" cy="495300"/>
          </a:xfrm>
          <a:prstGeom prst="rect">
            <a:avLst/>
          </a:prstGeom>
          <a:solidFill>
            <a:srgbClr val="D9D9D9"/>
          </a:solid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800">
                <a:latin typeface="Calibri"/>
                <a:ea typeface="Calibri"/>
                <a:cs typeface="Calibri"/>
                <a:sym typeface="Calibri"/>
              </a:rPr>
              <a:t>2</a:t>
            </a:r>
            <a:endParaRPr sz="1800">
              <a:latin typeface="Calibri"/>
              <a:ea typeface="Calibri"/>
              <a:cs typeface="Calibri"/>
              <a:sym typeface="Calibri"/>
            </a:endParaRPr>
          </a:p>
        </p:txBody>
      </p:sp>
      <p:sp>
        <p:nvSpPr>
          <p:cNvPr id="1094" name="Google Shape;1094;p70"/>
          <p:cNvSpPr/>
          <p:nvPr/>
        </p:nvSpPr>
        <p:spPr>
          <a:xfrm>
            <a:off x="3319364" y="2892875"/>
            <a:ext cx="495300" cy="495300"/>
          </a:xfrm>
          <a:prstGeom prst="rect">
            <a:avLst/>
          </a:prstGeom>
          <a:solidFill>
            <a:srgbClr val="D9D9D9"/>
          </a:solid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800">
                <a:latin typeface="Calibri"/>
                <a:ea typeface="Calibri"/>
                <a:cs typeface="Calibri"/>
                <a:sym typeface="Calibri"/>
              </a:rPr>
              <a:t>15</a:t>
            </a:r>
            <a:endParaRPr sz="1800">
              <a:latin typeface="Calibri"/>
              <a:ea typeface="Calibri"/>
              <a:cs typeface="Calibri"/>
              <a:sym typeface="Calibri"/>
            </a:endParaRPr>
          </a:p>
        </p:txBody>
      </p:sp>
      <p:sp>
        <p:nvSpPr>
          <p:cNvPr id="1095" name="Google Shape;1095;p70"/>
          <p:cNvSpPr/>
          <p:nvPr/>
        </p:nvSpPr>
        <p:spPr>
          <a:xfrm>
            <a:off x="3808705" y="2892875"/>
            <a:ext cx="495300" cy="495300"/>
          </a:xfrm>
          <a:prstGeom prst="rect">
            <a:avLst/>
          </a:prstGeom>
          <a:solidFill>
            <a:srgbClr val="D9D9D9"/>
          </a:solid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800">
                <a:latin typeface="Calibri"/>
                <a:ea typeface="Calibri"/>
                <a:cs typeface="Calibri"/>
                <a:sym typeface="Calibri"/>
              </a:rPr>
              <a:t>17</a:t>
            </a:r>
            <a:endParaRPr sz="1800">
              <a:latin typeface="Calibri"/>
              <a:ea typeface="Calibri"/>
              <a:cs typeface="Calibri"/>
              <a:sym typeface="Calibri"/>
            </a:endParaRPr>
          </a:p>
        </p:txBody>
      </p:sp>
      <p:sp>
        <p:nvSpPr>
          <p:cNvPr id="1096" name="Google Shape;1096;p70"/>
          <p:cNvSpPr/>
          <p:nvPr/>
        </p:nvSpPr>
        <p:spPr>
          <a:xfrm>
            <a:off x="4293894" y="2892875"/>
            <a:ext cx="495300" cy="495300"/>
          </a:xfrm>
          <a:prstGeom prst="rect">
            <a:avLst/>
          </a:prstGeom>
          <a:solidFill>
            <a:srgbClr val="D9D9D9"/>
          </a:solid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800">
                <a:latin typeface="Calibri"/>
                <a:ea typeface="Calibri"/>
                <a:cs typeface="Calibri"/>
                <a:sym typeface="Calibri"/>
              </a:rPr>
              <a:t>17</a:t>
            </a:r>
            <a:endParaRPr sz="1800">
              <a:latin typeface="Calibri"/>
              <a:ea typeface="Calibri"/>
              <a:cs typeface="Calibri"/>
              <a:sym typeface="Calibri"/>
            </a:endParaRPr>
          </a:p>
        </p:txBody>
      </p:sp>
      <p:sp>
        <p:nvSpPr>
          <p:cNvPr id="1097" name="Google Shape;1097;p70"/>
          <p:cNvSpPr/>
          <p:nvPr/>
        </p:nvSpPr>
        <p:spPr>
          <a:xfrm>
            <a:off x="4778636" y="2892875"/>
            <a:ext cx="495300" cy="495300"/>
          </a:xfrm>
          <a:prstGeom prst="rect">
            <a:avLst/>
          </a:prstGeom>
          <a:solidFill>
            <a:srgbClr val="D9D9D9"/>
          </a:solid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800">
                <a:latin typeface="Calibri"/>
                <a:ea typeface="Calibri"/>
                <a:cs typeface="Calibri"/>
                <a:sym typeface="Calibri"/>
              </a:rPr>
              <a:t>19</a:t>
            </a:r>
            <a:endParaRPr sz="1800">
              <a:latin typeface="Calibri"/>
              <a:ea typeface="Calibri"/>
              <a:cs typeface="Calibri"/>
              <a:sym typeface="Calibri"/>
            </a:endParaRPr>
          </a:p>
        </p:txBody>
      </p:sp>
      <p:sp>
        <p:nvSpPr>
          <p:cNvPr id="1098" name="Google Shape;1098;p70"/>
          <p:cNvSpPr/>
          <p:nvPr/>
        </p:nvSpPr>
        <p:spPr>
          <a:xfrm>
            <a:off x="5263825" y="2892875"/>
            <a:ext cx="495300" cy="495300"/>
          </a:xfrm>
          <a:prstGeom prst="rect">
            <a:avLst/>
          </a:prstGeom>
          <a:solidFill>
            <a:srgbClr val="D9D9D9"/>
          </a:solid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800">
                <a:latin typeface="Calibri"/>
                <a:ea typeface="Calibri"/>
                <a:cs typeface="Calibri"/>
                <a:sym typeface="Calibri"/>
              </a:rPr>
              <a:t>26</a:t>
            </a:r>
            <a:endParaRPr sz="1800">
              <a:latin typeface="Calibri"/>
              <a:ea typeface="Calibri"/>
              <a:cs typeface="Calibri"/>
              <a:sym typeface="Calibri"/>
            </a:endParaRPr>
          </a:p>
        </p:txBody>
      </p:sp>
      <p:sp>
        <p:nvSpPr>
          <p:cNvPr id="1099" name="Google Shape;1099;p70"/>
          <p:cNvSpPr/>
          <p:nvPr/>
        </p:nvSpPr>
        <p:spPr>
          <a:xfrm>
            <a:off x="5753166" y="2892875"/>
            <a:ext cx="495300" cy="495300"/>
          </a:xfrm>
          <a:prstGeom prst="rect">
            <a:avLst/>
          </a:prstGeom>
          <a:solidFill>
            <a:schemeClr val="accent3"/>
          </a:solid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800">
                <a:latin typeface="Calibri"/>
                <a:ea typeface="Calibri"/>
                <a:cs typeface="Calibri"/>
                <a:sym typeface="Calibri"/>
              </a:rPr>
              <a:t>17</a:t>
            </a:r>
            <a:endParaRPr sz="1800">
              <a:latin typeface="Calibri"/>
              <a:ea typeface="Calibri"/>
              <a:cs typeface="Calibri"/>
              <a:sym typeface="Calibri"/>
            </a:endParaRPr>
          </a:p>
        </p:txBody>
      </p:sp>
      <p:sp>
        <p:nvSpPr>
          <p:cNvPr id="1100" name="Google Shape;1100;p70"/>
          <p:cNvSpPr/>
          <p:nvPr/>
        </p:nvSpPr>
        <p:spPr>
          <a:xfrm>
            <a:off x="6238355" y="2892875"/>
            <a:ext cx="495300" cy="495300"/>
          </a:xfrm>
          <a:prstGeom prst="rect">
            <a:avLst/>
          </a:prstGeom>
          <a:solidFill>
            <a:srgbClr val="D9D9D9"/>
          </a:solid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800">
                <a:latin typeface="Calibri"/>
                <a:ea typeface="Calibri"/>
                <a:cs typeface="Calibri"/>
                <a:sym typeface="Calibri"/>
              </a:rPr>
              <a:t>32</a:t>
            </a:r>
            <a:endParaRPr sz="1800">
              <a:latin typeface="Calibri"/>
              <a:ea typeface="Calibri"/>
              <a:cs typeface="Calibri"/>
              <a:sym typeface="Calibri"/>
            </a:endParaRPr>
          </a:p>
        </p:txBody>
      </p:sp>
      <p:sp>
        <p:nvSpPr>
          <p:cNvPr id="1101" name="Google Shape;1101;p70"/>
          <p:cNvSpPr/>
          <p:nvPr/>
        </p:nvSpPr>
        <p:spPr>
          <a:xfrm>
            <a:off x="6727730" y="2892875"/>
            <a:ext cx="495300" cy="495300"/>
          </a:xfrm>
          <a:prstGeom prst="rect">
            <a:avLst/>
          </a:prstGeom>
          <a:solidFill>
            <a:srgbClr val="D9D9D9"/>
          </a:solid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800">
                <a:latin typeface="Calibri"/>
                <a:ea typeface="Calibri"/>
                <a:cs typeface="Calibri"/>
                <a:sym typeface="Calibri"/>
              </a:rPr>
              <a:t>41</a:t>
            </a:r>
            <a:endParaRPr sz="1800">
              <a:latin typeface="Calibri"/>
              <a:ea typeface="Calibri"/>
              <a:cs typeface="Calibri"/>
              <a:sym typeface="Calibri"/>
            </a:endParaRPr>
          </a:p>
        </p:txBody>
      </p:sp>
      <p:sp>
        <p:nvSpPr>
          <p:cNvPr id="1102" name="Google Shape;1102;p70"/>
          <p:cNvSpPr txBox="1"/>
          <p:nvPr/>
        </p:nvSpPr>
        <p:spPr>
          <a:xfrm>
            <a:off x="6840036" y="3364800"/>
            <a:ext cx="495300" cy="4953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600">
                <a:latin typeface="Consolas"/>
                <a:ea typeface="Consolas"/>
                <a:cs typeface="Consolas"/>
                <a:sym typeface="Consolas"/>
              </a:rPr>
              <a:t>i</a:t>
            </a:r>
            <a:endParaRPr sz="1600">
              <a:latin typeface="Consolas"/>
              <a:ea typeface="Consolas"/>
              <a:cs typeface="Consolas"/>
              <a:sym typeface="Consolas"/>
            </a:endParaRPr>
          </a:p>
        </p:txBody>
      </p:sp>
      <p:sp>
        <p:nvSpPr>
          <p:cNvPr id="1103" name="Google Shape;1103;p70"/>
          <p:cNvSpPr txBox="1"/>
          <p:nvPr/>
        </p:nvSpPr>
        <p:spPr>
          <a:xfrm>
            <a:off x="5871864" y="3706834"/>
            <a:ext cx="495300" cy="4953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600">
                <a:latin typeface="Consolas"/>
                <a:ea typeface="Consolas"/>
                <a:cs typeface="Consolas"/>
                <a:sym typeface="Consolas"/>
              </a:rPr>
              <a:t>j</a:t>
            </a:r>
            <a:endParaRPr sz="1600">
              <a:latin typeface="Consolas"/>
              <a:ea typeface="Consolas"/>
              <a:cs typeface="Consolas"/>
              <a:sym typeface="Consolas"/>
            </a:endParaRPr>
          </a:p>
        </p:txBody>
      </p:sp>
      <p:sp>
        <p:nvSpPr>
          <p:cNvPr id="1104" name="Google Shape;1104;p70"/>
          <p:cNvSpPr txBox="1"/>
          <p:nvPr/>
        </p:nvSpPr>
        <p:spPr>
          <a:xfrm>
            <a:off x="166800" y="4316400"/>
            <a:ext cx="8972700" cy="827100"/>
          </a:xfrm>
          <a:prstGeom prst="rect">
            <a:avLst/>
          </a:prstGeom>
          <a:noFill/>
          <a:ln>
            <a:noFill/>
          </a:ln>
        </p:spPr>
        <p:txBody>
          <a:bodyPr spcFirstLastPara="1" wrap="square" lIns="91425" tIns="91425" rIns="91425" bIns="91425" anchor="ctr" anchorCtr="0">
            <a:noAutofit/>
          </a:bodyPr>
          <a:lstStyle/>
          <a:p>
            <a:pPr marL="0" lvl="0" indent="0" algn="l" rtl="0">
              <a:spcBef>
                <a:spcPts val="480"/>
              </a:spcBef>
              <a:spcAft>
                <a:spcPts val="0"/>
              </a:spcAft>
              <a:buNone/>
            </a:pPr>
            <a:r>
              <a:rPr lang="en" sz="1800">
                <a:solidFill>
                  <a:schemeClr val="dk1"/>
                </a:solidFill>
                <a:latin typeface="Roboto"/>
                <a:ea typeface="Roboto"/>
                <a:cs typeface="Roboto"/>
                <a:sym typeface="Roboto"/>
              </a:rPr>
              <a:t>In example above: Use j pointer to track current spot of traveling item.</a:t>
            </a:r>
            <a:endParaRPr sz="1800">
              <a:latin typeface="Roboto"/>
              <a:ea typeface="Roboto"/>
              <a:cs typeface="Roboto"/>
              <a:sym typeface="Roboto"/>
            </a:endParaRPr>
          </a:p>
        </p:txBody>
      </p:sp>
      <p:sp>
        <p:nvSpPr>
          <p:cNvPr id="1105" name="Google Shape;1105;p70"/>
          <p:cNvSpPr txBox="1"/>
          <p:nvPr/>
        </p:nvSpPr>
        <p:spPr>
          <a:xfrm>
            <a:off x="1294775" y="2892875"/>
            <a:ext cx="948300" cy="4953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sz="1800">
                <a:latin typeface="Roboto"/>
                <a:ea typeface="Roboto"/>
                <a:cs typeface="Roboto"/>
                <a:sym typeface="Roboto"/>
              </a:rPr>
              <a:t>Input:</a:t>
            </a:r>
            <a:endParaRPr sz="1800">
              <a:latin typeface="Roboto"/>
              <a:ea typeface="Roboto"/>
              <a:cs typeface="Roboto"/>
              <a:sym typeface="Roboto"/>
            </a:endParaRPr>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Shape 1109"/>
        <p:cNvGrpSpPr/>
        <p:nvPr/>
      </p:nvGrpSpPr>
      <p:grpSpPr>
        <a:xfrm>
          <a:off x="0" y="0"/>
          <a:ext cx="0" cy="0"/>
          <a:chOff x="0" y="0"/>
          <a:chExt cx="0" cy="0"/>
        </a:xfrm>
      </p:grpSpPr>
      <p:sp>
        <p:nvSpPr>
          <p:cNvPr id="1110" name="Google Shape;1110;p71"/>
          <p:cNvSpPr txBox="1">
            <a:spLocks noGrp="1"/>
          </p:cNvSpPr>
          <p:nvPr>
            <p:ph type="title"/>
          </p:nvPr>
        </p:nvSpPr>
        <p:spPr>
          <a:xfrm>
            <a:off x="0" y="0"/>
            <a:ext cx="8520600" cy="3936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buFont typeface="Arial"/>
              <a:buNone/>
            </a:pPr>
            <a:r>
              <a:rPr lang="en"/>
              <a:t>In-place Insertion Sort</a:t>
            </a:r>
            <a:endParaRPr/>
          </a:p>
        </p:txBody>
      </p:sp>
      <p:sp>
        <p:nvSpPr>
          <p:cNvPr id="1111" name="Google Shape;1111;p71"/>
          <p:cNvSpPr txBox="1">
            <a:spLocks noGrp="1"/>
          </p:cNvSpPr>
          <p:nvPr>
            <p:ph type="body" idx="1"/>
          </p:nvPr>
        </p:nvSpPr>
        <p:spPr>
          <a:xfrm>
            <a:off x="107044" y="402200"/>
            <a:ext cx="8520600" cy="3416400"/>
          </a:xfrm>
          <a:prstGeom prst="rect">
            <a:avLst/>
          </a:prstGeom>
        </p:spPr>
        <p:txBody>
          <a:bodyPr spcFirstLastPara="1" wrap="square" lIns="91425" tIns="91425" rIns="91425" bIns="91425" anchor="t" anchorCtr="0">
            <a:noAutofit/>
          </a:bodyPr>
          <a:lstStyle/>
          <a:p>
            <a:pPr marL="0" lvl="0" indent="0" algn="l" rtl="0">
              <a:spcBef>
                <a:spcPts val="600"/>
              </a:spcBef>
              <a:spcAft>
                <a:spcPts val="0"/>
              </a:spcAft>
              <a:buNone/>
            </a:pPr>
            <a:r>
              <a:rPr lang="en"/>
              <a:t>General strategy: </a:t>
            </a:r>
            <a:endParaRPr/>
          </a:p>
          <a:p>
            <a:pPr marL="457200" lvl="0" indent="-342900" algn="l" rtl="0">
              <a:spcBef>
                <a:spcPts val="600"/>
              </a:spcBef>
              <a:spcAft>
                <a:spcPts val="0"/>
              </a:spcAft>
              <a:buSzPts val="1800"/>
              <a:buChar char="●"/>
            </a:pPr>
            <a:r>
              <a:rPr lang="en"/>
              <a:t>Repeat for i = 0 to N - 1:</a:t>
            </a:r>
            <a:endParaRPr/>
          </a:p>
          <a:p>
            <a:pPr marL="914400" lvl="1" indent="-342900" algn="l" rtl="0">
              <a:spcBef>
                <a:spcPts val="0"/>
              </a:spcBef>
              <a:spcAft>
                <a:spcPts val="0"/>
              </a:spcAft>
              <a:buSzPts val="1800"/>
              <a:buChar char="○"/>
            </a:pPr>
            <a:r>
              <a:rPr lang="en"/>
              <a:t>Designate item i as the traveling item.</a:t>
            </a:r>
            <a:endParaRPr/>
          </a:p>
          <a:p>
            <a:pPr marL="914400" lvl="1" indent="-342900" algn="l" rtl="0">
              <a:spcBef>
                <a:spcPts val="600"/>
              </a:spcBef>
              <a:spcAft>
                <a:spcPts val="0"/>
              </a:spcAft>
              <a:buSzPts val="1800"/>
              <a:buChar char="○"/>
            </a:pPr>
            <a:r>
              <a:rPr lang="en" b="1"/>
              <a:t>Swap item backwards until traveller is in the right place among all previously examined items.</a:t>
            </a:r>
            <a:endParaRPr b="1"/>
          </a:p>
        </p:txBody>
      </p:sp>
      <p:sp>
        <p:nvSpPr>
          <p:cNvPr id="1112" name="Google Shape;1112;p71"/>
          <p:cNvSpPr/>
          <p:nvPr/>
        </p:nvSpPr>
        <p:spPr>
          <a:xfrm>
            <a:off x="2834175" y="2892875"/>
            <a:ext cx="495300" cy="495300"/>
          </a:xfrm>
          <a:prstGeom prst="rect">
            <a:avLst/>
          </a:prstGeom>
          <a:solidFill>
            <a:srgbClr val="D9D9D9"/>
          </a:solid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800">
                <a:latin typeface="Calibri"/>
                <a:ea typeface="Calibri"/>
                <a:cs typeface="Calibri"/>
                <a:sym typeface="Calibri"/>
              </a:rPr>
              <a:t>2</a:t>
            </a:r>
            <a:endParaRPr sz="1800">
              <a:latin typeface="Calibri"/>
              <a:ea typeface="Calibri"/>
              <a:cs typeface="Calibri"/>
              <a:sym typeface="Calibri"/>
            </a:endParaRPr>
          </a:p>
        </p:txBody>
      </p:sp>
      <p:sp>
        <p:nvSpPr>
          <p:cNvPr id="1113" name="Google Shape;1113;p71"/>
          <p:cNvSpPr/>
          <p:nvPr/>
        </p:nvSpPr>
        <p:spPr>
          <a:xfrm>
            <a:off x="3319364" y="2892875"/>
            <a:ext cx="495300" cy="495300"/>
          </a:xfrm>
          <a:prstGeom prst="rect">
            <a:avLst/>
          </a:prstGeom>
          <a:solidFill>
            <a:srgbClr val="D9D9D9"/>
          </a:solid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800">
                <a:latin typeface="Calibri"/>
                <a:ea typeface="Calibri"/>
                <a:cs typeface="Calibri"/>
                <a:sym typeface="Calibri"/>
              </a:rPr>
              <a:t>15</a:t>
            </a:r>
            <a:endParaRPr sz="1800">
              <a:latin typeface="Calibri"/>
              <a:ea typeface="Calibri"/>
              <a:cs typeface="Calibri"/>
              <a:sym typeface="Calibri"/>
            </a:endParaRPr>
          </a:p>
        </p:txBody>
      </p:sp>
      <p:sp>
        <p:nvSpPr>
          <p:cNvPr id="1114" name="Google Shape;1114;p71"/>
          <p:cNvSpPr/>
          <p:nvPr/>
        </p:nvSpPr>
        <p:spPr>
          <a:xfrm>
            <a:off x="3808705" y="2892875"/>
            <a:ext cx="495300" cy="495300"/>
          </a:xfrm>
          <a:prstGeom prst="rect">
            <a:avLst/>
          </a:prstGeom>
          <a:solidFill>
            <a:srgbClr val="D9D9D9"/>
          </a:solid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800">
                <a:latin typeface="Calibri"/>
                <a:ea typeface="Calibri"/>
                <a:cs typeface="Calibri"/>
                <a:sym typeface="Calibri"/>
              </a:rPr>
              <a:t>17</a:t>
            </a:r>
            <a:endParaRPr sz="1800">
              <a:latin typeface="Calibri"/>
              <a:ea typeface="Calibri"/>
              <a:cs typeface="Calibri"/>
              <a:sym typeface="Calibri"/>
            </a:endParaRPr>
          </a:p>
        </p:txBody>
      </p:sp>
      <p:sp>
        <p:nvSpPr>
          <p:cNvPr id="1115" name="Google Shape;1115;p71"/>
          <p:cNvSpPr/>
          <p:nvPr/>
        </p:nvSpPr>
        <p:spPr>
          <a:xfrm>
            <a:off x="4293894" y="2892875"/>
            <a:ext cx="495300" cy="495300"/>
          </a:xfrm>
          <a:prstGeom prst="rect">
            <a:avLst/>
          </a:prstGeom>
          <a:solidFill>
            <a:srgbClr val="D9D9D9"/>
          </a:solid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800">
                <a:latin typeface="Calibri"/>
                <a:ea typeface="Calibri"/>
                <a:cs typeface="Calibri"/>
                <a:sym typeface="Calibri"/>
              </a:rPr>
              <a:t>17</a:t>
            </a:r>
            <a:endParaRPr sz="1800">
              <a:latin typeface="Calibri"/>
              <a:ea typeface="Calibri"/>
              <a:cs typeface="Calibri"/>
              <a:sym typeface="Calibri"/>
            </a:endParaRPr>
          </a:p>
        </p:txBody>
      </p:sp>
      <p:sp>
        <p:nvSpPr>
          <p:cNvPr id="1116" name="Google Shape;1116;p71"/>
          <p:cNvSpPr/>
          <p:nvPr/>
        </p:nvSpPr>
        <p:spPr>
          <a:xfrm>
            <a:off x="4778636" y="2892875"/>
            <a:ext cx="495300" cy="495300"/>
          </a:xfrm>
          <a:prstGeom prst="rect">
            <a:avLst/>
          </a:prstGeom>
          <a:solidFill>
            <a:srgbClr val="D9D9D9"/>
          </a:solid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800">
                <a:latin typeface="Calibri"/>
                <a:ea typeface="Calibri"/>
                <a:cs typeface="Calibri"/>
                <a:sym typeface="Calibri"/>
              </a:rPr>
              <a:t>19</a:t>
            </a:r>
            <a:endParaRPr sz="1800">
              <a:latin typeface="Calibri"/>
              <a:ea typeface="Calibri"/>
              <a:cs typeface="Calibri"/>
              <a:sym typeface="Calibri"/>
            </a:endParaRPr>
          </a:p>
        </p:txBody>
      </p:sp>
      <p:sp>
        <p:nvSpPr>
          <p:cNvPr id="1117" name="Google Shape;1117;p71"/>
          <p:cNvSpPr/>
          <p:nvPr/>
        </p:nvSpPr>
        <p:spPr>
          <a:xfrm>
            <a:off x="5263825" y="2892875"/>
            <a:ext cx="495300" cy="495300"/>
          </a:xfrm>
          <a:prstGeom prst="rect">
            <a:avLst/>
          </a:prstGeom>
          <a:solidFill>
            <a:schemeClr val="accent3"/>
          </a:solid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800">
                <a:latin typeface="Calibri"/>
                <a:ea typeface="Calibri"/>
                <a:cs typeface="Calibri"/>
                <a:sym typeface="Calibri"/>
              </a:rPr>
              <a:t>17</a:t>
            </a:r>
            <a:endParaRPr sz="1800">
              <a:latin typeface="Calibri"/>
              <a:ea typeface="Calibri"/>
              <a:cs typeface="Calibri"/>
              <a:sym typeface="Calibri"/>
            </a:endParaRPr>
          </a:p>
        </p:txBody>
      </p:sp>
      <p:sp>
        <p:nvSpPr>
          <p:cNvPr id="1118" name="Google Shape;1118;p71"/>
          <p:cNvSpPr/>
          <p:nvPr/>
        </p:nvSpPr>
        <p:spPr>
          <a:xfrm>
            <a:off x="5753166" y="2892875"/>
            <a:ext cx="495300" cy="495300"/>
          </a:xfrm>
          <a:prstGeom prst="rect">
            <a:avLst/>
          </a:prstGeom>
          <a:solidFill>
            <a:srgbClr val="D9D9D9"/>
          </a:solid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800">
                <a:latin typeface="Calibri"/>
                <a:ea typeface="Calibri"/>
                <a:cs typeface="Calibri"/>
                <a:sym typeface="Calibri"/>
              </a:rPr>
              <a:t>26</a:t>
            </a:r>
            <a:endParaRPr sz="1800">
              <a:latin typeface="Calibri"/>
              <a:ea typeface="Calibri"/>
              <a:cs typeface="Calibri"/>
              <a:sym typeface="Calibri"/>
            </a:endParaRPr>
          </a:p>
        </p:txBody>
      </p:sp>
      <p:sp>
        <p:nvSpPr>
          <p:cNvPr id="1119" name="Google Shape;1119;p71"/>
          <p:cNvSpPr/>
          <p:nvPr/>
        </p:nvSpPr>
        <p:spPr>
          <a:xfrm>
            <a:off x="6238355" y="2892875"/>
            <a:ext cx="495300" cy="495300"/>
          </a:xfrm>
          <a:prstGeom prst="rect">
            <a:avLst/>
          </a:prstGeom>
          <a:solidFill>
            <a:srgbClr val="D9D9D9"/>
          </a:solid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800">
                <a:latin typeface="Calibri"/>
                <a:ea typeface="Calibri"/>
                <a:cs typeface="Calibri"/>
                <a:sym typeface="Calibri"/>
              </a:rPr>
              <a:t>32</a:t>
            </a:r>
            <a:endParaRPr sz="1800">
              <a:latin typeface="Calibri"/>
              <a:ea typeface="Calibri"/>
              <a:cs typeface="Calibri"/>
              <a:sym typeface="Calibri"/>
            </a:endParaRPr>
          </a:p>
        </p:txBody>
      </p:sp>
      <p:sp>
        <p:nvSpPr>
          <p:cNvPr id="1120" name="Google Shape;1120;p71"/>
          <p:cNvSpPr/>
          <p:nvPr/>
        </p:nvSpPr>
        <p:spPr>
          <a:xfrm>
            <a:off x="6727730" y="2892875"/>
            <a:ext cx="495300" cy="495300"/>
          </a:xfrm>
          <a:prstGeom prst="rect">
            <a:avLst/>
          </a:prstGeom>
          <a:solidFill>
            <a:srgbClr val="D9D9D9"/>
          </a:solid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800">
                <a:latin typeface="Calibri"/>
                <a:ea typeface="Calibri"/>
                <a:cs typeface="Calibri"/>
                <a:sym typeface="Calibri"/>
              </a:rPr>
              <a:t>41</a:t>
            </a:r>
            <a:endParaRPr sz="1800">
              <a:latin typeface="Calibri"/>
              <a:ea typeface="Calibri"/>
              <a:cs typeface="Calibri"/>
              <a:sym typeface="Calibri"/>
            </a:endParaRPr>
          </a:p>
        </p:txBody>
      </p:sp>
      <p:sp>
        <p:nvSpPr>
          <p:cNvPr id="1121" name="Google Shape;1121;p71"/>
          <p:cNvSpPr txBox="1"/>
          <p:nvPr/>
        </p:nvSpPr>
        <p:spPr>
          <a:xfrm>
            <a:off x="6840036" y="3364800"/>
            <a:ext cx="495300" cy="4953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600">
                <a:latin typeface="Consolas"/>
                <a:ea typeface="Consolas"/>
                <a:cs typeface="Consolas"/>
                <a:sym typeface="Consolas"/>
              </a:rPr>
              <a:t>i</a:t>
            </a:r>
            <a:endParaRPr sz="1600">
              <a:latin typeface="Consolas"/>
              <a:ea typeface="Consolas"/>
              <a:cs typeface="Consolas"/>
              <a:sym typeface="Consolas"/>
            </a:endParaRPr>
          </a:p>
        </p:txBody>
      </p:sp>
      <p:sp>
        <p:nvSpPr>
          <p:cNvPr id="1122" name="Google Shape;1122;p71"/>
          <p:cNvSpPr txBox="1"/>
          <p:nvPr/>
        </p:nvSpPr>
        <p:spPr>
          <a:xfrm>
            <a:off x="5414664" y="3706834"/>
            <a:ext cx="495300" cy="4953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600">
                <a:latin typeface="Consolas"/>
                <a:ea typeface="Consolas"/>
                <a:cs typeface="Consolas"/>
                <a:sym typeface="Consolas"/>
              </a:rPr>
              <a:t>j</a:t>
            </a:r>
            <a:endParaRPr sz="1600">
              <a:latin typeface="Consolas"/>
              <a:ea typeface="Consolas"/>
              <a:cs typeface="Consolas"/>
              <a:sym typeface="Consolas"/>
            </a:endParaRPr>
          </a:p>
        </p:txBody>
      </p:sp>
      <p:sp>
        <p:nvSpPr>
          <p:cNvPr id="1123" name="Google Shape;1123;p71"/>
          <p:cNvSpPr txBox="1"/>
          <p:nvPr/>
        </p:nvSpPr>
        <p:spPr>
          <a:xfrm>
            <a:off x="166800" y="4316400"/>
            <a:ext cx="8972700" cy="827100"/>
          </a:xfrm>
          <a:prstGeom prst="rect">
            <a:avLst/>
          </a:prstGeom>
          <a:noFill/>
          <a:ln>
            <a:noFill/>
          </a:ln>
        </p:spPr>
        <p:txBody>
          <a:bodyPr spcFirstLastPara="1" wrap="square" lIns="91425" tIns="91425" rIns="91425" bIns="91425" anchor="ctr" anchorCtr="0">
            <a:noAutofit/>
          </a:bodyPr>
          <a:lstStyle/>
          <a:p>
            <a:pPr marL="0" lvl="0" indent="0" algn="l" rtl="0">
              <a:spcBef>
                <a:spcPts val="480"/>
              </a:spcBef>
              <a:spcAft>
                <a:spcPts val="0"/>
              </a:spcAft>
              <a:buNone/>
            </a:pPr>
            <a:r>
              <a:rPr lang="en" sz="1800">
                <a:solidFill>
                  <a:schemeClr val="dk1"/>
                </a:solidFill>
                <a:latin typeface="Roboto"/>
                <a:ea typeface="Roboto"/>
                <a:cs typeface="Roboto"/>
                <a:sym typeface="Roboto"/>
              </a:rPr>
              <a:t>In example above: Use j pointer to track current spot of traveling item.</a:t>
            </a:r>
            <a:endParaRPr sz="1800">
              <a:latin typeface="Roboto"/>
              <a:ea typeface="Roboto"/>
              <a:cs typeface="Roboto"/>
              <a:sym typeface="Roboto"/>
            </a:endParaRPr>
          </a:p>
        </p:txBody>
      </p:sp>
      <p:sp>
        <p:nvSpPr>
          <p:cNvPr id="1124" name="Google Shape;1124;p71"/>
          <p:cNvSpPr txBox="1"/>
          <p:nvPr/>
        </p:nvSpPr>
        <p:spPr>
          <a:xfrm>
            <a:off x="1294775" y="2892875"/>
            <a:ext cx="948300" cy="4953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sz="1800">
                <a:latin typeface="Roboto"/>
                <a:ea typeface="Roboto"/>
                <a:cs typeface="Roboto"/>
                <a:sym typeface="Roboto"/>
              </a:rPr>
              <a:t>Input:</a:t>
            </a:r>
            <a:endParaRPr sz="1800">
              <a:latin typeface="Roboto"/>
              <a:ea typeface="Roboto"/>
              <a:cs typeface="Roboto"/>
              <a:sym typeface="Roboto"/>
            </a:endParaRPr>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Shape 1128"/>
        <p:cNvGrpSpPr/>
        <p:nvPr/>
      </p:nvGrpSpPr>
      <p:grpSpPr>
        <a:xfrm>
          <a:off x="0" y="0"/>
          <a:ext cx="0" cy="0"/>
          <a:chOff x="0" y="0"/>
          <a:chExt cx="0" cy="0"/>
        </a:xfrm>
      </p:grpSpPr>
      <p:sp>
        <p:nvSpPr>
          <p:cNvPr id="1129" name="Google Shape;1129;p72"/>
          <p:cNvSpPr txBox="1">
            <a:spLocks noGrp="1"/>
          </p:cNvSpPr>
          <p:nvPr>
            <p:ph type="title"/>
          </p:nvPr>
        </p:nvSpPr>
        <p:spPr>
          <a:xfrm>
            <a:off x="0" y="0"/>
            <a:ext cx="8520600" cy="3936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buFont typeface="Arial"/>
              <a:buNone/>
            </a:pPr>
            <a:r>
              <a:rPr lang="en"/>
              <a:t>In-place Insertion Sort</a:t>
            </a:r>
            <a:endParaRPr/>
          </a:p>
        </p:txBody>
      </p:sp>
      <p:sp>
        <p:nvSpPr>
          <p:cNvPr id="1130" name="Google Shape;1130;p72"/>
          <p:cNvSpPr txBox="1">
            <a:spLocks noGrp="1"/>
          </p:cNvSpPr>
          <p:nvPr>
            <p:ph type="body" idx="1"/>
          </p:nvPr>
        </p:nvSpPr>
        <p:spPr>
          <a:xfrm>
            <a:off x="107044" y="402200"/>
            <a:ext cx="8520600" cy="3416400"/>
          </a:xfrm>
          <a:prstGeom prst="rect">
            <a:avLst/>
          </a:prstGeom>
        </p:spPr>
        <p:txBody>
          <a:bodyPr spcFirstLastPara="1" wrap="square" lIns="91425" tIns="91425" rIns="91425" bIns="91425" anchor="t" anchorCtr="0">
            <a:noAutofit/>
          </a:bodyPr>
          <a:lstStyle/>
          <a:p>
            <a:pPr marL="0" lvl="0" indent="0" algn="l" rtl="0">
              <a:spcBef>
                <a:spcPts val="600"/>
              </a:spcBef>
              <a:spcAft>
                <a:spcPts val="0"/>
              </a:spcAft>
              <a:buNone/>
            </a:pPr>
            <a:r>
              <a:rPr lang="en"/>
              <a:t>General strategy: </a:t>
            </a:r>
            <a:endParaRPr/>
          </a:p>
          <a:p>
            <a:pPr marL="457200" lvl="0" indent="-342900" algn="l" rtl="0">
              <a:spcBef>
                <a:spcPts val="600"/>
              </a:spcBef>
              <a:spcAft>
                <a:spcPts val="0"/>
              </a:spcAft>
              <a:buSzPts val="1800"/>
              <a:buChar char="●"/>
            </a:pPr>
            <a:r>
              <a:rPr lang="en"/>
              <a:t>Repeat for i = 0 to N - 1:</a:t>
            </a:r>
            <a:endParaRPr/>
          </a:p>
          <a:p>
            <a:pPr marL="914400" lvl="1" indent="-342900" algn="l" rtl="0">
              <a:spcBef>
                <a:spcPts val="0"/>
              </a:spcBef>
              <a:spcAft>
                <a:spcPts val="0"/>
              </a:spcAft>
              <a:buSzPts val="1800"/>
              <a:buChar char="○"/>
            </a:pPr>
            <a:r>
              <a:rPr lang="en"/>
              <a:t>Designate item i as the traveling item.</a:t>
            </a:r>
            <a:endParaRPr/>
          </a:p>
          <a:p>
            <a:pPr marL="914400" lvl="1" indent="-342900" algn="l" rtl="0">
              <a:spcBef>
                <a:spcPts val="600"/>
              </a:spcBef>
              <a:spcAft>
                <a:spcPts val="0"/>
              </a:spcAft>
              <a:buSzPts val="1800"/>
              <a:buChar char="○"/>
            </a:pPr>
            <a:r>
              <a:rPr lang="en" b="1"/>
              <a:t>Swap item backwards until traveller is in the right place among all previously examined items.</a:t>
            </a:r>
            <a:endParaRPr b="1"/>
          </a:p>
        </p:txBody>
      </p:sp>
      <p:sp>
        <p:nvSpPr>
          <p:cNvPr id="1131" name="Google Shape;1131;p72"/>
          <p:cNvSpPr/>
          <p:nvPr/>
        </p:nvSpPr>
        <p:spPr>
          <a:xfrm>
            <a:off x="2834175" y="2892875"/>
            <a:ext cx="495300" cy="495300"/>
          </a:xfrm>
          <a:prstGeom prst="rect">
            <a:avLst/>
          </a:prstGeom>
          <a:solidFill>
            <a:srgbClr val="D9D9D9"/>
          </a:solid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800">
                <a:latin typeface="Calibri"/>
                <a:ea typeface="Calibri"/>
                <a:cs typeface="Calibri"/>
                <a:sym typeface="Calibri"/>
              </a:rPr>
              <a:t>2</a:t>
            </a:r>
            <a:endParaRPr sz="1800">
              <a:latin typeface="Calibri"/>
              <a:ea typeface="Calibri"/>
              <a:cs typeface="Calibri"/>
              <a:sym typeface="Calibri"/>
            </a:endParaRPr>
          </a:p>
        </p:txBody>
      </p:sp>
      <p:sp>
        <p:nvSpPr>
          <p:cNvPr id="1132" name="Google Shape;1132;p72"/>
          <p:cNvSpPr/>
          <p:nvPr/>
        </p:nvSpPr>
        <p:spPr>
          <a:xfrm>
            <a:off x="3319364" y="2892875"/>
            <a:ext cx="495300" cy="495300"/>
          </a:xfrm>
          <a:prstGeom prst="rect">
            <a:avLst/>
          </a:prstGeom>
          <a:solidFill>
            <a:srgbClr val="D9D9D9"/>
          </a:solid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800">
                <a:latin typeface="Calibri"/>
                <a:ea typeface="Calibri"/>
                <a:cs typeface="Calibri"/>
                <a:sym typeface="Calibri"/>
              </a:rPr>
              <a:t>15</a:t>
            </a:r>
            <a:endParaRPr sz="1800">
              <a:latin typeface="Calibri"/>
              <a:ea typeface="Calibri"/>
              <a:cs typeface="Calibri"/>
              <a:sym typeface="Calibri"/>
            </a:endParaRPr>
          </a:p>
        </p:txBody>
      </p:sp>
      <p:sp>
        <p:nvSpPr>
          <p:cNvPr id="1133" name="Google Shape;1133;p72"/>
          <p:cNvSpPr/>
          <p:nvPr/>
        </p:nvSpPr>
        <p:spPr>
          <a:xfrm>
            <a:off x="3808705" y="2892875"/>
            <a:ext cx="495300" cy="495300"/>
          </a:xfrm>
          <a:prstGeom prst="rect">
            <a:avLst/>
          </a:prstGeom>
          <a:solidFill>
            <a:srgbClr val="D9D9D9"/>
          </a:solid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800">
                <a:latin typeface="Calibri"/>
                <a:ea typeface="Calibri"/>
                <a:cs typeface="Calibri"/>
                <a:sym typeface="Calibri"/>
              </a:rPr>
              <a:t>17</a:t>
            </a:r>
            <a:endParaRPr sz="1800">
              <a:latin typeface="Calibri"/>
              <a:ea typeface="Calibri"/>
              <a:cs typeface="Calibri"/>
              <a:sym typeface="Calibri"/>
            </a:endParaRPr>
          </a:p>
        </p:txBody>
      </p:sp>
      <p:sp>
        <p:nvSpPr>
          <p:cNvPr id="1134" name="Google Shape;1134;p72"/>
          <p:cNvSpPr/>
          <p:nvPr/>
        </p:nvSpPr>
        <p:spPr>
          <a:xfrm>
            <a:off x="4293894" y="2892875"/>
            <a:ext cx="495300" cy="495300"/>
          </a:xfrm>
          <a:prstGeom prst="rect">
            <a:avLst/>
          </a:prstGeom>
          <a:solidFill>
            <a:srgbClr val="D9D9D9"/>
          </a:solid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800">
                <a:latin typeface="Calibri"/>
                <a:ea typeface="Calibri"/>
                <a:cs typeface="Calibri"/>
                <a:sym typeface="Calibri"/>
              </a:rPr>
              <a:t>17</a:t>
            </a:r>
            <a:endParaRPr sz="1800">
              <a:latin typeface="Calibri"/>
              <a:ea typeface="Calibri"/>
              <a:cs typeface="Calibri"/>
              <a:sym typeface="Calibri"/>
            </a:endParaRPr>
          </a:p>
        </p:txBody>
      </p:sp>
      <p:sp>
        <p:nvSpPr>
          <p:cNvPr id="1135" name="Google Shape;1135;p72"/>
          <p:cNvSpPr/>
          <p:nvPr/>
        </p:nvSpPr>
        <p:spPr>
          <a:xfrm>
            <a:off x="4778636" y="2892875"/>
            <a:ext cx="495300" cy="495300"/>
          </a:xfrm>
          <a:prstGeom prst="rect">
            <a:avLst/>
          </a:prstGeom>
          <a:solidFill>
            <a:schemeClr val="accent3"/>
          </a:solid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800">
                <a:latin typeface="Calibri"/>
                <a:ea typeface="Calibri"/>
                <a:cs typeface="Calibri"/>
                <a:sym typeface="Calibri"/>
              </a:rPr>
              <a:t>17</a:t>
            </a:r>
            <a:endParaRPr sz="1800">
              <a:latin typeface="Calibri"/>
              <a:ea typeface="Calibri"/>
              <a:cs typeface="Calibri"/>
              <a:sym typeface="Calibri"/>
            </a:endParaRPr>
          </a:p>
        </p:txBody>
      </p:sp>
      <p:sp>
        <p:nvSpPr>
          <p:cNvPr id="1136" name="Google Shape;1136;p72"/>
          <p:cNvSpPr/>
          <p:nvPr/>
        </p:nvSpPr>
        <p:spPr>
          <a:xfrm>
            <a:off x="5263825" y="2892875"/>
            <a:ext cx="495300" cy="495300"/>
          </a:xfrm>
          <a:prstGeom prst="rect">
            <a:avLst/>
          </a:prstGeom>
          <a:solidFill>
            <a:srgbClr val="D9D9D9"/>
          </a:solid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800">
                <a:latin typeface="Calibri"/>
                <a:ea typeface="Calibri"/>
                <a:cs typeface="Calibri"/>
                <a:sym typeface="Calibri"/>
              </a:rPr>
              <a:t>19</a:t>
            </a:r>
            <a:endParaRPr sz="1800">
              <a:latin typeface="Calibri"/>
              <a:ea typeface="Calibri"/>
              <a:cs typeface="Calibri"/>
              <a:sym typeface="Calibri"/>
            </a:endParaRPr>
          </a:p>
        </p:txBody>
      </p:sp>
      <p:sp>
        <p:nvSpPr>
          <p:cNvPr id="1137" name="Google Shape;1137;p72"/>
          <p:cNvSpPr/>
          <p:nvPr/>
        </p:nvSpPr>
        <p:spPr>
          <a:xfrm>
            <a:off x="5753166" y="2892875"/>
            <a:ext cx="495300" cy="495300"/>
          </a:xfrm>
          <a:prstGeom prst="rect">
            <a:avLst/>
          </a:prstGeom>
          <a:solidFill>
            <a:srgbClr val="D9D9D9"/>
          </a:solid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800">
                <a:latin typeface="Calibri"/>
                <a:ea typeface="Calibri"/>
                <a:cs typeface="Calibri"/>
                <a:sym typeface="Calibri"/>
              </a:rPr>
              <a:t>26</a:t>
            </a:r>
            <a:endParaRPr sz="1800">
              <a:latin typeface="Calibri"/>
              <a:ea typeface="Calibri"/>
              <a:cs typeface="Calibri"/>
              <a:sym typeface="Calibri"/>
            </a:endParaRPr>
          </a:p>
        </p:txBody>
      </p:sp>
      <p:sp>
        <p:nvSpPr>
          <p:cNvPr id="1138" name="Google Shape;1138;p72"/>
          <p:cNvSpPr/>
          <p:nvPr/>
        </p:nvSpPr>
        <p:spPr>
          <a:xfrm>
            <a:off x="6238355" y="2892875"/>
            <a:ext cx="495300" cy="495300"/>
          </a:xfrm>
          <a:prstGeom prst="rect">
            <a:avLst/>
          </a:prstGeom>
          <a:solidFill>
            <a:srgbClr val="D9D9D9"/>
          </a:solid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800">
                <a:latin typeface="Calibri"/>
                <a:ea typeface="Calibri"/>
                <a:cs typeface="Calibri"/>
                <a:sym typeface="Calibri"/>
              </a:rPr>
              <a:t>32</a:t>
            </a:r>
            <a:endParaRPr sz="1800">
              <a:latin typeface="Calibri"/>
              <a:ea typeface="Calibri"/>
              <a:cs typeface="Calibri"/>
              <a:sym typeface="Calibri"/>
            </a:endParaRPr>
          </a:p>
        </p:txBody>
      </p:sp>
      <p:sp>
        <p:nvSpPr>
          <p:cNvPr id="1139" name="Google Shape;1139;p72"/>
          <p:cNvSpPr/>
          <p:nvPr/>
        </p:nvSpPr>
        <p:spPr>
          <a:xfrm>
            <a:off x="6727730" y="2892875"/>
            <a:ext cx="495300" cy="495300"/>
          </a:xfrm>
          <a:prstGeom prst="rect">
            <a:avLst/>
          </a:prstGeom>
          <a:solidFill>
            <a:srgbClr val="D9D9D9"/>
          </a:solid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800">
                <a:latin typeface="Calibri"/>
                <a:ea typeface="Calibri"/>
                <a:cs typeface="Calibri"/>
                <a:sym typeface="Calibri"/>
              </a:rPr>
              <a:t>41</a:t>
            </a:r>
            <a:endParaRPr sz="1800">
              <a:latin typeface="Calibri"/>
              <a:ea typeface="Calibri"/>
              <a:cs typeface="Calibri"/>
              <a:sym typeface="Calibri"/>
            </a:endParaRPr>
          </a:p>
        </p:txBody>
      </p:sp>
      <p:sp>
        <p:nvSpPr>
          <p:cNvPr id="1140" name="Google Shape;1140;p72"/>
          <p:cNvSpPr txBox="1"/>
          <p:nvPr/>
        </p:nvSpPr>
        <p:spPr>
          <a:xfrm>
            <a:off x="6840036" y="3364800"/>
            <a:ext cx="495300" cy="4953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600">
                <a:latin typeface="Consolas"/>
                <a:ea typeface="Consolas"/>
                <a:cs typeface="Consolas"/>
                <a:sym typeface="Consolas"/>
              </a:rPr>
              <a:t>i</a:t>
            </a:r>
            <a:endParaRPr sz="1600">
              <a:latin typeface="Consolas"/>
              <a:ea typeface="Consolas"/>
              <a:cs typeface="Consolas"/>
              <a:sym typeface="Consolas"/>
            </a:endParaRPr>
          </a:p>
        </p:txBody>
      </p:sp>
      <p:sp>
        <p:nvSpPr>
          <p:cNvPr id="1141" name="Google Shape;1141;p72"/>
          <p:cNvSpPr txBox="1"/>
          <p:nvPr/>
        </p:nvSpPr>
        <p:spPr>
          <a:xfrm>
            <a:off x="4892593" y="3706834"/>
            <a:ext cx="495300" cy="4953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600">
                <a:latin typeface="Consolas"/>
                <a:ea typeface="Consolas"/>
                <a:cs typeface="Consolas"/>
                <a:sym typeface="Consolas"/>
              </a:rPr>
              <a:t>j</a:t>
            </a:r>
            <a:endParaRPr sz="1600">
              <a:latin typeface="Consolas"/>
              <a:ea typeface="Consolas"/>
              <a:cs typeface="Consolas"/>
              <a:sym typeface="Consolas"/>
            </a:endParaRPr>
          </a:p>
        </p:txBody>
      </p:sp>
      <p:sp>
        <p:nvSpPr>
          <p:cNvPr id="1142" name="Google Shape;1142;p72"/>
          <p:cNvSpPr txBox="1"/>
          <p:nvPr/>
        </p:nvSpPr>
        <p:spPr>
          <a:xfrm>
            <a:off x="166800" y="4316400"/>
            <a:ext cx="8972700" cy="827100"/>
          </a:xfrm>
          <a:prstGeom prst="rect">
            <a:avLst/>
          </a:prstGeom>
          <a:noFill/>
          <a:ln>
            <a:noFill/>
          </a:ln>
        </p:spPr>
        <p:txBody>
          <a:bodyPr spcFirstLastPara="1" wrap="square" lIns="91425" tIns="91425" rIns="91425" bIns="91425" anchor="ctr" anchorCtr="0">
            <a:noAutofit/>
          </a:bodyPr>
          <a:lstStyle/>
          <a:p>
            <a:pPr marL="0" lvl="0" indent="0" algn="l" rtl="0">
              <a:spcBef>
                <a:spcPts val="480"/>
              </a:spcBef>
              <a:spcAft>
                <a:spcPts val="0"/>
              </a:spcAft>
              <a:buNone/>
            </a:pPr>
            <a:r>
              <a:rPr lang="en" sz="1800">
                <a:solidFill>
                  <a:schemeClr val="dk1"/>
                </a:solidFill>
                <a:latin typeface="Roboto"/>
                <a:ea typeface="Roboto"/>
                <a:cs typeface="Roboto"/>
                <a:sym typeface="Roboto"/>
              </a:rPr>
              <a:t>In example above: Use j pointer to track current spot of traveling item.</a:t>
            </a:r>
            <a:endParaRPr sz="1800">
              <a:latin typeface="Roboto"/>
              <a:ea typeface="Roboto"/>
              <a:cs typeface="Roboto"/>
              <a:sym typeface="Roboto"/>
            </a:endParaRPr>
          </a:p>
        </p:txBody>
      </p:sp>
      <p:sp>
        <p:nvSpPr>
          <p:cNvPr id="1143" name="Google Shape;1143;p72"/>
          <p:cNvSpPr txBox="1"/>
          <p:nvPr/>
        </p:nvSpPr>
        <p:spPr>
          <a:xfrm>
            <a:off x="1294775" y="2892875"/>
            <a:ext cx="948300" cy="4953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sz="1800">
                <a:latin typeface="Roboto"/>
                <a:ea typeface="Roboto"/>
                <a:cs typeface="Roboto"/>
                <a:sym typeface="Roboto"/>
              </a:rPr>
              <a:t>Input:</a:t>
            </a:r>
            <a:endParaRPr sz="1800">
              <a:latin typeface="Roboto"/>
              <a:ea typeface="Roboto"/>
              <a:cs typeface="Roboto"/>
              <a:sym typeface="Roboto"/>
            </a:endParaRPr>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Shape 1147"/>
        <p:cNvGrpSpPr/>
        <p:nvPr/>
      </p:nvGrpSpPr>
      <p:grpSpPr>
        <a:xfrm>
          <a:off x="0" y="0"/>
          <a:ext cx="0" cy="0"/>
          <a:chOff x="0" y="0"/>
          <a:chExt cx="0" cy="0"/>
        </a:xfrm>
      </p:grpSpPr>
      <p:sp>
        <p:nvSpPr>
          <p:cNvPr id="1148" name="Google Shape;1148;p73"/>
          <p:cNvSpPr txBox="1">
            <a:spLocks noGrp="1"/>
          </p:cNvSpPr>
          <p:nvPr>
            <p:ph type="title"/>
          </p:nvPr>
        </p:nvSpPr>
        <p:spPr>
          <a:xfrm>
            <a:off x="0" y="0"/>
            <a:ext cx="8520600" cy="3936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buFont typeface="Arial"/>
              <a:buNone/>
            </a:pPr>
            <a:r>
              <a:rPr lang="en"/>
              <a:t>In-place Insertion Sort</a:t>
            </a:r>
            <a:endParaRPr/>
          </a:p>
        </p:txBody>
      </p:sp>
      <p:sp>
        <p:nvSpPr>
          <p:cNvPr id="1149" name="Google Shape;1149;p73"/>
          <p:cNvSpPr txBox="1">
            <a:spLocks noGrp="1"/>
          </p:cNvSpPr>
          <p:nvPr>
            <p:ph type="body" idx="1"/>
          </p:nvPr>
        </p:nvSpPr>
        <p:spPr>
          <a:xfrm>
            <a:off x="107044" y="402200"/>
            <a:ext cx="8520600" cy="3416400"/>
          </a:xfrm>
          <a:prstGeom prst="rect">
            <a:avLst/>
          </a:prstGeom>
        </p:spPr>
        <p:txBody>
          <a:bodyPr spcFirstLastPara="1" wrap="square" lIns="91425" tIns="91425" rIns="91425" bIns="91425" anchor="t" anchorCtr="0">
            <a:noAutofit/>
          </a:bodyPr>
          <a:lstStyle/>
          <a:p>
            <a:pPr marL="0" lvl="0" indent="0" algn="l" rtl="0">
              <a:spcBef>
                <a:spcPts val="600"/>
              </a:spcBef>
              <a:spcAft>
                <a:spcPts val="0"/>
              </a:spcAft>
              <a:buNone/>
            </a:pPr>
            <a:r>
              <a:rPr lang="en"/>
              <a:t>General strategy: </a:t>
            </a:r>
            <a:endParaRPr/>
          </a:p>
          <a:p>
            <a:pPr marL="457200" lvl="0" indent="-342900" algn="l" rtl="0">
              <a:spcBef>
                <a:spcPts val="600"/>
              </a:spcBef>
              <a:spcAft>
                <a:spcPts val="0"/>
              </a:spcAft>
              <a:buSzPts val="1800"/>
              <a:buChar char="●"/>
            </a:pPr>
            <a:r>
              <a:rPr lang="en"/>
              <a:t>Repeat for i = 0 to N - 1:</a:t>
            </a:r>
            <a:endParaRPr/>
          </a:p>
          <a:p>
            <a:pPr marL="914400" lvl="1" indent="-342900" algn="l" rtl="0">
              <a:spcBef>
                <a:spcPts val="0"/>
              </a:spcBef>
              <a:spcAft>
                <a:spcPts val="0"/>
              </a:spcAft>
              <a:buSzPts val="1800"/>
              <a:buChar char="○"/>
            </a:pPr>
            <a:r>
              <a:rPr lang="en"/>
              <a:t>Designate item i as the traveling item.</a:t>
            </a:r>
            <a:endParaRPr/>
          </a:p>
          <a:p>
            <a:pPr marL="914400" lvl="1" indent="-342900" algn="l" rtl="0">
              <a:spcBef>
                <a:spcPts val="600"/>
              </a:spcBef>
              <a:spcAft>
                <a:spcPts val="0"/>
              </a:spcAft>
              <a:buSzPts val="1800"/>
              <a:buChar char="○"/>
            </a:pPr>
            <a:r>
              <a:rPr lang="en" b="1"/>
              <a:t>Swap item backwards until traveller is in the right place among all previously examined items.</a:t>
            </a:r>
            <a:endParaRPr b="1"/>
          </a:p>
        </p:txBody>
      </p:sp>
      <p:sp>
        <p:nvSpPr>
          <p:cNvPr id="1150" name="Google Shape;1150;p73"/>
          <p:cNvSpPr/>
          <p:nvPr/>
        </p:nvSpPr>
        <p:spPr>
          <a:xfrm>
            <a:off x="2834175" y="2892875"/>
            <a:ext cx="495300" cy="495300"/>
          </a:xfrm>
          <a:prstGeom prst="rect">
            <a:avLst/>
          </a:prstGeom>
          <a:solidFill>
            <a:srgbClr val="D9D9D9"/>
          </a:solid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800">
                <a:latin typeface="Calibri"/>
                <a:ea typeface="Calibri"/>
                <a:cs typeface="Calibri"/>
                <a:sym typeface="Calibri"/>
              </a:rPr>
              <a:t>2</a:t>
            </a:r>
            <a:endParaRPr sz="1800">
              <a:latin typeface="Calibri"/>
              <a:ea typeface="Calibri"/>
              <a:cs typeface="Calibri"/>
              <a:sym typeface="Calibri"/>
            </a:endParaRPr>
          </a:p>
        </p:txBody>
      </p:sp>
      <p:sp>
        <p:nvSpPr>
          <p:cNvPr id="1151" name="Google Shape;1151;p73"/>
          <p:cNvSpPr/>
          <p:nvPr/>
        </p:nvSpPr>
        <p:spPr>
          <a:xfrm>
            <a:off x="3319364" y="2892875"/>
            <a:ext cx="495300" cy="495300"/>
          </a:xfrm>
          <a:prstGeom prst="rect">
            <a:avLst/>
          </a:prstGeom>
          <a:solidFill>
            <a:srgbClr val="D9D9D9"/>
          </a:solid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800">
                <a:latin typeface="Calibri"/>
                <a:ea typeface="Calibri"/>
                <a:cs typeface="Calibri"/>
                <a:sym typeface="Calibri"/>
              </a:rPr>
              <a:t>15</a:t>
            </a:r>
            <a:endParaRPr sz="1800">
              <a:latin typeface="Calibri"/>
              <a:ea typeface="Calibri"/>
              <a:cs typeface="Calibri"/>
              <a:sym typeface="Calibri"/>
            </a:endParaRPr>
          </a:p>
        </p:txBody>
      </p:sp>
      <p:sp>
        <p:nvSpPr>
          <p:cNvPr id="1152" name="Google Shape;1152;p73"/>
          <p:cNvSpPr/>
          <p:nvPr/>
        </p:nvSpPr>
        <p:spPr>
          <a:xfrm>
            <a:off x="3808705" y="2892875"/>
            <a:ext cx="495300" cy="495300"/>
          </a:xfrm>
          <a:prstGeom prst="rect">
            <a:avLst/>
          </a:prstGeom>
          <a:solidFill>
            <a:srgbClr val="D9D9D9"/>
          </a:solid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800">
                <a:latin typeface="Calibri"/>
                <a:ea typeface="Calibri"/>
                <a:cs typeface="Calibri"/>
                <a:sym typeface="Calibri"/>
              </a:rPr>
              <a:t>17</a:t>
            </a:r>
            <a:endParaRPr sz="1800">
              <a:latin typeface="Calibri"/>
              <a:ea typeface="Calibri"/>
              <a:cs typeface="Calibri"/>
              <a:sym typeface="Calibri"/>
            </a:endParaRPr>
          </a:p>
        </p:txBody>
      </p:sp>
      <p:sp>
        <p:nvSpPr>
          <p:cNvPr id="1153" name="Google Shape;1153;p73"/>
          <p:cNvSpPr/>
          <p:nvPr/>
        </p:nvSpPr>
        <p:spPr>
          <a:xfrm>
            <a:off x="4293894" y="2892875"/>
            <a:ext cx="495300" cy="495300"/>
          </a:xfrm>
          <a:prstGeom prst="rect">
            <a:avLst/>
          </a:prstGeom>
          <a:solidFill>
            <a:srgbClr val="D9D9D9"/>
          </a:solid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800">
                <a:latin typeface="Calibri"/>
                <a:ea typeface="Calibri"/>
                <a:cs typeface="Calibri"/>
                <a:sym typeface="Calibri"/>
              </a:rPr>
              <a:t>17</a:t>
            </a:r>
            <a:endParaRPr sz="1800">
              <a:latin typeface="Calibri"/>
              <a:ea typeface="Calibri"/>
              <a:cs typeface="Calibri"/>
              <a:sym typeface="Calibri"/>
            </a:endParaRPr>
          </a:p>
        </p:txBody>
      </p:sp>
      <p:sp>
        <p:nvSpPr>
          <p:cNvPr id="1154" name="Google Shape;1154;p73"/>
          <p:cNvSpPr/>
          <p:nvPr/>
        </p:nvSpPr>
        <p:spPr>
          <a:xfrm>
            <a:off x="4778636" y="2892875"/>
            <a:ext cx="495300" cy="495300"/>
          </a:xfrm>
          <a:prstGeom prst="rect">
            <a:avLst/>
          </a:prstGeom>
          <a:solidFill>
            <a:srgbClr val="D9D9D9"/>
          </a:solid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800">
                <a:latin typeface="Calibri"/>
                <a:ea typeface="Calibri"/>
                <a:cs typeface="Calibri"/>
                <a:sym typeface="Calibri"/>
              </a:rPr>
              <a:t>17</a:t>
            </a:r>
            <a:endParaRPr sz="1800">
              <a:latin typeface="Calibri"/>
              <a:ea typeface="Calibri"/>
              <a:cs typeface="Calibri"/>
              <a:sym typeface="Calibri"/>
            </a:endParaRPr>
          </a:p>
        </p:txBody>
      </p:sp>
      <p:sp>
        <p:nvSpPr>
          <p:cNvPr id="1155" name="Google Shape;1155;p73"/>
          <p:cNvSpPr/>
          <p:nvPr/>
        </p:nvSpPr>
        <p:spPr>
          <a:xfrm>
            <a:off x="5263825" y="2892875"/>
            <a:ext cx="495300" cy="495300"/>
          </a:xfrm>
          <a:prstGeom prst="rect">
            <a:avLst/>
          </a:prstGeom>
          <a:solidFill>
            <a:srgbClr val="D9D9D9"/>
          </a:solid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800">
                <a:latin typeface="Calibri"/>
                <a:ea typeface="Calibri"/>
                <a:cs typeface="Calibri"/>
                <a:sym typeface="Calibri"/>
              </a:rPr>
              <a:t>19</a:t>
            </a:r>
            <a:endParaRPr sz="1800">
              <a:latin typeface="Calibri"/>
              <a:ea typeface="Calibri"/>
              <a:cs typeface="Calibri"/>
              <a:sym typeface="Calibri"/>
            </a:endParaRPr>
          </a:p>
        </p:txBody>
      </p:sp>
      <p:sp>
        <p:nvSpPr>
          <p:cNvPr id="1156" name="Google Shape;1156;p73"/>
          <p:cNvSpPr/>
          <p:nvPr/>
        </p:nvSpPr>
        <p:spPr>
          <a:xfrm>
            <a:off x="5753166" y="2892875"/>
            <a:ext cx="495300" cy="495300"/>
          </a:xfrm>
          <a:prstGeom prst="rect">
            <a:avLst/>
          </a:prstGeom>
          <a:solidFill>
            <a:srgbClr val="D9D9D9"/>
          </a:solid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800">
                <a:latin typeface="Calibri"/>
                <a:ea typeface="Calibri"/>
                <a:cs typeface="Calibri"/>
                <a:sym typeface="Calibri"/>
              </a:rPr>
              <a:t>26</a:t>
            </a:r>
            <a:endParaRPr sz="1800">
              <a:latin typeface="Calibri"/>
              <a:ea typeface="Calibri"/>
              <a:cs typeface="Calibri"/>
              <a:sym typeface="Calibri"/>
            </a:endParaRPr>
          </a:p>
        </p:txBody>
      </p:sp>
      <p:sp>
        <p:nvSpPr>
          <p:cNvPr id="1157" name="Google Shape;1157;p73"/>
          <p:cNvSpPr/>
          <p:nvPr/>
        </p:nvSpPr>
        <p:spPr>
          <a:xfrm>
            <a:off x="6238355" y="2892875"/>
            <a:ext cx="495300" cy="495300"/>
          </a:xfrm>
          <a:prstGeom prst="rect">
            <a:avLst/>
          </a:prstGeom>
          <a:solidFill>
            <a:srgbClr val="D9D9D9"/>
          </a:solid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800">
                <a:latin typeface="Calibri"/>
                <a:ea typeface="Calibri"/>
                <a:cs typeface="Calibri"/>
                <a:sym typeface="Calibri"/>
              </a:rPr>
              <a:t>32</a:t>
            </a:r>
            <a:endParaRPr sz="1800">
              <a:latin typeface="Calibri"/>
              <a:ea typeface="Calibri"/>
              <a:cs typeface="Calibri"/>
              <a:sym typeface="Calibri"/>
            </a:endParaRPr>
          </a:p>
        </p:txBody>
      </p:sp>
      <p:sp>
        <p:nvSpPr>
          <p:cNvPr id="1158" name="Google Shape;1158;p73"/>
          <p:cNvSpPr/>
          <p:nvPr/>
        </p:nvSpPr>
        <p:spPr>
          <a:xfrm>
            <a:off x="6727730" y="2892875"/>
            <a:ext cx="495300" cy="495300"/>
          </a:xfrm>
          <a:prstGeom prst="rect">
            <a:avLst/>
          </a:prstGeom>
          <a:solidFill>
            <a:srgbClr val="D9D9D9"/>
          </a:solid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800">
                <a:latin typeface="Calibri"/>
                <a:ea typeface="Calibri"/>
                <a:cs typeface="Calibri"/>
                <a:sym typeface="Calibri"/>
              </a:rPr>
              <a:t>41</a:t>
            </a:r>
            <a:endParaRPr sz="1800">
              <a:latin typeface="Calibri"/>
              <a:ea typeface="Calibri"/>
              <a:cs typeface="Calibri"/>
              <a:sym typeface="Calibri"/>
            </a:endParaRPr>
          </a:p>
        </p:txBody>
      </p:sp>
      <p:sp>
        <p:nvSpPr>
          <p:cNvPr id="1159" name="Google Shape;1159;p73"/>
          <p:cNvSpPr txBox="1"/>
          <p:nvPr/>
        </p:nvSpPr>
        <p:spPr>
          <a:xfrm>
            <a:off x="1294775" y="2892875"/>
            <a:ext cx="948300" cy="4953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sz="1800">
                <a:latin typeface="Roboto"/>
                <a:ea typeface="Roboto"/>
                <a:cs typeface="Roboto"/>
                <a:sym typeface="Roboto"/>
              </a:rPr>
              <a:t>Input:</a:t>
            </a:r>
            <a:endParaRPr sz="1800">
              <a:latin typeface="Roboto"/>
              <a:ea typeface="Roboto"/>
              <a:cs typeface="Roboto"/>
              <a:sym typeface="Roboto"/>
            </a:endParaRPr>
          </a:p>
        </p:txBody>
      </p:sp>
      <p:sp>
        <p:nvSpPr>
          <p:cNvPr id="1160" name="Google Shape;1160;p73"/>
          <p:cNvSpPr txBox="1"/>
          <p:nvPr/>
        </p:nvSpPr>
        <p:spPr>
          <a:xfrm>
            <a:off x="6840036" y="3364800"/>
            <a:ext cx="495300" cy="4953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600">
                <a:latin typeface="Consolas"/>
                <a:ea typeface="Consolas"/>
                <a:cs typeface="Consolas"/>
                <a:sym typeface="Consolas"/>
              </a:rPr>
              <a:t>i</a:t>
            </a:r>
            <a:endParaRPr sz="1600">
              <a:latin typeface="Consolas"/>
              <a:ea typeface="Consolas"/>
              <a:cs typeface="Consolas"/>
              <a:sym typeface="Consolas"/>
            </a:endParaRPr>
          </a:p>
        </p:txBody>
      </p:sp>
      <p:sp>
        <p:nvSpPr>
          <p:cNvPr id="1161" name="Google Shape;1161;p73"/>
          <p:cNvSpPr txBox="1"/>
          <p:nvPr/>
        </p:nvSpPr>
        <p:spPr>
          <a:xfrm>
            <a:off x="4881264" y="3706834"/>
            <a:ext cx="495300" cy="4953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600">
                <a:latin typeface="Consolas"/>
                <a:ea typeface="Consolas"/>
                <a:cs typeface="Consolas"/>
                <a:sym typeface="Consolas"/>
              </a:rPr>
              <a:t>j</a:t>
            </a:r>
            <a:endParaRPr sz="1600">
              <a:latin typeface="Consolas"/>
              <a:ea typeface="Consolas"/>
              <a:cs typeface="Consolas"/>
              <a:sym typeface="Consolas"/>
            </a:endParaRPr>
          </a:p>
        </p:txBody>
      </p:sp>
      <p:sp>
        <p:nvSpPr>
          <p:cNvPr id="1162" name="Google Shape;1162;p73"/>
          <p:cNvSpPr txBox="1"/>
          <p:nvPr/>
        </p:nvSpPr>
        <p:spPr>
          <a:xfrm>
            <a:off x="166800" y="4316400"/>
            <a:ext cx="8972700" cy="827100"/>
          </a:xfrm>
          <a:prstGeom prst="rect">
            <a:avLst/>
          </a:prstGeom>
          <a:noFill/>
          <a:ln>
            <a:noFill/>
          </a:ln>
        </p:spPr>
        <p:txBody>
          <a:bodyPr spcFirstLastPara="1" wrap="square" lIns="91425" tIns="91425" rIns="91425" bIns="91425" anchor="ctr" anchorCtr="0">
            <a:noAutofit/>
          </a:bodyPr>
          <a:lstStyle/>
          <a:p>
            <a:pPr marL="0" lvl="0" indent="0" algn="l" rtl="0">
              <a:spcBef>
                <a:spcPts val="480"/>
              </a:spcBef>
              <a:spcAft>
                <a:spcPts val="0"/>
              </a:spcAft>
              <a:buNone/>
            </a:pPr>
            <a:r>
              <a:rPr lang="en" sz="1800">
                <a:solidFill>
                  <a:schemeClr val="dk1"/>
                </a:solidFill>
                <a:latin typeface="Roboto"/>
                <a:ea typeface="Roboto"/>
                <a:cs typeface="Roboto"/>
                <a:sym typeface="Roboto"/>
              </a:rPr>
              <a:t>In example above: Use j pointer to track current spot of traveling item.</a:t>
            </a:r>
            <a:endParaRPr sz="1800">
              <a:latin typeface="Roboto"/>
              <a:ea typeface="Roboto"/>
              <a:cs typeface="Roboto"/>
              <a:sym typeface="Roboto"/>
            </a:endParaRPr>
          </a:p>
        </p:txBody>
      </p:sp>
      <p:sp>
        <p:nvSpPr>
          <p:cNvPr id="1163" name="Google Shape;1163;p73"/>
          <p:cNvSpPr/>
          <p:nvPr/>
        </p:nvSpPr>
        <p:spPr>
          <a:xfrm rot="-5400000">
            <a:off x="4901150" y="519375"/>
            <a:ext cx="260700" cy="4370400"/>
          </a:xfrm>
          <a:prstGeom prst="rightBrace">
            <a:avLst>
              <a:gd name="adj1" fmla="val 8333"/>
              <a:gd name="adj2" fmla="val 50000"/>
            </a:avLst>
          </a:prstGeom>
          <a:noFill/>
          <a:ln w="19050" cap="flat" cmpd="sng">
            <a:solidFill>
              <a:srgbClr val="66666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64" name="Google Shape;1164;p73"/>
          <p:cNvSpPr txBox="1"/>
          <p:nvPr/>
        </p:nvSpPr>
        <p:spPr>
          <a:xfrm>
            <a:off x="4680542" y="2237025"/>
            <a:ext cx="849900" cy="3372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a:t>sorted</a:t>
            </a:r>
            <a:endParaRPr/>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Shape 1168"/>
        <p:cNvGrpSpPr/>
        <p:nvPr/>
      </p:nvGrpSpPr>
      <p:grpSpPr>
        <a:xfrm>
          <a:off x="0" y="0"/>
          <a:ext cx="0" cy="0"/>
          <a:chOff x="0" y="0"/>
          <a:chExt cx="0" cy="0"/>
        </a:xfrm>
      </p:grpSpPr>
      <p:sp>
        <p:nvSpPr>
          <p:cNvPr id="1169" name="Google Shape;1169;p74"/>
          <p:cNvSpPr txBox="1">
            <a:spLocks noGrp="1"/>
          </p:cNvSpPr>
          <p:nvPr>
            <p:ph type="subTitle" idx="2"/>
          </p:nvPr>
        </p:nvSpPr>
        <p:spPr>
          <a:xfrm>
            <a:off x="177925" y="4068000"/>
            <a:ext cx="4158000" cy="393600"/>
          </a:xfrm>
          <a:prstGeom prst="rect">
            <a:avLst/>
          </a:prstGeom>
        </p:spPr>
        <p:txBody>
          <a:bodyPr spcFirstLastPara="1" wrap="square" lIns="91425" tIns="91425" rIns="91425" bIns="91425" anchor="ctr" anchorCtr="0">
            <a:noAutofit/>
          </a:bodyPr>
          <a:lstStyle/>
          <a:p>
            <a:pPr marL="0" lvl="0" indent="0" algn="l" rtl="0">
              <a:spcBef>
                <a:spcPts val="600"/>
              </a:spcBef>
              <a:spcAft>
                <a:spcPts val="0"/>
              </a:spcAft>
              <a:buNone/>
            </a:pPr>
            <a:r>
              <a:rPr lang="en"/>
              <a:t>Lecture 30, CS61B, Fall 2023</a:t>
            </a:r>
            <a:endParaRPr/>
          </a:p>
        </p:txBody>
      </p:sp>
      <p:sp>
        <p:nvSpPr>
          <p:cNvPr id="1170" name="Google Shape;1170;p74"/>
          <p:cNvSpPr txBox="1">
            <a:spLocks noGrp="1"/>
          </p:cNvSpPr>
          <p:nvPr>
            <p:ph type="title"/>
          </p:nvPr>
        </p:nvSpPr>
        <p:spPr>
          <a:xfrm>
            <a:off x="177925" y="2003300"/>
            <a:ext cx="4038000" cy="20379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a:t>Insertion Sort Runtime</a:t>
            </a:r>
            <a:endParaRPr/>
          </a:p>
        </p:txBody>
      </p:sp>
      <p:sp>
        <p:nvSpPr>
          <p:cNvPr id="1171" name="Google Shape;1171;p74"/>
          <p:cNvSpPr txBox="1">
            <a:spLocks noGrp="1"/>
          </p:cNvSpPr>
          <p:nvPr>
            <p:ph type="body" idx="1"/>
          </p:nvPr>
        </p:nvSpPr>
        <p:spPr>
          <a:xfrm>
            <a:off x="4812375" y="402198"/>
            <a:ext cx="3999900" cy="4260900"/>
          </a:xfrm>
          <a:prstGeom prst="rect">
            <a:avLst/>
          </a:prstGeom>
        </p:spPr>
        <p:txBody>
          <a:bodyPr spcFirstLastPara="1" wrap="square" lIns="91425" tIns="91425" rIns="91425" bIns="91425" anchor="ctr" anchorCtr="0">
            <a:noAutofit/>
          </a:bodyPr>
          <a:lstStyle/>
          <a:p>
            <a:pPr marL="0" lvl="0" indent="0" algn="l" rtl="0">
              <a:spcBef>
                <a:spcPts val="600"/>
              </a:spcBef>
              <a:spcAft>
                <a:spcPts val="0"/>
              </a:spcAft>
              <a:buNone/>
            </a:pPr>
            <a:r>
              <a:rPr lang="en" b="1">
                <a:solidFill>
                  <a:schemeClr val="accent3"/>
                </a:solidFill>
                <a:latin typeface="Roboto"/>
                <a:ea typeface="Roboto"/>
                <a:cs typeface="Roboto"/>
                <a:sym typeface="Roboto"/>
              </a:rPr>
              <a:t>Insertion Sort</a:t>
            </a:r>
            <a:endParaRPr/>
          </a:p>
          <a:p>
            <a:pPr marL="457200" lvl="0" indent="-342900" algn="l" rtl="0">
              <a:spcBef>
                <a:spcPts val="600"/>
              </a:spcBef>
              <a:spcAft>
                <a:spcPts val="0"/>
              </a:spcAft>
              <a:buSzPts val="1800"/>
              <a:buChar char="•"/>
            </a:pPr>
            <a:r>
              <a:rPr lang="en"/>
              <a:t>Naive Insertion Sort</a:t>
            </a:r>
            <a:endParaRPr/>
          </a:p>
          <a:p>
            <a:pPr marL="457200" lvl="0" indent="-342900" algn="l" rtl="0">
              <a:spcBef>
                <a:spcPts val="0"/>
              </a:spcBef>
              <a:spcAft>
                <a:spcPts val="0"/>
              </a:spcAft>
              <a:buSzPts val="1800"/>
              <a:buChar char="•"/>
            </a:pPr>
            <a:r>
              <a:rPr lang="en"/>
              <a:t>In-Place Insertion Sort</a:t>
            </a:r>
            <a:endParaRPr/>
          </a:p>
          <a:p>
            <a:pPr marL="457200" lvl="0" indent="-342900" algn="l" rtl="0">
              <a:spcBef>
                <a:spcPts val="0"/>
              </a:spcBef>
              <a:spcAft>
                <a:spcPts val="0"/>
              </a:spcAft>
              <a:buClr>
                <a:schemeClr val="accent3"/>
              </a:buClr>
              <a:buSzPts val="1800"/>
              <a:buFont typeface="Roboto"/>
              <a:buChar char="•"/>
            </a:pPr>
            <a:r>
              <a:rPr lang="en" b="1">
                <a:solidFill>
                  <a:schemeClr val="accent3"/>
                </a:solidFill>
                <a:latin typeface="Roboto"/>
                <a:ea typeface="Roboto"/>
                <a:cs typeface="Roboto"/>
                <a:sym typeface="Roboto"/>
              </a:rPr>
              <a:t>Insertion Sort Runtime</a:t>
            </a:r>
            <a:endParaRPr b="1">
              <a:solidFill>
                <a:schemeClr val="accent3"/>
              </a:solidFill>
              <a:latin typeface="Roboto"/>
              <a:ea typeface="Roboto"/>
              <a:cs typeface="Roboto"/>
              <a:sym typeface="Roboto"/>
            </a:endParaRPr>
          </a:p>
          <a:p>
            <a:pPr marL="0" lvl="0" indent="0" algn="l" rtl="0">
              <a:spcBef>
                <a:spcPts val="600"/>
              </a:spcBef>
              <a:spcAft>
                <a:spcPts val="0"/>
              </a:spcAft>
              <a:buNone/>
            </a:pPr>
            <a:r>
              <a:rPr lang="en"/>
              <a:t>Quicksort</a:t>
            </a:r>
            <a:endParaRPr b="1">
              <a:solidFill>
                <a:schemeClr val="accent3"/>
              </a:solidFill>
              <a:latin typeface="Roboto"/>
              <a:ea typeface="Roboto"/>
              <a:cs typeface="Roboto"/>
              <a:sym typeface="Roboto"/>
            </a:endParaRPr>
          </a:p>
          <a:p>
            <a:pPr marL="457200" lvl="0" indent="-342900" algn="l" rtl="0">
              <a:spcBef>
                <a:spcPts val="600"/>
              </a:spcBef>
              <a:spcAft>
                <a:spcPts val="0"/>
              </a:spcAft>
              <a:buSzPts val="1800"/>
              <a:buChar char="•"/>
            </a:pPr>
            <a:r>
              <a:rPr lang="en"/>
              <a:t>Quicksort Backstory,</a:t>
            </a:r>
            <a:br>
              <a:rPr lang="en"/>
            </a:br>
            <a:r>
              <a:rPr lang="en"/>
              <a:t>Partitioning</a:t>
            </a:r>
            <a:endParaRPr/>
          </a:p>
          <a:p>
            <a:pPr marL="457200" lvl="0" indent="-342900" algn="l" rtl="0">
              <a:spcBef>
                <a:spcPts val="0"/>
              </a:spcBef>
              <a:spcAft>
                <a:spcPts val="0"/>
              </a:spcAft>
              <a:buSzPts val="1800"/>
              <a:buChar char="•"/>
            </a:pPr>
            <a:r>
              <a:rPr lang="en"/>
              <a:t>Quicksort</a:t>
            </a:r>
            <a:endParaRPr/>
          </a:p>
          <a:p>
            <a:pPr marL="0" lvl="0" indent="0" algn="l" rtl="0">
              <a:spcBef>
                <a:spcPts val="600"/>
              </a:spcBef>
              <a:spcAft>
                <a:spcPts val="0"/>
              </a:spcAft>
              <a:buNone/>
            </a:pPr>
            <a:r>
              <a:rPr lang="en"/>
              <a:t>Quicksort Performance</a:t>
            </a:r>
            <a:endParaRPr/>
          </a:p>
          <a:p>
            <a:pPr marL="457200" lvl="0" indent="-342900" algn="l" rtl="0">
              <a:spcBef>
                <a:spcPts val="600"/>
              </a:spcBef>
              <a:spcAft>
                <a:spcPts val="0"/>
              </a:spcAft>
              <a:buSzPts val="1800"/>
              <a:buChar char="•"/>
            </a:pPr>
            <a:r>
              <a:rPr lang="en"/>
              <a:t>Quicksort Runtime Analysis</a:t>
            </a:r>
            <a:endParaRPr/>
          </a:p>
          <a:p>
            <a:pPr marL="457200" lvl="0" indent="-342900" algn="l" rtl="0">
              <a:spcBef>
                <a:spcPts val="0"/>
              </a:spcBef>
              <a:spcAft>
                <a:spcPts val="0"/>
              </a:spcAft>
              <a:buSzPts val="1800"/>
              <a:buChar char="•"/>
            </a:pPr>
            <a:r>
              <a:rPr lang="en"/>
              <a:t>Avoiding Quicksort Worst Case</a:t>
            </a:r>
            <a:endParaRPr b="1">
              <a:solidFill>
                <a:schemeClr val="accent3"/>
              </a:solidFill>
              <a:latin typeface="Roboto"/>
              <a:ea typeface="Roboto"/>
              <a:cs typeface="Roboto"/>
              <a:sym typeface="Roboto"/>
            </a:endParaRPr>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Shape 1175"/>
        <p:cNvGrpSpPr/>
        <p:nvPr/>
      </p:nvGrpSpPr>
      <p:grpSpPr>
        <a:xfrm>
          <a:off x="0" y="0"/>
          <a:ext cx="0" cy="0"/>
          <a:chOff x="0" y="0"/>
          <a:chExt cx="0" cy="0"/>
        </a:xfrm>
      </p:grpSpPr>
      <p:sp>
        <p:nvSpPr>
          <p:cNvPr id="1176" name="Google Shape;1176;p75"/>
          <p:cNvSpPr txBox="1">
            <a:spLocks noGrp="1"/>
          </p:cNvSpPr>
          <p:nvPr>
            <p:ph type="title"/>
          </p:nvPr>
        </p:nvSpPr>
        <p:spPr>
          <a:xfrm>
            <a:off x="0" y="0"/>
            <a:ext cx="8520600" cy="3936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In-place Insertion Sort</a:t>
            </a:r>
            <a:endParaRPr/>
          </a:p>
        </p:txBody>
      </p:sp>
      <p:sp>
        <p:nvSpPr>
          <p:cNvPr id="1177" name="Google Shape;1177;p75"/>
          <p:cNvSpPr txBox="1">
            <a:spLocks noGrp="1"/>
          </p:cNvSpPr>
          <p:nvPr>
            <p:ph type="body" idx="1"/>
          </p:nvPr>
        </p:nvSpPr>
        <p:spPr>
          <a:xfrm>
            <a:off x="107044" y="402200"/>
            <a:ext cx="8520600" cy="3416400"/>
          </a:xfrm>
          <a:prstGeom prst="rect">
            <a:avLst/>
          </a:prstGeom>
        </p:spPr>
        <p:txBody>
          <a:bodyPr spcFirstLastPara="1" wrap="square" lIns="91425" tIns="91425" rIns="91425" bIns="91425" anchor="t" anchorCtr="0">
            <a:noAutofit/>
          </a:bodyPr>
          <a:lstStyle/>
          <a:p>
            <a:pPr marL="0" lvl="0" indent="0" algn="l" rtl="0">
              <a:spcBef>
                <a:spcPts val="600"/>
              </a:spcBef>
              <a:spcAft>
                <a:spcPts val="0"/>
              </a:spcAft>
              <a:buClr>
                <a:srgbClr val="000000"/>
              </a:buClr>
              <a:buSzPts val="1100"/>
              <a:buFont typeface="Arial"/>
              <a:buNone/>
            </a:pPr>
            <a:r>
              <a:rPr lang="en"/>
              <a:t>Two more examples.</a:t>
            </a:r>
            <a:endParaRPr/>
          </a:p>
        </p:txBody>
      </p:sp>
      <p:sp>
        <p:nvSpPr>
          <p:cNvPr id="1178" name="Google Shape;1178;p75"/>
          <p:cNvSpPr txBox="1"/>
          <p:nvPr/>
        </p:nvSpPr>
        <p:spPr>
          <a:xfrm>
            <a:off x="381000" y="1676400"/>
            <a:ext cx="2749200" cy="14070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a:solidFill>
                  <a:srgbClr val="999999"/>
                </a:solidFill>
                <a:latin typeface="Consolas"/>
                <a:ea typeface="Consolas"/>
                <a:cs typeface="Consolas"/>
                <a:sym typeface="Consolas"/>
              </a:rPr>
              <a:t>P O T A T O</a:t>
            </a:r>
            <a:endParaRPr>
              <a:solidFill>
                <a:srgbClr val="999999"/>
              </a:solidFill>
              <a:latin typeface="Consolas"/>
              <a:ea typeface="Consolas"/>
              <a:cs typeface="Consolas"/>
              <a:sym typeface="Consolas"/>
            </a:endParaRPr>
          </a:p>
          <a:p>
            <a:pPr marL="0" lvl="0" indent="0" algn="l" rtl="0">
              <a:spcBef>
                <a:spcPts val="0"/>
              </a:spcBef>
              <a:spcAft>
                <a:spcPts val="0"/>
              </a:spcAft>
              <a:buNone/>
            </a:pPr>
            <a:r>
              <a:rPr lang="en">
                <a:solidFill>
                  <a:srgbClr val="9900FF"/>
                </a:solidFill>
                <a:latin typeface="Consolas"/>
                <a:ea typeface="Consolas"/>
                <a:cs typeface="Consolas"/>
                <a:sym typeface="Consolas"/>
              </a:rPr>
              <a:t>P</a:t>
            </a:r>
            <a:r>
              <a:rPr lang="en">
                <a:solidFill>
                  <a:srgbClr val="CCCCCC"/>
                </a:solidFill>
                <a:latin typeface="Consolas"/>
                <a:ea typeface="Consolas"/>
                <a:cs typeface="Consolas"/>
                <a:sym typeface="Consolas"/>
              </a:rPr>
              <a:t> O T A T O  </a:t>
            </a:r>
            <a:r>
              <a:rPr lang="en">
                <a:solidFill>
                  <a:schemeClr val="dk1"/>
                </a:solidFill>
                <a:latin typeface="Consolas"/>
                <a:ea typeface="Consolas"/>
                <a:cs typeface="Consolas"/>
                <a:sym typeface="Consolas"/>
              </a:rPr>
              <a:t>(0 swaps)</a:t>
            </a:r>
            <a:endParaRPr>
              <a:solidFill>
                <a:srgbClr val="CCCCCC"/>
              </a:solidFill>
              <a:latin typeface="Consolas"/>
              <a:ea typeface="Consolas"/>
              <a:cs typeface="Consolas"/>
              <a:sym typeface="Consolas"/>
            </a:endParaRPr>
          </a:p>
          <a:p>
            <a:pPr marL="0" lvl="0" indent="0" algn="l" rtl="0">
              <a:spcBef>
                <a:spcPts val="0"/>
              </a:spcBef>
              <a:spcAft>
                <a:spcPts val="0"/>
              </a:spcAft>
              <a:buNone/>
            </a:pPr>
            <a:r>
              <a:rPr lang="en">
                <a:solidFill>
                  <a:srgbClr val="9900FF"/>
                </a:solidFill>
                <a:latin typeface="Consolas"/>
                <a:ea typeface="Consolas"/>
                <a:cs typeface="Consolas"/>
                <a:sym typeface="Consolas"/>
              </a:rPr>
              <a:t>O</a:t>
            </a:r>
            <a:r>
              <a:rPr lang="en">
                <a:solidFill>
                  <a:srgbClr val="CCCCCC"/>
                </a:solidFill>
                <a:latin typeface="Consolas"/>
                <a:ea typeface="Consolas"/>
                <a:cs typeface="Consolas"/>
                <a:sym typeface="Consolas"/>
              </a:rPr>
              <a:t> </a:t>
            </a:r>
            <a:r>
              <a:rPr lang="en">
                <a:latin typeface="Consolas"/>
                <a:ea typeface="Consolas"/>
                <a:cs typeface="Consolas"/>
                <a:sym typeface="Consolas"/>
              </a:rPr>
              <a:t>P</a:t>
            </a:r>
            <a:r>
              <a:rPr lang="en">
                <a:solidFill>
                  <a:srgbClr val="CCCCCC"/>
                </a:solidFill>
                <a:latin typeface="Consolas"/>
                <a:ea typeface="Consolas"/>
                <a:cs typeface="Consolas"/>
                <a:sym typeface="Consolas"/>
              </a:rPr>
              <a:t> T A T O </a:t>
            </a:r>
            <a:r>
              <a:rPr lang="en">
                <a:solidFill>
                  <a:schemeClr val="dk1"/>
                </a:solidFill>
                <a:latin typeface="Consolas"/>
                <a:ea typeface="Consolas"/>
                <a:cs typeface="Consolas"/>
                <a:sym typeface="Consolas"/>
              </a:rPr>
              <a:t> (1 swap )</a:t>
            </a:r>
            <a:endParaRPr>
              <a:solidFill>
                <a:schemeClr val="dk1"/>
              </a:solidFill>
              <a:latin typeface="Consolas"/>
              <a:ea typeface="Consolas"/>
              <a:cs typeface="Consolas"/>
              <a:sym typeface="Consolas"/>
            </a:endParaRPr>
          </a:p>
          <a:p>
            <a:pPr marL="0" lvl="0" indent="0" algn="l" rtl="0">
              <a:spcBef>
                <a:spcPts val="0"/>
              </a:spcBef>
              <a:spcAft>
                <a:spcPts val="0"/>
              </a:spcAft>
              <a:buNone/>
            </a:pPr>
            <a:r>
              <a:rPr lang="en">
                <a:solidFill>
                  <a:srgbClr val="CCCCCC"/>
                </a:solidFill>
                <a:latin typeface="Consolas"/>
                <a:ea typeface="Consolas"/>
                <a:cs typeface="Consolas"/>
                <a:sym typeface="Consolas"/>
              </a:rPr>
              <a:t>O P </a:t>
            </a:r>
            <a:r>
              <a:rPr lang="en">
                <a:solidFill>
                  <a:srgbClr val="9900FF"/>
                </a:solidFill>
                <a:latin typeface="Consolas"/>
                <a:ea typeface="Consolas"/>
                <a:cs typeface="Consolas"/>
                <a:sym typeface="Consolas"/>
              </a:rPr>
              <a:t>T</a:t>
            </a:r>
            <a:r>
              <a:rPr lang="en">
                <a:solidFill>
                  <a:srgbClr val="CCCCCC"/>
                </a:solidFill>
                <a:latin typeface="Consolas"/>
                <a:ea typeface="Consolas"/>
                <a:cs typeface="Consolas"/>
                <a:sym typeface="Consolas"/>
              </a:rPr>
              <a:t> A T O  </a:t>
            </a:r>
            <a:r>
              <a:rPr lang="en">
                <a:solidFill>
                  <a:schemeClr val="dk1"/>
                </a:solidFill>
                <a:latin typeface="Consolas"/>
                <a:ea typeface="Consolas"/>
                <a:cs typeface="Consolas"/>
                <a:sym typeface="Consolas"/>
              </a:rPr>
              <a:t>(0 swaps)</a:t>
            </a:r>
            <a:endParaRPr>
              <a:solidFill>
                <a:schemeClr val="dk1"/>
              </a:solidFill>
              <a:latin typeface="Consolas"/>
              <a:ea typeface="Consolas"/>
              <a:cs typeface="Consolas"/>
              <a:sym typeface="Consolas"/>
            </a:endParaRPr>
          </a:p>
          <a:p>
            <a:pPr marL="0" lvl="0" indent="0" algn="l" rtl="0">
              <a:spcBef>
                <a:spcPts val="0"/>
              </a:spcBef>
              <a:spcAft>
                <a:spcPts val="0"/>
              </a:spcAft>
              <a:buNone/>
            </a:pPr>
            <a:r>
              <a:rPr lang="en">
                <a:solidFill>
                  <a:srgbClr val="9900FF"/>
                </a:solidFill>
                <a:latin typeface="Consolas"/>
                <a:ea typeface="Consolas"/>
                <a:cs typeface="Consolas"/>
                <a:sym typeface="Consolas"/>
              </a:rPr>
              <a:t>A</a:t>
            </a:r>
            <a:r>
              <a:rPr lang="en">
                <a:latin typeface="Consolas"/>
                <a:ea typeface="Consolas"/>
                <a:cs typeface="Consolas"/>
                <a:sym typeface="Consolas"/>
              </a:rPr>
              <a:t> O P</a:t>
            </a:r>
            <a:r>
              <a:rPr lang="en">
                <a:solidFill>
                  <a:srgbClr val="CCCCCC"/>
                </a:solidFill>
                <a:latin typeface="Consolas"/>
                <a:ea typeface="Consolas"/>
                <a:cs typeface="Consolas"/>
                <a:sym typeface="Consolas"/>
              </a:rPr>
              <a:t> </a:t>
            </a:r>
            <a:r>
              <a:rPr lang="en">
                <a:latin typeface="Consolas"/>
                <a:ea typeface="Consolas"/>
                <a:cs typeface="Consolas"/>
                <a:sym typeface="Consolas"/>
              </a:rPr>
              <a:t>T</a:t>
            </a:r>
            <a:r>
              <a:rPr lang="en">
                <a:solidFill>
                  <a:srgbClr val="CCCCCC"/>
                </a:solidFill>
                <a:latin typeface="Consolas"/>
                <a:ea typeface="Consolas"/>
                <a:cs typeface="Consolas"/>
                <a:sym typeface="Consolas"/>
              </a:rPr>
              <a:t> T O </a:t>
            </a:r>
            <a:r>
              <a:rPr lang="en">
                <a:solidFill>
                  <a:schemeClr val="dk1"/>
                </a:solidFill>
                <a:latin typeface="Consolas"/>
                <a:ea typeface="Consolas"/>
                <a:cs typeface="Consolas"/>
                <a:sym typeface="Consolas"/>
              </a:rPr>
              <a:t> (3 swaps)</a:t>
            </a:r>
            <a:endParaRPr>
              <a:solidFill>
                <a:schemeClr val="dk1"/>
              </a:solidFill>
              <a:latin typeface="Consolas"/>
              <a:ea typeface="Consolas"/>
              <a:cs typeface="Consolas"/>
              <a:sym typeface="Consolas"/>
            </a:endParaRPr>
          </a:p>
          <a:p>
            <a:pPr marL="0" lvl="0" indent="0" algn="l" rtl="0">
              <a:spcBef>
                <a:spcPts val="0"/>
              </a:spcBef>
              <a:spcAft>
                <a:spcPts val="0"/>
              </a:spcAft>
              <a:buNone/>
            </a:pPr>
            <a:r>
              <a:rPr lang="en">
                <a:solidFill>
                  <a:srgbClr val="CCCCCC"/>
                </a:solidFill>
                <a:latin typeface="Consolas"/>
                <a:ea typeface="Consolas"/>
                <a:cs typeface="Consolas"/>
                <a:sym typeface="Consolas"/>
              </a:rPr>
              <a:t>A O P T </a:t>
            </a:r>
            <a:r>
              <a:rPr lang="en">
                <a:solidFill>
                  <a:srgbClr val="9900FF"/>
                </a:solidFill>
                <a:latin typeface="Consolas"/>
                <a:ea typeface="Consolas"/>
                <a:cs typeface="Consolas"/>
                <a:sym typeface="Consolas"/>
              </a:rPr>
              <a:t>T</a:t>
            </a:r>
            <a:r>
              <a:rPr lang="en">
                <a:solidFill>
                  <a:srgbClr val="CCCCCC"/>
                </a:solidFill>
                <a:latin typeface="Consolas"/>
                <a:ea typeface="Consolas"/>
                <a:cs typeface="Consolas"/>
                <a:sym typeface="Consolas"/>
              </a:rPr>
              <a:t> O </a:t>
            </a:r>
            <a:r>
              <a:rPr lang="en">
                <a:solidFill>
                  <a:schemeClr val="dk1"/>
                </a:solidFill>
                <a:latin typeface="Consolas"/>
                <a:ea typeface="Consolas"/>
                <a:cs typeface="Consolas"/>
                <a:sym typeface="Consolas"/>
              </a:rPr>
              <a:t> (0 swaps)</a:t>
            </a:r>
            <a:endParaRPr>
              <a:solidFill>
                <a:schemeClr val="dk1"/>
              </a:solidFill>
              <a:latin typeface="Consolas"/>
              <a:ea typeface="Consolas"/>
              <a:cs typeface="Consolas"/>
              <a:sym typeface="Consolas"/>
            </a:endParaRPr>
          </a:p>
          <a:p>
            <a:pPr marL="0" lvl="0" indent="0" algn="l" rtl="0">
              <a:spcBef>
                <a:spcPts val="0"/>
              </a:spcBef>
              <a:spcAft>
                <a:spcPts val="0"/>
              </a:spcAft>
              <a:buNone/>
            </a:pPr>
            <a:r>
              <a:rPr lang="en">
                <a:solidFill>
                  <a:srgbClr val="CCCCCC"/>
                </a:solidFill>
                <a:latin typeface="Consolas"/>
                <a:ea typeface="Consolas"/>
                <a:cs typeface="Consolas"/>
                <a:sym typeface="Consolas"/>
              </a:rPr>
              <a:t>A O </a:t>
            </a:r>
            <a:r>
              <a:rPr lang="en">
                <a:solidFill>
                  <a:srgbClr val="9900FF"/>
                </a:solidFill>
                <a:latin typeface="Consolas"/>
                <a:ea typeface="Consolas"/>
                <a:cs typeface="Consolas"/>
                <a:sym typeface="Consolas"/>
              </a:rPr>
              <a:t>O</a:t>
            </a:r>
            <a:r>
              <a:rPr lang="en">
                <a:solidFill>
                  <a:srgbClr val="CCCCCC"/>
                </a:solidFill>
                <a:latin typeface="Consolas"/>
                <a:ea typeface="Consolas"/>
                <a:cs typeface="Consolas"/>
                <a:sym typeface="Consolas"/>
              </a:rPr>
              <a:t> </a:t>
            </a:r>
            <a:r>
              <a:rPr lang="en">
                <a:latin typeface="Consolas"/>
                <a:ea typeface="Consolas"/>
                <a:cs typeface="Consolas"/>
                <a:sym typeface="Consolas"/>
              </a:rPr>
              <a:t>P T T </a:t>
            </a:r>
            <a:r>
              <a:rPr lang="en">
                <a:solidFill>
                  <a:schemeClr val="dk1"/>
                </a:solidFill>
                <a:latin typeface="Consolas"/>
                <a:ea typeface="Consolas"/>
                <a:cs typeface="Consolas"/>
                <a:sym typeface="Consolas"/>
              </a:rPr>
              <a:t> (3 swaps)</a:t>
            </a:r>
            <a:endParaRPr>
              <a:solidFill>
                <a:schemeClr val="dk1"/>
              </a:solidFill>
              <a:latin typeface="Consolas"/>
              <a:ea typeface="Consolas"/>
              <a:cs typeface="Consolas"/>
              <a:sym typeface="Consolas"/>
            </a:endParaRPr>
          </a:p>
        </p:txBody>
      </p:sp>
      <p:sp>
        <p:nvSpPr>
          <p:cNvPr id="1179" name="Google Shape;1179;p75"/>
          <p:cNvSpPr txBox="1"/>
          <p:nvPr/>
        </p:nvSpPr>
        <p:spPr>
          <a:xfrm>
            <a:off x="4523225" y="1641275"/>
            <a:ext cx="3738300" cy="24552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a:solidFill>
                  <a:srgbClr val="999999"/>
                </a:solidFill>
                <a:latin typeface="Consolas"/>
                <a:ea typeface="Consolas"/>
                <a:cs typeface="Consolas"/>
                <a:sym typeface="Consolas"/>
              </a:rPr>
              <a:t>S O R T E X A M P L E</a:t>
            </a:r>
            <a:endParaRPr>
              <a:solidFill>
                <a:srgbClr val="999999"/>
              </a:solidFill>
              <a:latin typeface="Consolas"/>
              <a:ea typeface="Consolas"/>
              <a:cs typeface="Consolas"/>
              <a:sym typeface="Consolas"/>
            </a:endParaRPr>
          </a:p>
          <a:p>
            <a:pPr marL="0" lvl="0" indent="0" algn="l" rtl="0">
              <a:spcBef>
                <a:spcPts val="0"/>
              </a:spcBef>
              <a:spcAft>
                <a:spcPts val="0"/>
              </a:spcAft>
              <a:buNone/>
            </a:pPr>
            <a:r>
              <a:rPr lang="en">
                <a:solidFill>
                  <a:srgbClr val="9900FF"/>
                </a:solidFill>
                <a:latin typeface="Consolas"/>
                <a:ea typeface="Consolas"/>
                <a:cs typeface="Consolas"/>
                <a:sym typeface="Consolas"/>
              </a:rPr>
              <a:t>S</a:t>
            </a:r>
            <a:r>
              <a:rPr lang="en">
                <a:solidFill>
                  <a:schemeClr val="dk1"/>
                </a:solidFill>
                <a:latin typeface="Consolas"/>
                <a:ea typeface="Consolas"/>
                <a:cs typeface="Consolas"/>
                <a:sym typeface="Consolas"/>
              </a:rPr>
              <a:t> </a:t>
            </a:r>
            <a:r>
              <a:rPr lang="en">
                <a:solidFill>
                  <a:srgbClr val="CCCCCC"/>
                </a:solidFill>
                <a:latin typeface="Consolas"/>
                <a:ea typeface="Consolas"/>
                <a:cs typeface="Consolas"/>
                <a:sym typeface="Consolas"/>
              </a:rPr>
              <a:t>O R T E X A M P L E  </a:t>
            </a:r>
            <a:r>
              <a:rPr lang="en">
                <a:solidFill>
                  <a:schemeClr val="dk1"/>
                </a:solidFill>
                <a:latin typeface="Consolas"/>
                <a:ea typeface="Consolas"/>
                <a:cs typeface="Consolas"/>
                <a:sym typeface="Consolas"/>
              </a:rPr>
              <a:t>(0 swaps)</a:t>
            </a:r>
            <a:endParaRPr>
              <a:solidFill>
                <a:srgbClr val="999999"/>
              </a:solidFill>
              <a:latin typeface="Consolas"/>
              <a:ea typeface="Consolas"/>
              <a:cs typeface="Consolas"/>
              <a:sym typeface="Consolas"/>
            </a:endParaRPr>
          </a:p>
          <a:p>
            <a:pPr marL="0" lvl="0" indent="0" algn="l" rtl="0">
              <a:spcBef>
                <a:spcPts val="0"/>
              </a:spcBef>
              <a:spcAft>
                <a:spcPts val="0"/>
              </a:spcAft>
              <a:buNone/>
            </a:pPr>
            <a:r>
              <a:rPr lang="en">
                <a:solidFill>
                  <a:srgbClr val="9900FF"/>
                </a:solidFill>
                <a:latin typeface="Consolas"/>
                <a:ea typeface="Consolas"/>
                <a:cs typeface="Consolas"/>
                <a:sym typeface="Consolas"/>
              </a:rPr>
              <a:t>O</a:t>
            </a:r>
            <a:r>
              <a:rPr lang="en">
                <a:solidFill>
                  <a:schemeClr val="dk1"/>
                </a:solidFill>
                <a:latin typeface="Consolas"/>
                <a:ea typeface="Consolas"/>
                <a:cs typeface="Consolas"/>
                <a:sym typeface="Consolas"/>
              </a:rPr>
              <a:t> S </a:t>
            </a:r>
            <a:r>
              <a:rPr lang="en">
                <a:solidFill>
                  <a:srgbClr val="CCCCCC"/>
                </a:solidFill>
                <a:latin typeface="Consolas"/>
                <a:ea typeface="Consolas"/>
                <a:cs typeface="Consolas"/>
                <a:sym typeface="Consolas"/>
              </a:rPr>
              <a:t>R T E X A M P L E  </a:t>
            </a:r>
            <a:r>
              <a:rPr lang="en">
                <a:latin typeface="Consolas"/>
                <a:ea typeface="Consolas"/>
                <a:cs typeface="Consolas"/>
                <a:sym typeface="Consolas"/>
              </a:rPr>
              <a:t>(1 swap )</a:t>
            </a:r>
            <a:endParaRPr>
              <a:latin typeface="Consolas"/>
              <a:ea typeface="Consolas"/>
              <a:cs typeface="Consolas"/>
              <a:sym typeface="Consolas"/>
            </a:endParaRPr>
          </a:p>
          <a:p>
            <a:pPr marL="0" lvl="0" indent="0" algn="l" rtl="0">
              <a:spcBef>
                <a:spcPts val="0"/>
              </a:spcBef>
              <a:spcAft>
                <a:spcPts val="0"/>
              </a:spcAft>
              <a:buNone/>
            </a:pPr>
            <a:r>
              <a:rPr lang="en">
                <a:solidFill>
                  <a:srgbClr val="CCCCCC"/>
                </a:solidFill>
                <a:latin typeface="Consolas"/>
                <a:ea typeface="Consolas"/>
                <a:cs typeface="Consolas"/>
                <a:sym typeface="Consolas"/>
              </a:rPr>
              <a:t>O </a:t>
            </a:r>
            <a:r>
              <a:rPr lang="en">
                <a:solidFill>
                  <a:srgbClr val="9900FF"/>
                </a:solidFill>
                <a:latin typeface="Consolas"/>
                <a:ea typeface="Consolas"/>
                <a:cs typeface="Consolas"/>
                <a:sym typeface="Consolas"/>
              </a:rPr>
              <a:t>R</a:t>
            </a:r>
            <a:r>
              <a:rPr lang="en">
                <a:solidFill>
                  <a:schemeClr val="dk1"/>
                </a:solidFill>
                <a:latin typeface="Consolas"/>
                <a:ea typeface="Consolas"/>
                <a:cs typeface="Consolas"/>
                <a:sym typeface="Consolas"/>
              </a:rPr>
              <a:t> S </a:t>
            </a:r>
            <a:r>
              <a:rPr lang="en">
                <a:solidFill>
                  <a:srgbClr val="B7B7B7"/>
                </a:solidFill>
                <a:latin typeface="Consolas"/>
                <a:ea typeface="Consolas"/>
                <a:cs typeface="Consolas"/>
                <a:sym typeface="Consolas"/>
              </a:rPr>
              <a:t>T E X A M P L E </a:t>
            </a:r>
            <a:r>
              <a:rPr lang="en">
                <a:solidFill>
                  <a:srgbClr val="CCCCCC"/>
                </a:solidFill>
                <a:latin typeface="Consolas"/>
                <a:ea typeface="Consolas"/>
                <a:cs typeface="Consolas"/>
                <a:sym typeface="Consolas"/>
              </a:rPr>
              <a:t> </a:t>
            </a:r>
            <a:r>
              <a:rPr lang="en">
                <a:solidFill>
                  <a:schemeClr val="dk1"/>
                </a:solidFill>
                <a:latin typeface="Consolas"/>
                <a:ea typeface="Consolas"/>
                <a:cs typeface="Consolas"/>
                <a:sym typeface="Consolas"/>
              </a:rPr>
              <a:t>(1 swap )</a:t>
            </a:r>
            <a:endParaRPr>
              <a:solidFill>
                <a:srgbClr val="B7B7B7"/>
              </a:solidFill>
              <a:latin typeface="Consolas"/>
              <a:ea typeface="Consolas"/>
              <a:cs typeface="Consolas"/>
              <a:sym typeface="Consolas"/>
            </a:endParaRPr>
          </a:p>
          <a:p>
            <a:pPr marL="0" lvl="0" indent="0" algn="l" rtl="0">
              <a:spcBef>
                <a:spcPts val="0"/>
              </a:spcBef>
              <a:spcAft>
                <a:spcPts val="0"/>
              </a:spcAft>
              <a:buNone/>
            </a:pPr>
            <a:r>
              <a:rPr lang="en">
                <a:solidFill>
                  <a:srgbClr val="CCCCCC"/>
                </a:solidFill>
                <a:latin typeface="Consolas"/>
                <a:ea typeface="Consolas"/>
                <a:cs typeface="Consolas"/>
                <a:sym typeface="Consolas"/>
              </a:rPr>
              <a:t>O R S </a:t>
            </a:r>
            <a:r>
              <a:rPr lang="en">
                <a:solidFill>
                  <a:srgbClr val="9900FF"/>
                </a:solidFill>
                <a:latin typeface="Consolas"/>
                <a:ea typeface="Consolas"/>
                <a:cs typeface="Consolas"/>
                <a:sym typeface="Consolas"/>
              </a:rPr>
              <a:t>T</a:t>
            </a:r>
            <a:r>
              <a:rPr lang="en">
                <a:solidFill>
                  <a:schemeClr val="dk1"/>
                </a:solidFill>
                <a:latin typeface="Consolas"/>
                <a:ea typeface="Consolas"/>
                <a:cs typeface="Consolas"/>
                <a:sym typeface="Consolas"/>
              </a:rPr>
              <a:t> </a:t>
            </a:r>
            <a:r>
              <a:rPr lang="en">
                <a:solidFill>
                  <a:srgbClr val="CCCCCC"/>
                </a:solidFill>
                <a:latin typeface="Consolas"/>
                <a:ea typeface="Consolas"/>
                <a:cs typeface="Consolas"/>
                <a:sym typeface="Consolas"/>
              </a:rPr>
              <a:t>E X A M P L E  </a:t>
            </a:r>
            <a:r>
              <a:rPr lang="en">
                <a:solidFill>
                  <a:schemeClr val="dk1"/>
                </a:solidFill>
                <a:latin typeface="Consolas"/>
                <a:ea typeface="Consolas"/>
                <a:cs typeface="Consolas"/>
                <a:sym typeface="Consolas"/>
              </a:rPr>
              <a:t>(0 swaps)</a:t>
            </a:r>
            <a:endParaRPr>
              <a:solidFill>
                <a:srgbClr val="CCCCCC"/>
              </a:solidFill>
              <a:latin typeface="Consolas"/>
              <a:ea typeface="Consolas"/>
              <a:cs typeface="Consolas"/>
              <a:sym typeface="Consolas"/>
            </a:endParaRPr>
          </a:p>
          <a:p>
            <a:pPr marL="0" lvl="0" indent="0" algn="l" rtl="0">
              <a:spcBef>
                <a:spcPts val="0"/>
              </a:spcBef>
              <a:spcAft>
                <a:spcPts val="0"/>
              </a:spcAft>
              <a:buNone/>
            </a:pPr>
            <a:r>
              <a:rPr lang="en">
                <a:solidFill>
                  <a:srgbClr val="9900FF"/>
                </a:solidFill>
                <a:latin typeface="Consolas"/>
                <a:ea typeface="Consolas"/>
                <a:cs typeface="Consolas"/>
                <a:sym typeface="Consolas"/>
              </a:rPr>
              <a:t>E</a:t>
            </a:r>
            <a:r>
              <a:rPr lang="en">
                <a:solidFill>
                  <a:schemeClr val="dk1"/>
                </a:solidFill>
                <a:latin typeface="Consolas"/>
                <a:ea typeface="Consolas"/>
                <a:cs typeface="Consolas"/>
                <a:sym typeface="Consolas"/>
              </a:rPr>
              <a:t> O R S </a:t>
            </a:r>
            <a:r>
              <a:rPr lang="en">
                <a:latin typeface="Consolas"/>
                <a:ea typeface="Consolas"/>
                <a:cs typeface="Consolas"/>
                <a:sym typeface="Consolas"/>
              </a:rPr>
              <a:t>T</a:t>
            </a:r>
            <a:r>
              <a:rPr lang="en">
                <a:solidFill>
                  <a:schemeClr val="dk1"/>
                </a:solidFill>
                <a:latin typeface="Consolas"/>
                <a:ea typeface="Consolas"/>
                <a:cs typeface="Consolas"/>
                <a:sym typeface="Consolas"/>
              </a:rPr>
              <a:t> </a:t>
            </a:r>
            <a:r>
              <a:rPr lang="en">
                <a:solidFill>
                  <a:srgbClr val="B7B7B7"/>
                </a:solidFill>
                <a:latin typeface="Consolas"/>
                <a:ea typeface="Consolas"/>
                <a:cs typeface="Consolas"/>
                <a:sym typeface="Consolas"/>
              </a:rPr>
              <a:t>X A M P L E </a:t>
            </a:r>
            <a:r>
              <a:rPr lang="en">
                <a:solidFill>
                  <a:srgbClr val="CCCCCC"/>
                </a:solidFill>
                <a:latin typeface="Consolas"/>
                <a:ea typeface="Consolas"/>
                <a:cs typeface="Consolas"/>
                <a:sym typeface="Consolas"/>
              </a:rPr>
              <a:t> </a:t>
            </a:r>
            <a:r>
              <a:rPr lang="en">
                <a:solidFill>
                  <a:schemeClr val="dk1"/>
                </a:solidFill>
                <a:latin typeface="Consolas"/>
                <a:ea typeface="Consolas"/>
                <a:cs typeface="Consolas"/>
                <a:sym typeface="Consolas"/>
              </a:rPr>
              <a:t>(4 swaps)</a:t>
            </a:r>
            <a:endParaRPr>
              <a:solidFill>
                <a:srgbClr val="B7B7B7"/>
              </a:solidFill>
              <a:latin typeface="Consolas"/>
              <a:ea typeface="Consolas"/>
              <a:cs typeface="Consolas"/>
              <a:sym typeface="Consolas"/>
            </a:endParaRPr>
          </a:p>
          <a:p>
            <a:pPr marL="0" lvl="0" indent="0" algn="l" rtl="0">
              <a:spcBef>
                <a:spcPts val="0"/>
              </a:spcBef>
              <a:spcAft>
                <a:spcPts val="0"/>
              </a:spcAft>
              <a:buNone/>
            </a:pPr>
            <a:r>
              <a:rPr lang="en">
                <a:solidFill>
                  <a:srgbClr val="CCCCCC"/>
                </a:solidFill>
                <a:latin typeface="Consolas"/>
                <a:ea typeface="Consolas"/>
                <a:cs typeface="Consolas"/>
                <a:sym typeface="Consolas"/>
              </a:rPr>
              <a:t>E O R S T</a:t>
            </a:r>
            <a:r>
              <a:rPr lang="en">
                <a:solidFill>
                  <a:schemeClr val="dk1"/>
                </a:solidFill>
                <a:latin typeface="Consolas"/>
                <a:ea typeface="Consolas"/>
                <a:cs typeface="Consolas"/>
                <a:sym typeface="Consolas"/>
              </a:rPr>
              <a:t> </a:t>
            </a:r>
            <a:r>
              <a:rPr lang="en">
                <a:solidFill>
                  <a:srgbClr val="9900FF"/>
                </a:solidFill>
                <a:latin typeface="Consolas"/>
                <a:ea typeface="Consolas"/>
                <a:cs typeface="Consolas"/>
                <a:sym typeface="Consolas"/>
              </a:rPr>
              <a:t>X</a:t>
            </a:r>
            <a:r>
              <a:rPr lang="en">
                <a:solidFill>
                  <a:schemeClr val="dk1"/>
                </a:solidFill>
                <a:latin typeface="Consolas"/>
                <a:ea typeface="Consolas"/>
                <a:cs typeface="Consolas"/>
                <a:sym typeface="Consolas"/>
              </a:rPr>
              <a:t> </a:t>
            </a:r>
            <a:r>
              <a:rPr lang="en">
                <a:solidFill>
                  <a:srgbClr val="CCCCCC"/>
                </a:solidFill>
                <a:latin typeface="Consolas"/>
                <a:ea typeface="Consolas"/>
                <a:cs typeface="Consolas"/>
                <a:sym typeface="Consolas"/>
              </a:rPr>
              <a:t>A M P L E  </a:t>
            </a:r>
            <a:r>
              <a:rPr lang="en">
                <a:solidFill>
                  <a:schemeClr val="dk1"/>
                </a:solidFill>
                <a:latin typeface="Consolas"/>
                <a:ea typeface="Consolas"/>
                <a:cs typeface="Consolas"/>
                <a:sym typeface="Consolas"/>
              </a:rPr>
              <a:t>(0 swaps)</a:t>
            </a:r>
            <a:endParaRPr>
              <a:solidFill>
                <a:srgbClr val="CCCCCC"/>
              </a:solidFill>
              <a:latin typeface="Consolas"/>
              <a:ea typeface="Consolas"/>
              <a:cs typeface="Consolas"/>
              <a:sym typeface="Consolas"/>
            </a:endParaRPr>
          </a:p>
          <a:p>
            <a:pPr marL="0" lvl="0" indent="0" algn="l" rtl="0">
              <a:spcBef>
                <a:spcPts val="0"/>
              </a:spcBef>
              <a:spcAft>
                <a:spcPts val="0"/>
              </a:spcAft>
              <a:buNone/>
            </a:pPr>
            <a:r>
              <a:rPr lang="en">
                <a:solidFill>
                  <a:srgbClr val="9900FF"/>
                </a:solidFill>
                <a:latin typeface="Consolas"/>
                <a:ea typeface="Consolas"/>
                <a:cs typeface="Consolas"/>
                <a:sym typeface="Consolas"/>
              </a:rPr>
              <a:t>A</a:t>
            </a:r>
            <a:r>
              <a:rPr lang="en">
                <a:solidFill>
                  <a:schemeClr val="dk1"/>
                </a:solidFill>
                <a:latin typeface="Consolas"/>
                <a:ea typeface="Consolas"/>
                <a:cs typeface="Consolas"/>
                <a:sym typeface="Consolas"/>
              </a:rPr>
              <a:t> E O R S T </a:t>
            </a:r>
            <a:r>
              <a:rPr lang="en">
                <a:latin typeface="Consolas"/>
                <a:ea typeface="Consolas"/>
                <a:cs typeface="Consolas"/>
                <a:sym typeface="Consolas"/>
              </a:rPr>
              <a:t>X</a:t>
            </a:r>
            <a:r>
              <a:rPr lang="en">
                <a:solidFill>
                  <a:schemeClr val="dk1"/>
                </a:solidFill>
                <a:latin typeface="Consolas"/>
                <a:ea typeface="Consolas"/>
                <a:cs typeface="Consolas"/>
                <a:sym typeface="Consolas"/>
              </a:rPr>
              <a:t> </a:t>
            </a:r>
            <a:r>
              <a:rPr lang="en">
                <a:solidFill>
                  <a:srgbClr val="CCCCCC"/>
                </a:solidFill>
                <a:latin typeface="Consolas"/>
                <a:ea typeface="Consolas"/>
                <a:cs typeface="Consolas"/>
                <a:sym typeface="Consolas"/>
              </a:rPr>
              <a:t>M P L E  </a:t>
            </a:r>
            <a:r>
              <a:rPr lang="en">
                <a:solidFill>
                  <a:schemeClr val="dk1"/>
                </a:solidFill>
                <a:latin typeface="Consolas"/>
                <a:ea typeface="Consolas"/>
                <a:cs typeface="Consolas"/>
                <a:sym typeface="Consolas"/>
              </a:rPr>
              <a:t>(6 swaps)</a:t>
            </a:r>
            <a:endParaRPr>
              <a:solidFill>
                <a:srgbClr val="CCCCCC"/>
              </a:solidFill>
              <a:latin typeface="Consolas"/>
              <a:ea typeface="Consolas"/>
              <a:cs typeface="Consolas"/>
              <a:sym typeface="Consolas"/>
            </a:endParaRPr>
          </a:p>
          <a:p>
            <a:pPr marL="0" lvl="0" indent="0" algn="l" rtl="0">
              <a:spcBef>
                <a:spcPts val="0"/>
              </a:spcBef>
              <a:spcAft>
                <a:spcPts val="0"/>
              </a:spcAft>
              <a:buNone/>
            </a:pPr>
            <a:r>
              <a:rPr lang="en">
                <a:solidFill>
                  <a:srgbClr val="CCCCCC"/>
                </a:solidFill>
                <a:latin typeface="Consolas"/>
                <a:ea typeface="Consolas"/>
                <a:cs typeface="Consolas"/>
                <a:sym typeface="Consolas"/>
              </a:rPr>
              <a:t>A E </a:t>
            </a:r>
            <a:r>
              <a:rPr lang="en">
                <a:solidFill>
                  <a:srgbClr val="9900FF"/>
                </a:solidFill>
                <a:latin typeface="Consolas"/>
                <a:ea typeface="Consolas"/>
                <a:cs typeface="Consolas"/>
                <a:sym typeface="Consolas"/>
              </a:rPr>
              <a:t>M</a:t>
            </a:r>
            <a:r>
              <a:rPr lang="en">
                <a:solidFill>
                  <a:schemeClr val="dk1"/>
                </a:solidFill>
                <a:latin typeface="Consolas"/>
                <a:ea typeface="Consolas"/>
                <a:cs typeface="Consolas"/>
                <a:sym typeface="Consolas"/>
              </a:rPr>
              <a:t> O R S T X </a:t>
            </a:r>
            <a:r>
              <a:rPr lang="en">
                <a:solidFill>
                  <a:srgbClr val="CCCCCC"/>
                </a:solidFill>
                <a:latin typeface="Consolas"/>
                <a:ea typeface="Consolas"/>
                <a:cs typeface="Consolas"/>
                <a:sym typeface="Consolas"/>
              </a:rPr>
              <a:t>P L E  </a:t>
            </a:r>
            <a:r>
              <a:rPr lang="en">
                <a:solidFill>
                  <a:schemeClr val="dk1"/>
                </a:solidFill>
                <a:latin typeface="Consolas"/>
                <a:ea typeface="Consolas"/>
                <a:cs typeface="Consolas"/>
                <a:sym typeface="Consolas"/>
              </a:rPr>
              <a:t>(5 swaps)</a:t>
            </a:r>
            <a:endParaRPr>
              <a:solidFill>
                <a:srgbClr val="CCCCCC"/>
              </a:solidFill>
              <a:latin typeface="Consolas"/>
              <a:ea typeface="Consolas"/>
              <a:cs typeface="Consolas"/>
              <a:sym typeface="Consolas"/>
            </a:endParaRPr>
          </a:p>
          <a:p>
            <a:pPr marL="0" lvl="0" indent="0" algn="l" rtl="0">
              <a:spcBef>
                <a:spcPts val="0"/>
              </a:spcBef>
              <a:spcAft>
                <a:spcPts val="0"/>
              </a:spcAft>
              <a:buNone/>
            </a:pPr>
            <a:r>
              <a:rPr lang="en">
                <a:solidFill>
                  <a:srgbClr val="CCCCCC"/>
                </a:solidFill>
                <a:latin typeface="Consolas"/>
                <a:ea typeface="Consolas"/>
                <a:cs typeface="Consolas"/>
                <a:sym typeface="Consolas"/>
              </a:rPr>
              <a:t>A E M O </a:t>
            </a:r>
            <a:r>
              <a:rPr lang="en">
                <a:solidFill>
                  <a:srgbClr val="9900FF"/>
                </a:solidFill>
                <a:latin typeface="Consolas"/>
                <a:ea typeface="Consolas"/>
                <a:cs typeface="Consolas"/>
                <a:sym typeface="Consolas"/>
              </a:rPr>
              <a:t>P</a:t>
            </a:r>
            <a:r>
              <a:rPr lang="en">
                <a:solidFill>
                  <a:schemeClr val="dk1"/>
                </a:solidFill>
                <a:latin typeface="Consolas"/>
                <a:ea typeface="Consolas"/>
                <a:cs typeface="Consolas"/>
                <a:sym typeface="Consolas"/>
              </a:rPr>
              <a:t> R S T X </a:t>
            </a:r>
            <a:r>
              <a:rPr lang="en">
                <a:solidFill>
                  <a:srgbClr val="CCCCCC"/>
                </a:solidFill>
                <a:latin typeface="Consolas"/>
                <a:ea typeface="Consolas"/>
                <a:cs typeface="Consolas"/>
                <a:sym typeface="Consolas"/>
              </a:rPr>
              <a:t>L E  </a:t>
            </a:r>
            <a:r>
              <a:rPr lang="en">
                <a:solidFill>
                  <a:schemeClr val="dk1"/>
                </a:solidFill>
                <a:latin typeface="Consolas"/>
                <a:ea typeface="Consolas"/>
                <a:cs typeface="Consolas"/>
                <a:sym typeface="Consolas"/>
              </a:rPr>
              <a:t>(4 swaps)</a:t>
            </a:r>
            <a:endParaRPr>
              <a:solidFill>
                <a:srgbClr val="CCCCCC"/>
              </a:solidFill>
              <a:latin typeface="Consolas"/>
              <a:ea typeface="Consolas"/>
              <a:cs typeface="Consolas"/>
              <a:sym typeface="Consolas"/>
            </a:endParaRPr>
          </a:p>
          <a:p>
            <a:pPr marL="0" lvl="0" indent="0" algn="l" rtl="0">
              <a:spcBef>
                <a:spcPts val="0"/>
              </a:spcBef>
              <a:spcAft>
                <a:spcPts val="0"/>
              </a:spcAft>
              <a:buNone/>
            </a:pPr>
            <a:r>
              <a:rPr lang="en">
                <a:solidFill>
                  <a:srgbClr val="CCCCCC"/>
                </a:solidFill>
                <a:latin typeface="Consolas"/>
                <a:ea typeface="Consolas"/>
                <a:cs typeface="Consolas"/>
                <a:sym typeface="Consolas"/>
              </a:rPr>
              <a:t>A E </a:t>
            </a:r>
            <a:r>
              <a:rPr lang="en">
                <a:solidFill>
                  <a:srgbClr val="9900FF"/>
                </a:solidFill>
                <a:latin typeface="Consolas"/>
                <a:ea typeface="Consolas"/>
                <a:cs typeface="Consolas"/>
                <a:sym typeface="Consolas"/>
              </a:rPr>
              <a:t>L</a:t>
            </a:r>
            <a:r>
              <a:rPr lang="en">
                <a:solidFill>
                  <a:srgbClr val="FF0000"/>
                </a:solidFill>
                <a:latin typeface="Consolas"/>
                <a:ea typeface="Consolas"/>
                <a:cs typeface="Consolas"/>
                <a:sym typeface="Consolas"/>
              </a:rPr>
              <a:t> </a:t>
            </a:r>
            <a:r>
              <a:rPr lang="en">
                <a:solidFill>
                  <a:schemeClr val="dk1"/>
                </a:solidFill>
                <a:latin typeface="Consolas"/>
                <a:ea typeface="Consolas"/>
                <a:cs typeface="Consolas"/>
                <a:sym typeface="Consolas"/>
              </a:rPr>
              <a:t>M O </a:t>
            </a:r>
            <a:r>
              <a:rPr lang="en">
                <a:latin typeface="Consolas"/>
                <a:ea typeface="Consolas"/>
                <a:cs typeface="Consolas"/>
                <a:sym typeface="Consolas"/>
              </a:rPr>
              <a:t>P</a:t>
            </a:r>
            <a:r>
              <a:rPr lang="en">
                <a:solidFill>
                  <a:schemeClr val="dk1"/>
                </a:solidFill>
                <a:latin typeface="Consolas"/>
                <a:ea typeface="Consolas"/>
                <a:cs typeface="Consolas"/>
                <a:sym typeface="Consolas"/>
              </a:rPr>
              <a:t> R S T X </a:t>
            </a:r>
            <a:r>
              <a:rPr lang="en">
                <a:solidFill>
                  <a:srgbClr val="CCCCCC"/>
                </a:solidFill>
                <a:latin typeface="Consolas"/>
                <a:ea typeface="Consolas"/>
                <a:cs typeface="Consolas"/>
                <a:sym typeface="Consolas"/>
              </a:rPr>
              <a:t>E  </a:t>
            </a:r>
            <a:r>
              <a:rPr lang="en">
                <a:solidFill>
                  <a:schemeClr val="dk1"/>
                </a:solidFill>
                <a:latin typeface="Consolas"/>
                <a:ea typeface="Consolas"/>
                <a:cs typeface="Consolas"/>
                <a:sym typeface="Consolas"/>
              </a:rPr>
              <a:t>(7 swaps)</a:t>
            </a:r>
            <a:endParaRPr>
              <a:solidFill>
                <a:srgbClr val="CCCCCC"/>
              </a:solidFill>
              <a:latin typeface="Consolas"/>
              <a:ea typeface="Consolas"/>
              <a:cs typeface="Consolas"/>
              <a:sym typeface="Consolas"/>
            </a:endParaRPr>
          </a:p>
          <a:p>
            <a:pPr marL="0" lvl="0" indent="0" algn="l" rtl="0">
              <a:spcBef>
                <a:spcPts val="0"/>
              </a:spcBef>
              <a:spcAft>
                <a:spcPts val="0"/>
              </a:spcAft>
              <a:buNone/>
            </a:pPr>
            <a:r>
              <a:rPr lang="en">
                <a:solidFill>
                  <a:srgbClr val="CCCCCC"/>
                </a:solidFill>
                <a:latin typeface="Consolas"/>
                <a:ea typeface="Consolas"/>
                <a:cs typeface="Consolas"/>
                <a:sym typeface="Consolas"/>
              </a:rPr>
              <a:t>A E </a:t>
            </a:r>
            <a:r>
              <a:rPr lang="en">
                <a:solidFill>
                  <a:srgbClr val="9900FF"/>
                </a:solidFill>
                <a:latin typeface="Consolas"/>
                <a:ea typeface="Consolas"/>
                <a:cs typeface="Consolas"/>
                <a:sym typeface="Consolas"/>
              </a:rPr>
              <a:t>E</a:t>
            </a:r>
            <a:r>
              <a:rPr lang="en">
                <a:solidFill>
                  <a:schemeClr val="dk1"/>
                </a:solidFill>
                <a:latin typeface="Consolas"/>
                <a:ea typeface="Consolas"/>
                <a:cs typeface="Consolas"/>
                <a:sym typeface="Consolas"/>
              </a:rPr>
              <a:t> </a:t>
            </a:r>
            <a:r>
              <a:rPr lang="en">
                <a:latin typeface="Consolas"/>
                <a:ea typeface="Consolas"/>
                <a:cs typeface="Consolas"/>
                <a:sym typeface="Consolas"/>
              </a:rPr>
              <a:t>L</a:t>
            </a:r>
            <a:r>
              <a:rPr lang="en">
                <a:solidFill>
                  <a:srgbClr val="FF0000"/>
                </a:solidFill>
                <a:latin typeface="Consolas"/>
                <a:ea typeface="Consolas"/>
                <a:cs typeface="Consolas"/>
                <a:sym typeface="Consolas"/>
              </a:rPr>
              <a:t> </a:t>
            </a:r>
            <a:r>
              <a:rPr lang="en">
                <a:solidFill>
                  <a:schemeClr val="dk1"/>
                </a:solidFill>
                <a:latin typeface="Consolas"/>
                <a:ea typeface="Consolas"/>
                <a:cs typeface="Consolas"/>
                <a:sym typeface="Consolas"/>
              </a:rPr>
              <a:t>M O P R S T X  (8 swaps)</a:t>
            </a:r>
            <a:endParaRPr>
              <a:solidFill>
                <a:schemeClr val="dk1"/>
              </a:solidFill>
              <a:latin typeface="Consolas"/>
              <a:ea typeface="Consolas"/>
              <a:cs typeface="Consolas"/>
              <a:sym typeface="Consolas"/>
            </a:endParaRPr>
          </a:p>
        </p:txBody>
      </p:sp>
      <p:sp>
        <p:nvSpPr>
          <p:cNvPr id="1180" name="Google Shape;1180;p75"/>
          <p:cNvSpPr txBox="1">
            <a:spLocks noGrp="1"/>
          </p:cNvSpPr>
          <p:nvPr>
            <p:ph type="body" idx="1"/>
          </p:nvPr>
        </p:nvSpPr>
        <p:spPr>
          <a:xfrm>
            <a:off x="357243" y="1123792"/>
            <a:ext cx="1400400" cy="568500"/>
          </a:xfrm>
          <a:prstGeom prst="rect">
            <a:avLst/>
          </a:prstGeom>
        </p:spPr>
        <p:txBody>
          <a:bodyPr spcFirstLastPara="1" wrap="square" lIns="91425" tIns="91425" rIns="91425" bIns="91425" anchor="t" anchorCtr="0">
            <a:noAutofit/>
          </a:bodyPr>
          <a:lstStyle/>
          <a:p>
            <a:pPr marL="0" lvl="0" indent="0" algn="l" rtl="0">
              <a:spcBef>
                <a:spcPts val="600"/>
              </a:spcBef>
              <a:spcAft>
                <a:spcPts val="0"/>
              </a:spcAft>
              <a:buNone/>
            </a:pPr>
            <a:r>
              <a:rPr lang="en"/>
              <a:t>7 swaps:</a:t>
            </a:r>
            <a:endParaRPr/>
          </a:p>
        </p:txBody>
      </p:sp>
      <p:sp>
        <p:nvSpPr>
          <p:cNvPr id="1181" name="Google Shape;1181;p75"/>
          <p:cNvSpPr txBox="1">
            <a:spLocks noGrp="1"/>
          </p:cNvSpPr>
          <p:nvPr>
            <p:ph type="body" idx="1"/>
          </p:nvPr>
        </p:nvSpPr>
        <p:spPr>
          <a:xfrm>
            <a:off x="4523218" y="1088156"/>
            <a:ext cx="1400400" cy="568500"/>
          </a:xfrm>
          <a:prstGeom prst="rect">
            <a:avLst/>
          </a:prstGeom>
        </p:spPr>
        <p:txBody>
          <a:bodyPr spcFirstLastPara="1" wrap="square" lIns="91425" tIns="91425" rIns="91425" bIns="91425" anchor="t" anchorCtr="0">
            <a:noAutofit/>
          </a:bodyPr>
          <a:lstStyle/>
          <a:p>
            <a:pPr marL="0" lvl="0" indent="0" algn="l" rtl="0">
              <a:spcBef>
                <a:spcPts val="600"/>
              </a:spcBef>
              <a:spcAft>
                <a:spcPts val="0"/>
              </a:spcAft>
              <a:buNone/>
            </a:pPr>
            <a:r>
              <a:rPr lang="en"/>
              <a:t>36 swaps:</a:t>
            </a:r>
            <a:endParaRPr/>
          </a:p>
        </p:txBody>
      </p:sp>
      <p:sp>
        <p:nvSpPr>
          <p:cNvPr id="1182" name="Google Shape;1182;p75"/>
          <p:cNvSpPr txBox="1"/>
          <p:nvPr/>
        </p:nvSpPr>
        <p:spPr>
          <a:xfrm>
            <a:off x="185225" y="3870525"/>
            <a:ext cx="4338000" cy="8991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a:solidFill>
                  <a:srgbClr val="9900FF"/>
                </a:solidFill>
              </a:rPr>
              <a:t>Purple</a:t>
            </a:r>
            <a:r>
              <a:rPr lang="en"/>
              <a:t>: Element that we’re moving left (with swaps).</a:t>
            </a:r>
            <a:endParaRPr/>
          </a:p>
          <a:p>
            <a:pPr marL="0" lvl="0" indent="0" algn="l" rtl="0">
              <a:spcBef>
                <a:spcPts val="0"/>
              </a:spcBef>
              <a:spcAft>
                <a:spcPts val="0"/>
              </a:spcAft>
              <a:buNone/>
            </a:pPr>
            <a:r>
              <a:rPr lang="en"/>
              <a:t>Black: Elements that got swapped with purple.  </a:t>
            </a:r>
            <a:endParaRPr/>
          </a:p>
          <a:p>
            <a:pPr marL="0" lvl="0" indent="0" algn="l" rtl="0">
              <a:spcBef>
                <a:spcPts val="0"/>
              </a:spcBef>
              <a:spcAft>
                <a:spcPts val="0"/>
              </a:spcAft>
              <a:buNone/>
            </a:pPr>
            <a:r>
              <a:rPr lang="en">
                <a:solidFill>
                  <a:srgbClr val="B7B7B7"/>
                </a:solidFill>
              </a:rPr>
              <a:t>Grey</a:t>
            </a:r>
            <a:r>
              <a:rPr lang="en"/>
              <a:t>: Not considered this iteration.</a:t>
            </a:r>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178">
                                            <p:txEl>
                                              <p:pRg st="0" end="0"/>
                                            </p:txEl>
                                          </p:spTgt>
                                        </p:tgtEl>
                                        <p:attrNameLst>
                                          <p:attrName>style.visibility</p:attrName>
                                        </p:attrNameLst>
                                      </p:cBhvr>
                                      <p:to>
                                        <p:strVal val="visible"/>
                                      </p:to>
                                    </p:set>
                                    <p:animEffect transition="in" filter="fade">
                                      <p:cBhvr>
                                        <p:cTn id="7" dur="1000"/>
                                        <p:tgtEl>
                                          <p:spTgt spid="1178">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178">
                                            <p:txEl>
                                              <p:pRg st="1" end="1"/>
                                            </p:txEl>
                                          </p:spTgt>
                                        </p:tgtEl>
                                        <p:attrNameLst>
                                          <p:attrName>style.visibility</p:attrName>
                                        </p:attrNameLst>
                                      </p:cBhvr>
                                      <p:to>
                                        <p:strVal val="visible"/>
                                      </p:to>
                                    </p:set>
                                    <p:animEffect transition="in" filter="fade">
                                      <p:cBhvr>
                                        <p:cTn id="12" dur="1000"/>
                                        <p:tgtEl>
                                          <p:spTgt spid="1178">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1178">
                                            <p:txEl>
                                              <p:pRg st="2" end="2"/>
                                            </p:txEl>
                                          </p:spTgt>
                                        </p:tgtEl>
                                        <p:attrNameLst>
                                          <p:attrName>style.visibility</p:attrName>
                                        </p:attrNameLst>
                                      </p:cBhvr>
                                      <p:to>
                                        <p:strVal val="visible"/>
                                      </p:to>
                                    </p:set>
                                    <p:animEffect transition="in" filter="fade">
                                      <p:cBhvr>
                                        <p:cTn id="17" dur="1000"/>
                                        <p:tgtEl>
                                          <p:spTgt spid="1178">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1178">
                                            <p:txEl>
                                              <p:pRg st="3" end="3"/>
                                            </p:txEl>
                                          </p:spTgt>
                                        </p:tgtEl>
                                        <p:attrNameLst>
                                          <p:attrName>style.visibility</p:attrName>
                                        </p:attrNameLst>
                                      </p:cBhvr>
                                      <p:to>
                                        <p:strVal val="visible"/>
                                      </p:to>
                                    </p:set>
                                    <p:animEffect transition="in" filter="fade">
                                      <p:cBhvr>
                                        <p:cTn id="22" dur="1000"/>
                                        <p:tgtEl>
                                          <p:spTgt spid="1178">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1178">
                                            <p:txEl>
                                              <p:pRg st="4" end="4"/>
                                            </p:txEl>
                                          </p:spTgt>
                                        </p:tgtEl>
                                        <p:attrNameLst>
                                          <p:attrName>style.visibility</p:attrName>
                                        </p:attrNameLst>
                                      </p:cBhvr>
                                      <p:to>
                                        <p:strVal val="visible"/>
                                      </p:to>
                                    </p:set>
                                    <p:animEffect transition="in" filter="fade">
                                      <p:cBhvr>
                                        <p:cTn id="27" dur="1000"/>
                                        <p:tgtEl>
                                          <p:spTgt spid="1178">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1178">
                                            <p:txEl>
                                              <p:pRg st="5" end="5"/>
                                            </p:txEl>
                                          </p:spTgt>
                                        </p:tgtEl>
                                        <p:attrNameLst>
                                          <p:attrName>style.visibility</p:attrName>
                                        </p:attrNameLst>
                                      </p:cBhvr>
                                      <p:to>
                                        <p:strVal val="visible"/>
                                      </p:to>
                                    </p:set>
                                    <p:animEffect transition="in" filter="fade">
                                      <p:cBhvr>
                                        <p:cTn id="32" dur="1000"/>
                                        <p:tgtEl>
                                          <p:spTgt spid="1178">
                                            <p:txEl>
                                              <p:pRg st="5" end="5"/>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nodeType="clickEffect">
                                  <p:stCondLst>
                                    <p:cond delay="0"/>
                                  </p:stCondLst>
                                  <p:childTnLst>
                                    <p:set>
                                      <p:cBhvr>
                                        <p:cTn id="36" dur="1" fill="hold">
                                          <p:stCondLst>
                                            <p:cond delay="0"/>
                                          </p:stCondLst>
                                        </p:cTn>
                                        <p:tgtEl>
                                          <p:spTgt spid="1178">
                                            <p:txEl>
                                              <p:pRg st="6" end="6"/>
                                            </p:txEl>
                                          </p:spTgt>
                                        </p:tgtEl>
                                        <p:attrNameLst>
                                          <p:attrName>style.visibility</p:attrName>
                                        </p:attrNameLst>
                                      </p:cBhvr>
                                      <p:to>
                                        <p:strVal val="visible"/>
                                      </p:to>
                                    </p:set>
                                    <p:animEffect transition="in" filter="fade">
                                      <p:cBhvr>
                                        <p:cTn id="37" dur="1000"/>
                                        <p:tgtEl>
                                          <p:spTgt spid="1178">
                                            <p:txEl>
                                              <p:pRg st="6" end="6"/>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nodeType="clickEffect">
                                  <p:stCondLst>
                                    <p:cond delay="0"/>
                                  </p:stCondLst>
                                  <p:childTnLst>
                                    <p:set>
                                      <p:cBhvr>
                                        <p:cTn id="41" dur="1" fill="hold">
                                          <p:stCondLst>
                                            <p:cond delay="0"/>
                                          </p:stCondLst>
                                        </p:cTn>
                                        <p:tgtEl>
                                          <p:spTgt spid="1180"/>
                                        </p:tgtEl>
                                        <p:attrNameLst>
                                          <p:attrName>style.visibility</p:attrName>
                                        </p:attrNameLst>
                                      </p:cBhvr>
                                      <p:to>
                                        <p:strVal val="visible"/>
                                      </p:to>
                                    </p:set>
                                    <p:animEffect transition="in" filter="fade">
                                      <p:cBhvr>
                                        <p:cTn id="42" dur="1000"/>
                                        <p:tgtEl>
                                          <p:spTgt spid="1180"/>
                                        </p:tgtEl>
                                      </p:cBhvr>
                                    </p:animEffect>
                                  </p:childTnLst>
                                </p:cTn>
                              </p:par>
                            </p:childTnLst>
                          </p:cTn>
                        </p:par>
                      </p:childTnLst>
                    </p:cTn>
                  </p:par>
                  <p:par>
                    <p:cTn id="43" fill="hold">
                      <p:stCondLst>
                        <p:cond delay="indefinite"/>
                      </p:stCondLst>
                      <p:childTnLst>
                        <p:par>
                          <p:cTn id="44" fill="hold">
                            <p:stCondLst>
                              <p:cond delay="0"/>
                            </p:stCondLst>
                            <p:childTnLst>
                              <p:par>
                                <p:cTn id="45" presetID="10" presetClass="entr" presetSubtype="0" fill="hold" nodeType="clickEffect">
                                  <p:stCondLst>
                                    <p:cond delay="0"/>
                                  </p:stCondLst>
                                  <p:childTnLst>
                                    <p:set>
                                      <p:cBhvr>
                                        <p:cTn id="46" dur="1" fill="hold">
                                          <p:stCondLst>
                                            <p:cond delay="0"/>
                                          </p:stCondLst>
                                        </p:cTn>
                                        <p:tgtEl>
                                          <p:spTgt spid="1179"/>
                                        </p:tgtEl>
                                        <p:attrNameLst>
                                          <p:attrName>style.visibility</p:attrName>
                                        </p:attrNameLst>
                                      </p:cBhvr>
                                      <p:to>
                                        <p:strVal val="visible"/>
                                      </p:to>
                                    </p:set>
                                    <p:animEffect transition="in" filter="fade">
                                      <p:cBhvr>
                                        <p:cTn id="47" dur="1000"/>
                                        <p:tgtEl>
                                          <p:spTgt spid="1179"/>
                                        </p:tgtEl>
                                      </p:cBhvr>
                                    </p:animEffect>
                                  </p:childTnLst>
                                </p:cTn>
                              </p:par>
                            </p:childTnLst>
                          </p:cTn>
                        </p:par>
                      </p:childTnLst>
                    </p:cTn>
                  </p:par>
                  <p:par>
                    <p:cTn id="48" fill="hold">
                      <p:stCondLst>
                        <p:cond delay="indefinite"/>
                      </p:stCondLst>
                      <p:childTnLst>
                        <p:par>
                          <p:cTn id="49" fill="hold">
                            <p:stCondLst>
                              <p:cond delay="0"/>
                            </p:stCondLst>
                            <p:childTnLst>
                              <p:par>
                                <p:cTn id="50" presetID="10" presetClass="entr" presetSubtype="0" fill="hold" nodeType="clickEffect">
                                  <p:stCondLst>
                                    <p:cond delay="0"/>
                                  </p:stCondLst>
                                  <p:childTnLst>
                                    <p:set>
                                      <p:cBhvr>
                                        <p:cTn id="51" dur="1" fill="hold">
                                          <p:stCondLst>
                                            <p:cond delay="0"/>
                                          </p:stCondLst>
                                        </p:cTn>
                                        <p:tgtEl>
                                          <p:spTgt spid="1181"/>
                                        </p:tgtEl>
                                        <p:attrNameLst>
                                          <p:attrName>style.visibility</p:attrName>
                                        </p:attrNameLst>
                                      </p:cBhvr>
                                      <p:to>
                                        <p:strVal val="visible"/>
                                      </p:to>
                                    </p:set>
                                    <p:animEffect transition="in" filter="fade">
                                      <p:cBhvr>
                                        <p:cTn id="52" dur="1000"/>
                                        <p:tgtEl>
                                          <p:spTgt spid="118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3.xml><?xml version="1.0" encoding="utf-8"?>
<p:sld xmlns:a="http://schemas.openxmlformats.org/drawingml/2006/main" xmlns:r="http://schemas.openxmlformats.org/officeDocument/2006/relationships" xmlns:p="http://schemas.openxmlformats.org/presentationml/2006/main">
  <p:cSld>
    <p:bg>
      <p:bgPr>
        <a:solidFill>
          <a:srgbClr val="D9D2E9"/>
        </a:solidFill>
        <a:effectLst/>
      </p:bgPr>
    </p:bg>
    <p:spTree>
      <p:nvGrpSpPr>
        <p:cNvPr id="1" name="Shape 1186"/>
        <p:cNvGrpSpPr/>
        <p:nvPr/>
      </p:nvGrpSpPr>
      <p:grpSpPr>
        <a:xfrm>
          <a:off x="0" y="0"/>
          <a:ext cx="0" cy="0"/>
          <a:chOff x="0" y="0"/>
          <a:chExt cx="0" cy="0"/>
        </a:xfrm>
      </p:grpSpPr>
      <p:sp>
        <p:nvSpPr>
          <p:cNvPr id="1187" name="Google Shape;1187;p76"/>
          <p:cNvSpPr txBox="1">
            <a:spLocks noGrp="1"/>
          </p:cNvSpPr>
          <p:nvPr>
            <p:ph type="title"/>
          </p:nvPr>
        </p:nvSpPr>
        <p:spPr>
          <a:xfrm>
            <a:off x="0" y="0"/>
            <a:ext cx="8520600" cy="3936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Insertion Sort Runtime: yellkey.com/TODO</a:t>
            </a:r>
            <a:endParaRPr>
              <a:solidFill>
                <a:srgbClr val="38761D"/>
              </a:solidFill>
            </a:endParaRPr>
          </a:p>
        </p:txBody>
      </p:sp>
      <p:sp>
        <p:nvSpPr>
          <p:cNvPr id="1188" name="Google Shape;1188;p76"/>
          <p:cNvSpPr txBox="1">
            <a:spLocks noGrp="1"/>
          </p:cNvSpPr>
          <p:nvPr>
            <p:ph type="body" idx="1"/>
          </p:nvPr>
        </p:nvSpPr>
        <p:spPr>
          <a:xfrm>
            <a:off x="107044" y="402200"/>
            <a:ext cx="8520600" cy="3416400"/>
          </a:xfrm>
          <a:prstGeom prst="rect">
            <a:avLst/>
          </a:prstGeom>
        </p:spPr>
        <p:txBody>
          <a:bodyPr spcFirstLastPara="1" wrap="square" lIns="91425" tIns="91425" rIns="91425" bIns="91425" anchor="t" anchorCtr="0">
            <a:noAutofit/>
          </a:bodyPr>
          <a:lstStyle/>
          <a:p>
            <a:pPr marL="0" lvl="0" indent="0" algn="l" rtl="0">
              <a:spcBef>
                <a:spcPts val="600"/>
              </a:spcBef>
              <a:spcAft>
                <a:spcPts val="0"/>
              </a:spcAft>
              <a:buNone/>
            </a:pPr>
            <a:r>
              <a:rPr lang="en"/>
              <a:t>What is the runtime of insertion sort?</a:t>
            </a:r>
            <a:endParaRPr/>
          </a:p>
          <a:p>
            <a:pPr marL="457200" lvl="0" indent="-342900" algn="l" rtl="0">
              <a:spcBef>
                <a:spcPts val="600"/>
              </a:spcBef>
              <a:spcAft>
                <a:spcPts val="0"/>
              </a:spcAft>
              <a:buSzPts val="1800"/>
              <a:buFont typeface="Consolas"/>
              <a:buAutoNum type="alphaUcPeriod"/>
            </a:pPr>
            <a:r>
              <a:rPr lang="en">
                <a:latin typeface="Consolas"/>
                <a:ea typeface="Consolas"/>
                <a:cs typeface="Consolas"/>
                <a:sym typeface="Consolas"/>
              </a:rPr>
              <a:t>Ω(1), O(N)</a:t>
            </a:r>
            <a:endParaRPr>
              <a:latin typeface="Consolas"/>
              <a:ea typeface="Consolas"/>
              <a:cs typeface="Consolas"/>
              <a:sym typeface="Consolas"/>
            </a:endParaRPr>
          </a:p>
          <a:p>
            <a:pPr marL="457200" lvl="0" indent="-342900" algn="l" rtl="0">
              <a:spcBef>
                <a:spcPts val="0"/>
              </a:spcBef>
              <a:spcAft>
                <a:spcPts val="0"/>
              </a:spcAft>
              <a:buSzPts val="1800"/>
              <a:buFont typeface="Consolas"/>
              <a:buAutoNum type="alphaUcPeriod"/>
            </a:pPr>
            <a:r>
              <a:rPr lang="en">
                <a:latin typeface="Consolas"/>
                <a:ea typeface="Consolas"/>
                <a:cs typeface="Consolas"/>
                <a:sym typeface="Consolas"/>
              </a:rPr>
              <a:t>Ω(N), O(N)</a:t>
            </a:r>
            <a:endParaRPr>
              <a:latin typeface="Consolas"/>
              <a:ea typeface="Consolas"/>
              <a:cs typeface="Consolas"/>
              <a:sym typeface="Consolas"/>
            </a:endParaRPr>
          </a:p>
          <a:p>
            <a:pPr marL="457200" lvl="0" indent="-342900" algn="l" rtl="0">
              <a:spcBef>
                <a:spcPts val="0"/>
              </a:spcBef>
              <a:spcAft>
                <a:spcPts val="0"/>
              </a:spcAft>
              <a:buSzPts val="1800"/>
              <a:buFont typeface="Consolas"/>
              <a:buAutoNum type="alphaUcPeriod"/>
            </a:pPr>
            <a:r>
              <a:rPr lang="en">
                <a:latin typeface="Consolas"/>
                <a:ea typeface="Consolas"/>
                <a:cs typeface="Consolas"/>
                <a:sym typeface="Consolas"/>
              </a:rPr>
              <a:t>Ω(1), O(N</a:t>
            </a:r>
            <a:r>
              <a:rPr lang="en" baseline="30000">
                <a:latin typeface="Consolas"/>
                <a:ea typeface="Consolas"/>
                <a:cs typeface="Consolas"/>
                <a:sym typeface="Consolas"/>
              </a:rPr>
              <a:t>2</a:t>
            </a:r>
            <a:r>
              <a:rPr lang="en">
                <a:latin typeface="Consolas"/>
                <a:ea typeface="Consolas"/>
                <a:cs typeface="Consolas"/>
                <a:sym typeface="Consolas"/>
              </a:rPr>
              <a:t>)</a:t>
            </a:r>
            <a:endParaRPr>
              <a:latin typeface="Consolas"/>
              <a:ea typeface="Consolas"/>
              <a:cs typeface="Consolas"/>
              <a:sym typeface="Consolas"/>
            </a:endParaRPr>
          </a:p>
          <a:p>
            <a:pPr marL="457200" lvl="0" indent="-342900" algn="l" rtl="0">
              <a:spcBef>
                <a:spcPts val="0"/>
              </a:spcBef>
              <a:spcAft>
                <a:spcPts val="0"/>
              </a:spcAft>
              <a:buSzPts val="1800"/>
              <a:buFont typeface="Consolas"/>
              <a:buAutoNum type="alphaUcPeriod"/>
            </a:pPr>
            <a:r>
              <a:rPr lang="en">
                <a:latin typeface="Consolas"/>
                <a:ea typeface="Consolas"/>
                <a:cs typeface="Consolas"/>
                <a:sym typeface="Consolas"/>
              </a:rPr>
              <a:t>Ω(N), O(N</a:t>
            </a:r>
            <a:r>
              <a:rPr lang="en" baseline="30000">
                <a:latin typeface="Consolas"/>
                <a:ea typeface="Consolas"/>
                <a:cs typeface="Consolas"/>
                <a:sym typeface="Consolas"/>
              </a:rPr>
              <a:t>2</a:t>
            </a:r>
            <a:r>
              <a:rPr lang="en">
                <a:latin typeface="Consolas"/>
                <a:ea typeface="Consolas"/>
                <a:cs typeface="Consolas"/>
                <a:sym typeface="Consolas"/>
              </a:rPr>
              <a:t>)</a:t>
            </a:r>
            <a:endParaRPr>
              <a:latin typeface="Consolas"/>
              <a:ea typeface="Consolas"/>
              <a:cs typeface="Consolas"/>
              <a:sym typeface="Consolas"/>
            </a:endParaRPr>
          </a:p>
          <a:p>
            <a:pPr marL="457200" lvl="0" indent="-342900" algn="l" rtl="0">
              <a:spcBef>
                <a:spcPts val="0"/>
              </a:spcBef>
              <a:spcAft>
                <a:spcPts val="0"/>
              </a:spcAft>
              <a:buSzPts val="1800"/>
              <a:buFont typeface="Consolas"/>
              <a:buAutoNum type="alphaUcPeriod"/>
            </a:pPr>
            <a:r>
              <a:rPr lang="en">
                <a:latin typeface="Consolas"/>
                <a:ea typeface="Consolas"/>
                <a:cs typeface="Consolas"/>
                <a:sym typeface="Consolas"/>
              </a:rPr>
              <a:t>Ω(N</a:t>
            </a:r>
            <a:r>
              <a:rPr lang="en" baseline="30000">
                <a:latin typeface="Consolas"/>
                <a:ea typeface="Consolas"/>
                <a:cs typeface="Consolas"/>
                <a:sym typeface="Consolas"/>
              </a:rPr>
              <a:t>2</a:t>
            </a:r>
            <a:r>
              <a:rPr lang="en">
                <a:latin typeface="Consolas"/>
                <a:ea typeface="Consolas"/>
                <a:cs typeface="Consolas"/>
                <a:sym typeface="Consolas"/>
              </a:rPr>
              <a:t>), O(N</a:t>
            </a:r>
            <a:r>
              <a:rPr lang="en" baseline="30000">
                <a:latin typeface="Consolas"/>
                <a:ea typeface="Consolas"/>
                <a:cs typeface="Consolas"/>
                <a:sym typeface="Consolas"/>
              </a:rPr>
              <a:t>2</a:t>
            </a:r>
            <a:r>
              <a:rPr lang="en">
                <a:latin typeface="Consolas"/>
                <a:ea typeface="Consolas"/>
                <a:cs typeface="Consolas"/>
                <a:sym typeface="Consolas"/>
              </a:rPr>
              <a:t>)</a:t>
            </a:r>
            <a:endParaRPr>
              <a:latin typeface="Consolas"/>
              <a:ea typeface="Consolas"/>
              <a:cs typeface="Consolas"/>
              <a:sym typeface="Consolas"/>
            </a:endParaRPr>
          </a:p>
        </p:txBody>
      </p:sp>
      <p:sp>
        <p:nvSpPr>
          <p:cNvPr id="1189" name="Google Shape;1189;p76"/>
          <p:cNvSpPr txBox="1">
            <a:spLocks noGrp="1"/>
          </p:cNvSpPr>
          <p:nvPr>
            <p:ph type="body" idx="1"/>
          </p:nvPr>
        </p:nvSpPr>
        <p:spPr>
          <a:xfrm>
            <a:off x="4523218" y="1088156"/>
            <a:ext cx="1400400" cy="568500"/>
          </a:xfrm>
          <a:prstGeom prst="rect">
            <a:avLst/>
          </a:prstGeom>
        </p:spPr>
        <p:txBody>
          <a:bodyPr spcFirstLastPara="1" wrap="square" lIns="91425" tIns="91425" rIns="91425" bIns="91425" anchor="t" anchorCtr="0">
            <a:noAutofit/>
          </a:bodyPr>
          <a:lstStyle/>
          <a:p>
            <a:pPr marL="0" lvl="0" indent="0" algn="l" rtl="0">
              <a:spcBef>
                <a:spcPts val="600"/>
              </a:spcBef>
              <a:spcAft>
                <a:spcPts val="0"/>
              </a:spcAft>
              <a:buNone/>
            </a:pPr>
            <a:r>
              <a:rPr lang="en"/>
              <a:t>36 swaps:</a:t>
            </a:r>
            <a:endParaRPr/>
          </a:p>
        </p:txBody>
      </p:sp>
      <p:pic>
        <p:nvPicPr>
          <p:cNvPr id="1190" name="Google Shape;1190;p76"/>
          <p:cNvPicPr preferRelativeResize="0"/>
          <p:nvPr/>
        </p:nvPicPr>
        <p:blipFill>
          <a:blip r:embed="rId3">
            <a:alphaModFix/>
          </a:blip>
          <a:stretch>
            <a:fillRect/>
          </a:stretch>
        </p:blipFill>
        <p:spPr>
          <a:xfrm>
            <a:off x="4598425" y="1656650"/>
            <a:ext cx="3194250" cy="2576349"/>
          </a:xfrm>
          <a:prstGeom prst="rect">
            <a:avLst/>
          </a:prstGeom>
          <a:noFill/>
          <a:ln>
            <a:noFill/>
          </a:ln>
        </p:spPr>
      </p:pic>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1194"/>
        <p:cNvGrpSpPr/>
        <p:nvPr/>
      </p:nvGrpSpPr>
      <p:grpSpPr>
        <a:xfrm>
          <a:off x="0" y="0"/>
          <a:ext cx="0" cy="0"/>
          <a:chOff x="0" y="0"/>
          <a:chExt cx="0" cy="0"/>
        </a:xfrm>
      </p:grpSpPr>
      <p:sp>
        <p:nvSpPr>
          <p:cNvPr id="1195" name="Google Shape;1195;p77"/>
          <p:cNvSpPr txBox="1">
            <a:spLocks noGrp="1"/>
          </p:cNvSpPr>
          <p:nvPr>
            <p:ph type="title"/>
          </p:nvPr>
        </p:nvSpPr>
        <p:spPr>
          <a:xfrm>
            <a:off x="0" y="0"/>
            <a:ext cx="8520600" cy="3936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Insertion Sort Runtime</a:t>
            </a:r>
            <a:endParaRPr>
              <a:solidFill>
                <a:srgbClr val="38761D"/>
              </a:solidFill>
            </a:endParaRPr>
          </a:p>
        </p:txBody>
      </p:sp>
      <p:sp>
        <p:nvSpPr>
          <p:cNvPr id="1196" name="Google Shape;1196;p77"/>
          <p:cNvSpPr txBox="1">
            <a:spLocks noGrp="1"/>
          </p:cNvSpPr>
          <p:nvPr>
            <p:ph type="body" idx="1"/>
          </p:nvPr>
        </p:nvSpPr>
        <p:spPr>
          <a:xfrm>
            <a:off x="107044" y="402200"/>
            <a:ext cx="8520600" cy="3416400"/>
          </a:xfrm>
          <a:prstGeom prst="rect">
            <a:avLst/>
          </a:prstGeom>
        </p:spPr>
        <p:txBody>
          <a:bodyPr spcFirstLastPara="1" wrap="square" lIns="91425" tIns="91425" rIns="91425" bIns="91425" anchor="t" anchorCtr="0">
            <a:noAutofit/>
          </a:bodyPr>
          <a:lstStyle/>
          <a:p>
            <a:pPr marL="0" lvl="0" indent="0" algn="l" rtl="0">
              <a:spcBef>
                <a:spcPts val="600"/>
              </a:spcBef>
              <a:spcAft>
                <a:spcPts val="0"/>
              </a:spcAft>
              <a:buNone/>
            </a:pPr>
            <a:r>
              <a:rPr lang="en"/>
              <a:t>What is the runtime of insertion sort?</a:t>
            </a:r>
            <a:endParaRPr/>
          </a:p>
          <a:p>
            <a:pPr marL="457200" lvl="0" indent="-342900" algn="l" rtl="0">
              <a:spcBef>
                <a:spcPts val="600"/>
              </a:spcBef>
              <a:spcAft>
                <a:spcPts val="0"/>
              </a:spcAft>
              <a:buSzPts val="1800"/>
              <a:buFont typeface="Consolas"/>
              <a:buAutoNum type="alphaUcPeriod"/>
            </a:pPr>
            <a:r>
              <a:rPr lang="en">
                <a:latin typeface="Consolas"/>
                <a:ea typeface="Consolas"/>
                <a:cs typeface="Consolas"/>
                <a:sym typeface="Consolas"/>
              </a:rPr>
              <a:t>Ω(1), O(N)</a:t>
            </a:r>
            <a:endParaRPr>
              <a:latin typeface="Consolas"/>
              <a:ea typeface="Consolas"/>
              <a:cs typeface="Consolas"/>
              <a:sym typeface="Consolas"/>
            </a:endParaRPr>
          </a:p>
          <a:p>
            <a:pPr marL="457200" lvl="0" indent="-342900" algn="l" rtl="0">
              <a:spcBef>
                <a:spcPts val="0"/>
              </a:spcBef>
              <a:spcAft>
                <a:spcPts val="0"/>
              </a:spcAft>
              <a:buSzPts val="1800"/>
              <a:buFont typeface="Consolas"/>
              <a:buAutoNum type="alphaUcPeriod"/>
            </a:pPr>
            <a:r>
              <a:rPr lang="en">
                <a:latin typeface="Consolas"/>
                <a:ea typeface="Consolas"/>
                <a:cs typeface="Consolas"/>
                <a:sym typeface="Consolas"/>
              </a:rPr>
              <a:t>Ω(N), O(N)</a:t>
            </a:r>
            <a:endParaRPr>
              <a:latin typeface="Consolas"/>
              <a:ea typeface="Consolas"/>
              <a:cs typeface="Consolas"/>
              <a:sym typeface="Consolas"/>
            </a:endParaRPr>
          </a:p>
          <a:p>
            <a:pPr marL="457200" lvl="0" indent="-342900" algn="l" rtl="0">
              <a:spcBef>
                <a:spcPts val="0"/>
              </a:spcBef>
              <a:spcAft>
                <a:spcPts val="0"/>
              </a:spcAft>
              <a:buSzPts val="1800"/>
              <a:buFont typeface="Consolas"/>
              <a:buAutoNum type="alphaUcPeriod"/>
            </a:pPr>
            <a:r>
              <a:rPr lang="en">
                <a:latin typeface="Consolas"/>
                <a:ea typeface="Consolas"/>
                <a:cs typeface="Consolas"/>
                <a:sym typeface="Consolas"/>
              </a:rPr>
              <a:t>Ω(1), O(N</a:t>
            </a:r>
            <a:r>
              <a:rPr lang="en" baseline="30000">
                <a:latin typeface="Consolas"/>
                <a:ea typeface="Consolas"/>
                <a:cs typeface="Consolas"/>
                <a:sym typeface="Consolas"/>
              </a:rPr>
              <a:t>2</a:t>
            </a:r>
            <a:r>
              <a:rPr lang="en">
                <a:latin typeface="Consolas"/>
                <a:ea typeface="Consolas"/>
                <a:cs typeface="Consolas"/>
                <a:sym typeface="Consolas"/>
              </a:rPr>
              <a:t>)</a:t>
            </a:r>
            <a:endParaRPr>
              <a:latin typeface="Consolas"/>
              <a:ea typeface="Consolas"/>
              <a:cs typeface="Consolas"/>
              <a:sym typeface="Consolas"/>
            </a:endParaRPr>
          </a:p>
          <a:p>
            <a:pPr marL="457200" lvl="0" indent="-342900" algn="l" rtl="0">
              <a:spcBef>
                <a:spcPts val="0"/>
              </a:spcBef>
              <a:spcAft>
                <a:spcPts val="0"/>
              </a:spcAft>
              <a:buSzPts val="1800"/>
              <a:buFont typeface="Consolas"/>
              <a:buAutoNum type="alphaUcPeriod"/>
            </a:pPr>
            <a:r>
              <a:rPr lang="en" b="1">
                <a:latin typeface="Consolas"/>
                <a:ea typeface="Consolas"/>
                <a:cs typeface="Consolas"/>
                <a:sym typeface="Consolas"/>
              </a:rPr>
              <a:t>Ω(N), O(N</a:t>
            </a:r>
            <a:r>
              <a:rPr lang="en" b="1" baseline="30000">
                <a:latin typeface="Consolas"/>
                <a:ea typeface="Consolas"/>
                <a:cs typeface="Consolas"/>
                <a:sym typeface="Consolas"/>
              </a:rPr>
              <a:t>2</a:t>
            </a:r>
            <a:r>
              <a:rPr lang="en" b="1">
                <a:latin typeface="Consolas"/>
                <a:ea typeface="Consolas"/>
                <a:cs typeface="Consolas"/>
                <a:sym typeface="Consolas"/>
              </a:rPr>
              <a:t>)</a:t>
            </a:r>
            <a:endParaRPr b="1">
              <a:latin typeface="Consolas"/>
              <a:ea typeface="Consolas"/>
              <a:cs typeface="Consolas"/>
              <a:sym typeface="Consolas"/>
            </a:endParaRPr>
          </a:p>
          <a:p>
            <a:pPr marL="457200" lvl="0" indent="-342900" algn="l" rtl="0">
              <a:spcBef>
                <a:spcPts val="0"/>
              </a:spcBef>
              <a:spcAft>
                <a:spcPts val="0"/>
              </a:spcAft>
              <a:buSzPts val="1800"/>
              <a:buFont typeface="Consolas"/>
              <a:buAutoNum type="alphaUcPeriod"/>
            </a:pPr>
            <a:r>
              <a:rPr lang="en">
                <a:latin typeface="Consolas"/>
                <a:ea typeface="Consolas"/>
                <a:cs typeface="Consolas"/>
                <a:sym typeface="Consolas"/>
              </a:rPr>
              <a:t>Ω(N</a:t>
            </a:r>
            <a:r>
              <a:rPr lang="en" baseline="30000">
                <a:latin typeface="Consolas"/>
                <a:ea typeface="Consolas"/>
                <a:cs typeface="Consolas"/>
                <a:sym typeface="Consolas"/>
              </a:rPr>
              <a:t>2</a:t>
            </a:r>
            <a:r>
              <a:rPr lang="en">
                <a:latin typeface="Consolas"/>
                <a:ea typeface="Consolas"/>
                <a:cs typeface="Consolas"/>
                <a:sym typeface="Consolas"/>
              </a:rPr>
              <a:t>), O(N</a:t>
            </a:r>
            <a:r>
              <a:rPr lang="en" baseline="30000">
                <a:latin typeface="Consolas"/>
                <a:ea typeface="Consolas"/>
                <a:cs typeface="Consolas"/>
                <a:sym typeface="Consolas"/>
              </a:rPr>
              <a:t>2</a:t>
            </a:r>
            <a:r>
              <a:rPr lang="en">
                <a:latin typeface="Consolas"/>
                <a:ea typeface="Consolas"/>
                <a:cs typeface="Consolas"/>
                <a:sym typeface="Consolas"/>
              </a:rPr>
              <a:t>)</a:t>
            </a:r>
            <a:endParaRPr>
              <a:latin typeface="Consolas"/>
              <a:ea typeface="Consolas"/>
              <a:cs typeface="Consolas"/>
              <a:sym typeface="Consolas"/>
            </a:endParaRPr>
          </a:p>
          <a:p>
            <a:pPr marL="0" lvl="0" indent="0" algn="l" rtl="0">
              <a:spcBef>
                <a:spcPts val="600"/>
              </a:spcBef>
              <a:spcAft>
                <a:spcPts val="0"/>
              </a:spcAft>
              <a:buNone/>
            </a:pPr>
            <a:endParaRPr>
              <a:latin typeface="Consolas"/>
              <a:ea typeface="Consolas"/>
              <a:cs typeface="Consolas"/>
              <a:sym typeface="Consolas"/>
            </a:endParaRPr>
          </a:p>
          <a:p>
            <a:pPr marL="0" lvl="0" indent="0" algn="l" rtl="0">
              <a:spcBef>
                <a:spcPts val="600"/>
              </a:spcBef>
              <a:spcAft>
                <a:spcPts val="0"/>
              </a:spcAft>
              <a:buNone/>
            </a:pPr>
            <a:r>
              <a:rPr lang="en"/>
              <a:t>You may recall </a:t>
            </a:r>
            <a:r>
              <a:rPr lang="en">
                <a:latin typeface="Consolas"/>
                <a:ea typeface="Consolas"/>
                <a:cs typeface="Consolas"/>
                <a:sym typeface="Consolas"/>
              </a:rPr>
              <a:t>Ω</a:t>
            </a:r>
            <a:r>
              <a:rPr lang="en"/>
              <a:t> is not “best case”.</a:t>
            </a:r>
            <a:endParaRPr/>
          </a:p>
          <a:p>
            <a:pPr marL="0" lvl="0" indent="0" algn="l" rtl="0">
              <a:spcBef>
                <a:spcPts val="600"/>
              </a:spcBef>
              <a:spcAft>
                <a:spcPts val="0"/>
              </a:spcAft>
              <a:buNone/>
            </a:pPr>
            <a:r>
              <a:rPr lang="en"/>
              <a:t>So technnnniically you could also say </a:t>
            </a:r>
            <a:br>
              <a:rPr lang="en"/>
            </a:br>
            <a:r>
              <a:rPr lang="en"/>
              <a:t>     </a:t>
            </a:r>
            <a:r>
              <a:rPr lang="en">
                <a:latin typeface="Consolas"/>
                <a:ea typeface="Consolas"/>
                <a:cs typeface="Consolas"/>
                <a:sym typeface="Consolas"/>
              </a:rPr>
              <a:t>Ω(1)</a:t>
            </a:r>
            <a:endParaRPr/>
          </a:p>
          <a:p>
            <a:pPr marL="0" lvl="0" indent="0" algn="l" rtl="0">
              <a:spcBef>
                <a:spcPts val="600"/>
              </a:spcBef>
              <a:spcAft>
                <a:spcPts val="0"/>
              </a:spcAft>
              <a:buClr>
                <a:schemeClr val="dk1"/>
              </a:buClr>
              <a:buSzPts val="1100"/>
              <a:buFont typeface="Arial"/>
              <a:buNone/>
            </a:pPr>
            <a:endParaRPr/>
          </a:p>
        </p:txBody>
      </p:sp>
      <p:sp>
        <p:nvSpPr>
          <p:cNvPr id="1197" name="Google Shape;1197;p77"/>
          <p:cNvSpPr txBox="1">
            <a:spLocks noGrp="1"/>
          </p:cNvSpPr>
          <p:nvPr>
            <p:ph type="body" idx="1"/>
          </p:nvPr>
        </p:nvSpPr>
        <p:spPr>
          <a:xfrm>
            <a:off x="4523218" y="1088156"/>
            <a:ext cx="1400400" cy="568500"/>
          </a:xfrm>
          <a:prstGeom prst="rect">
            <a:avLst/>
          </a:prstGeom>
        </p:spPr>
        <p:txBody>
          <a:bodyPr spcFirstLastPara="1" wrap="square" lIns="91425" tIns="91425" rIns="91425" bIns="91425" anchor="t" anchorCtr="0">
            <a:noAutofit/>
          </a:bodyPr>
          <a:lstStyle/>
          <a:p>
            <a:pPr marL="0" lvl="0" indent="0" algn="l" rtl="0">
              <a:spcBef>
                <a:spcPts val="600"/>
              </a:spcBef>
              <a:spcAft>
                <a:spcPts val="0"/>
              </a:spcAft>
              <a:buNone/>
            </a:pPr>
            <a:r>
              <a:rPr lang="en"/>
              <a:t>36 swaps:</a:t>
            </a:r>
            <a:endParaRPr/>
          </a:p>
        </p:txBody>
      </p:sp>
      <p:pic>
        <p:nvPicPr>
          <p:cNvPr id="1198" name="Google Shape;1198;p77"/>
          <p:cNvPicPr preferRelativeResize="0"/>
          <p:nvPr/>
        </p:nvPicPr>
        <p:blipFill>
          <a:blip r:embed="rId3">
            <a:alphaModFix/>
          </a:blip>
          <a:stretch>
            <a:fillRect/>
          </a:stretch>
        </p:blipFill>
        <p:spPr>
          <a:xfrm>
            <a:off x="4598425" y="1656650"/>
            <a:ext cx="3194250" cy="2576349"/>
          </a:xfrm>
          <a:prstGeom prst="rect">
            <a:avLst/>
          </a:prstGeom>
          <a:noFill/>
          <a:ln>
            <a:noFill/>
          </a:ln>
        </p:spPr>
      </p:pic>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bg>
      <p:bgPr>
        <a:solidFill>
          <a:srgbClr val="D9D2E9"/>
        </a:solidFill>
        <a:effectLst/>
      </p:bgPr>
    </p:bg>
    <p:spTree>
      <p:nvGrpSpPr>
        <p:cNvPr id="1" name="Shape 1202"/>
        <p:cNvGrpSpPr/>
        <p:nvPr/>
      </p:nvGrpSpPr>
      <p:grpSpPr>
        <a:xfrm>
          <a:off x="0" y="0"/>
          <a:ext cx="0" cy="0"/>
          <a:chOff x="0" y="0"/>
          <a:chExt cx="0" cy="0"/>
        </a:xfrm>
      </p:grpSpPr>
      <p:sp>
        <p:nvSpPr>
          <p:cNvPr id="1203" name="Google Shape;1203;p78"/>
          <p:cNvSpPr txBox="1">
            <a:spLocks noGrp="1"/>
          </p:cNvSpPr>
          <p:nvPr>
            <p:ph type="title"/>
          </p:nvPr>
        </p:nvSpPr>
        <p:spPr>
          <a:xfrm>
            <a:off x="0" y="0"/>
            <a:ext cx="8520600" cy="3936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Picking the Best Sort: yellkey.com/TODO</a:t>
            </a:r>
            <a:endParaRPr>
              <a:solidFill>
                <a:srgbClr val="38761D"/>
              </a:solidFill>
            </a:endParaRPr>
          </a:p>
        </p:txBody>
      </p:sp>
      <p:sp>
        <p:nvSpPr>
          <p:cNvPr id="1204" name="Google Shape;1204;p78"/>
          <p:cNvSpPr txBox="1">
            <a:spLocks noGrp="1"/>
          </p:cNvSpPr>
          <p:nvPr>
            <p:ph type="body" idx="1"/>
          </p:nvPr>
        </p:nvSpPr>
        <p:spPr>
          <a:xfrm>
            <a:off x="107044" y="402200"/>
            <a:ext cx="8520600" cy="3416400"/>
          </a:xfrm>
          <a:prstGeom prst="rect">
            <a:avLst/>
          </a:prstGeom>
        </p:spPr>
        <p:txBody>
          <a:bodyPr spcFirstLastPara="1" wrap="square" lIns="91425" tIns="91425" rIns="91425" bIns="91425" anchor="t" anchorCtr="0">
            <a:noAutofit/>
          </a:bodyPr>
          <a:lstStyle/>
          <a:p>
            <a:pPr marL="0" lvl="0" indent="0" algn="l" rtl="0">
              <a:spcBef>
                <a:spcPts val="600"/>
              </a:spcBef>
              <a:spcAft>
                <a:spcPts val="0"/>
              </a:spcAft>
              <a:buNone/>
            </a:pPr>
            <a:r>
              <a:rPr lang="en"/>
              <a:t>Suppose we do the following:</a:t>
            </a:r>
            <a:endParaRPr/>
          </a:p>
          <a:p>
            <a:pPr marL="457200" lvl="0" indent="-342900" algn="l" rtl="0">
              <a:spcBef>
                <a:spcPts val="600"/>
              </a:spcBef>
              <a:spcAft>
                <a:spcPts val="0"/>
              </a:spcAft>
              <a:buSzPts val="1800"/>
              <a:buChar char="●"/>
            </a:pPr>
            <a:r>
              <a:rPr lang="en"/>
              <a:t>Read 1,000,000 integers from a file into an array of length 1,000,000.</a:t>
            </a:r>
            <a:endParaRPr/>
          </a:p>
          <a:p>
            <a:pPr marL="457200" lvl="0" indent="-342900" algn="l" rtl="0">
              <a:spcBef>
                <a:spcPts val="0"/>
              </a:spcBef>
              <a:spcAft>
                <a:spcPts val="0"/>
              </a:spcAft>
              <a:buSzPts val="1800"/>
              <a:buChar char="●"/>
            </a:pPr>
            <a:r>
              <a:rPr lang="en"/>
              <a:t>Mergesort these integers.</a:t>
            </a:r>
            <a:endParaRPr/>
          </a:p>
          <a:p>
            <a:pPr marL="457200" lvl="0" indent="-342900" algn="l" rtl="0">
              <a:spcBef>
                <a:spcPts val="0"/>
              </a:spcBef>
              <a:spcAft>
                <a:spcPts val="0"/>
              </a:spcAft>
              <a:buSzPts val="1800"/>
              <a:buChar char="●"/>
            </a:pPr>
            <a:r>
              <a:rPr lang="en"/>
              <a:t>Select one integer randomly and change it.</a:t>
            </a:r>
            <a:endParaRPr/>
          </a:p>
          <a:p>
            <a:pPr marL="457200" lvl="0" indent="-342900" algn="l" rtl="0">
              <a:spcBef>
                <a:spcPts val="0"/>
              </a:spcBef>
              <a:spcAft>
                <a:spcPts val="0"/>
              </a:spcAft>
              <a:buSzPts val="1800"/>
              <a:buChar char="●"/>
            </a:pPr>
            <a:r>
              <a:rPr lang="en"/>
              <a:t>Sort using algorithm X of your choice.</a:t>
            </a:r>
            <a:endParaRPr/>
          </a:p>
          <a:p>
            <a:pPr marL="0" lvl="0" indent="0" algn="l" rtl="0">
              <a:spcBef>
                <a:spcPts val="600"/>
              </a:spcBef>
              <a:spcAft>
                <a:spcPts val="0"/>
              </a:spcAft>
              <a:buNone/>
            </a:pPr>
            <a:endParaRPr/>
          </a:p>
          <a:p>
            <a:pPr marL="0" lvl="0" indent="0" algn="l" rtl="0">
              <a:spcBef>
                <a:spcPts val="600"/>
              </a:spcBef>
              <a:spcAft>
                <a:spcPts val="0"/>
              </a:spcAft>
              <a:buNone/>
            </a:pPr>
            <a:r>
              <a:rPr lang="en"/>
              <a:t>Which sorting algorithm would be the fastest choice for X?</a:t>
            </a:r>
            <a:endParaRPr/>
          </a:p>
          <a:p>
            <a:pPr marL="457200" lvl="0" indent="-342900" algn="l" rtl="0">
              <a:spcBef>
                <a:spcPts val="600"/>
              </a:spcBef>
              <a:spcAft>
                <a:spcPts val="0"/>
              </a:spcAft>
              <a:buSzPts val="1800"/>
              <a:buAutoNum type="alphaUcPeriod"/>
            </a:pPr>
            <a:r>
              <a:rPr lang="en"/>
              <a:t>Selection Sort: O(N</a:t>
            </a:r>
            <a:r>
              <a:rPr lang="en" baseline="30000"/>
              <a:t>2</a:t>
            </a:r>
            <a:r>
              <a:rPr lang="en"/>
              <a:t>)</a:t>
            </a:r>
            <a:endParaRPr/>
          </a:p>
          <a:p>
            <a:pPr marL="457200" lvl="0" indent="-342900" algn="l" rtl="0">
              <a:spcBef>
                <a:spcPts val="0"/>
              </a:spcBef>
              <a:spcAft>
                <a:spcPts val="0"/>
              </a:spcAft>
              <a:buSzPts val="1800"/>
              <a:buAutoNum type="alphaUcPeriod"/>
            </a:pPr>
            <a:r>
              <a:rPr lang="en"/>
              <a:t>Heapsort: O(N Log N)</a:t>
            </a:r>
            <a:endParaRPr/>
          </a:p>
          <a:p>
            <a:pPr marL="457200" lvl="0" indent="-342900" algn="l" rtl="0">
              <a:spcBef>
                <a:spcPts val="0"/>
              </a:spcBef>
              <a:spcAft>
                <a:spcPts val="0"/>
              </a:spcAft>
              <a:buSzPts val="1800"/>
              <a:buAutoNum type="alphaUcPeriod"/>
            </a:pPr>
            <a:r>
              <a:rPr lang="en"/>
              <a:t>Mergesort: O(N Log N)</a:t>
            </a:r>
            <a:endParaRPr/>
          </a:p>
          <a:p>
            <a:pPr marL="457200" lvl="0" indent="-342900" algn="l" rtl="0">
              <a:spcBef>
                <a:spcPts val="0"/>
              </a:spcBef>
              <a:spcAft>
                <a:spcPts val="0"/>
              </a:spcAft>
              <a:buSzPts val="1800"/>
              <a:buAutoNum type="alphaUcPeriod"/>
            </a:pPr>
            <a:r>
              <a:rPr lang="en"/>
              <a:t>Insertion Sort: O(N</a:t>
            </a:r>
            <a:r>
              <a:rPr lang="en" baseline="30000"/>
              <a:t>2</a:t>
            </a:r>
            <a:r>
              <a:rPr lang="en"/>
              <a:t>)</a:t>
            </a:r>
            <a:endParaRPr/>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1208"/>
        <p:cNvGrpSpPr/>
        <p:nvPr/>
      </p:nvGrpSpPr>
      <p:grpSpPr>
        <a:xfrm>
          <a:off x="0" y="0"/>
          <a:ext cx="0" cy="0"/>
          <a:chOff x="0" y="0"/>
          <a:chExt cx="0" cy="0"/>
        </a:xfrm>
      </p:grpSpPr>
      <p:sp>
        <p:nvSpPr>
          <p:cNvPr id="1209" name="Google Shape;1209;p79"/>
          <p:cNvSpPr txBox="1">
            <a:spLocks noGrp="1"/>
          </p:cNvSpPr>
          <p:nvPr>
            <p:ph type="title"/>
          </p:nvPr>
        </p:nvSpPr>
        <p:spPr>
          <a:xfrm>
            <a:off x="0" y="0"/>
            <a:ext cx="8520600" cy="3936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Observation: Insertion Sort on Almost Sorted Arrays</a:t>
            </a:r>
            <a:endParaRPr/>
          </a:p>
        </p:txBody>
      </p:sp>
      <p:sp>
        <p:nvSpPr>
          <p:cNvPr id="1210" name="Google Shape;1210;p79"/>
          <p:cNvSpPr txBox="1">
            <a:spLocks noGrp="1"/>
          </p:cNvSpPr>
          <p:nvPr>
            <p:ph type="body" idx="1"/>
          </p:nvPr>
        </p:nvSpPr>
        <p:spPr>
          <a:xfrm>
            <a:off x="107044" y="402200"/>
            <a:ext cx="8520600" cy="3416400"/>
          </a:xfrm>
          <a:prstGeom prst="rect">
            <a:avLst/>
          </a:prstGeom>
        </p:spPr>
        <p:txBody>
          <a:bodyPr spcFirstLastPara="1" wrap="square" lIns="91425" tIns="91425" rIns="91425" bIns="91425" anchor="t" anchorCtr="0">
            <a:noAutofit/>
          </a:bodyPr>
          <a:lstStyle/>
          <a:p>
            <a:pPr marL="0" lvl="0" indent="0" algn="l" rtl="0">
              <a:spcBef>
                <a:spcPts val="600"/>
              </a:spcBef>
              <a:spcAft>
                <a:spcPts val="0"/>
              </a:spcAft>
              <a:buNone/>
            </a:pPr>
            <a:r>
              <a:rPr lang="en"/>
              <a:t>For arrays that are almost sorted, insertion sort does very little work.</a:t>
            </a:r>
            <a:endParaRPr/>
          </a:p>
          <a:p>
            <a:pPr marL="457200" lvl="0" indent="-342900" algn="l" rtl="0">
              <a:spcBef>
                <a:spcPts val="600"/>
              </a:spcBef>
              <a:spcAft>
                <a:spcPts val="0"/>
              </a:spcAft>
              <a:buSzPts val="1800"/>
              <a:buChar char="●"/>
            </a:pPr>
            <a:r>
              <a:rPr lang="en"/>
              <a:t>Left array: 5 inversions, so only 5 swaps.</a:t>
            </a:r>
            <a:endParaRPr/>
          </a:p>
          <a:p>
            <a:pPr marL="457200" lvl="0" indent="-342900" algn="l" rtl="0">
              <a:spcBef>
                <a:spcPts val="0"/>
              </a:spcBef>
              <a:spcAft>
                <a:spcPts val="0"/>
              </a:spcAft>
              <a:buSzPts val="1800"/>
              <a:buChar char="●"/>
            </a:pPr>
            <a:r>
              <a:rPr lang="en"/>
              <a:t>Right array: 3 inversion, so only 3 swaps.</a:t>
            </a:r>
            <a:endParaRPr/>
          </a:p>
          <a:p>
            <a:pPr marL="0" lvl="0" indent="0" algn="l" rtl="0">
              <a:spcBef>
                <a:spcPts val="600"/>
              </a:spcBef>
              <a:spcAft>
                <a:spcPts val="0"/>
              </a:spcAft>
              <a:buNone/>
            </a:pPr>
            <a:endParaRPr/>
          </a:p>
          <a:p>
            <a:pPr marL="0" lvl="0" indent="0" algn="l" rtl="0">
              <a:spcBef>
                <a:spcPts val="600"/>
              </a:spcBef>
              <a:spcAft>
                <a:spcPts val="0"/>
              </a:spcAft>
              <a:buNone/>
            </a:pPr>
            <a:endParaRPr/>
          </a:p>
          <a:p>
            <a:pPr marL="0" lvl="0" indent="0" algn="l" rtl="0">
              <a:spcBef>
                <a:spcPts val="600"/>
              </a:spcBef>
              <a:spcAft>
                <a:spcPts val="0"/>
              </a:spcAft>
              <a:buNone/>
            </a:pPr>
            <a:endParaRPr/>
          </a:p>
        </p:txBody>
      </p:sp>
      <p:pic>
        <p:nvPicPr>
          <p:cNvPr id="1211" name="Google Shape;1211;p79"/>
          <p:cNvPicPr preferRelativeResize="0"/>
          <p:nvPr/>
        </p:nvPicPr>
        <p:blipFill>
          <a:blip r:embed="rId3">
            <a:alphaModFix/>
          </a:blip>
          <a:stretch>
            <a:fillRect/>
          </a:stretch>
        </p:blipFill>
        <p:spPr>
          <a:xfrm>
            <a:off x="4615375" y="2519675"/>
            <a:ext cx="2275519" cy="2576350"/>
          </a:xfrm>
          <a:prstGeom prst="rect">
            <a:avLst/>
          </a:prstGeom>
          <a:noFill/>
          <a:ln>
            <a:noFill/>
          </a:ln>
        </p:spPr>
      </p:pic>
      <p:pic>
        <p:nvPicPr>
          <p:cNvPr id="1212" name="Google Shape;1212;p79"/>
          <p:cNvPicPr preferRelativeResize="0"/>
          <p:nvPr/>
        </p:nvPicPr>
        <p:blipFill>
          <a:blip r:embed="rId4">
            <a:alphaModFix/>
          </a:blip>
          <a:stretch>
            <a:fillRect/>
          </a:stretch>
        </p:blipFill>
        <p:spPr>
          <a:xfrm>
            <a:off x="1549991" y="2519675"/>
            <a:ext cx="2289034" cy="2623825"/>
          </a:xfrm>
          <a:prstGeom prst="rect">
            <a:avLst/>
          </a:prstGeom>
          <a:noFill/>
          <a:ln>
            <a:noFill/>
          </a:ln>
        </p:spPr>
      </p:pic>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1216"/>
        <p:cNvGrpSpPr/>
        <p:nvPr/>
      </p:nvGrpSpPr>
      <p:grpSpPr>
        <a:xfrm>
          <a:off x="0" y="0"/>
          <a:ext cx="0" cy="0"/>
          <a:chOff x="0" y="0"/>
          <a:chExt cx="0" cy="0"/>
        </a:xfrm>
      </p:grpSpPr>
      <p:sp>
        <p:nvSpPr>
          <p:cNvPr id="1217" name="Google Shape;1217;p80"/>
          <p:cNvSpPr txBox="1">
            <a:spLocks noGrp="1"/>
          </p:cNvSpPr>
          <p:nvPr>
            <p:ph type="title"/>
          </p:nvPr>
        </p:nvSpPr>
        <p:spPr>
          <a:xfrm>
            <a:off x="0" y="0"/>
            <a:ext cx="8520600" cy="3936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Picking the Best Sort (Poll Everywhere)</a:t>
            </a:r>
            <a:endParaRPr/>
          </a:p>
        </p:txBody>
      </p:sp>
      <p:sp>
        <p:nvSpPr>
          <p:cNvPr id="1218" name="Google Shape;1218;p80"/>
          <p:cNvSpPr txBox="1">
            <a:spLocks noGrp="1"/>
          </p:cNvSpPr>
          <p:nvPr>
            <p:ph type="body" idx="1"/>
          </p:nvPr>
        </p:nvSpPr>
        <p:spPr>
          <a:xfrm>
            <a:off x="107044" y="402200"/>
            <a:ext cx="8520600" cy="3416400"/>
          </a:xfrm>
          <a:prstGeom prst="rect">
            <a:avLst/>
          </a:prstGeom>
        </p:spPr>
        <p:txBody>
          <a:bodyPr spcFirstLastPara="1" wrap="square" lIns="91425" tIns="91425" rIns="91425" bIns="91425" anchor="t" anchorCtr="0">
            <a:noAutofit/>
          </a:bodyPr>
          <a:lstStyle/>
          <a:p>
            <a:pPr marL="0" lvl="0" indent="0" algn="l" rtl="0">
              <a:spcBef>
                <a:spcPts val="600"/>
              </a:spcBef>
              <a:spcAft>
                <a:spcPts val="0"/>
              </a:spcAft>
              <a:buNone/>
            </a:pPr>
            <a:r>
              <a:rPr lang="en"/>
              <a:t>Suppose we do the following:</a:t>
            </a:r>
            <a:endParaRPr/>
          </a:p>
          <a:p>
            <a:pPr marL="457200" lvl="0" indent="-342900" algn="l" rtl="0">
              <a:spcBef>
                <a:spcPts val="600"/>
              </a:spcBef>
              <a:spcAft>
                <a:spcPts val="0"/>
              </a:spcAft>
              <a:buSzPts val="1800"/>
              <a:buChar char="●"/>
            </a:pPr>
            <a:r>
              <a:rPr lang="en"/>
              <a:t>Read 1,000,000 integers from a file into an array of length 1,000,000.</a:t>
            </a:r>
            <a:endParaRPr/>
          </a:p>
          <a:p>
            <a:pPr marL="457200" lvl="0" indent="-342900" algn="l" rtl="0">
              <a:spcBef>
                <a:spcPts val="0"/>
              </a:spcBef>
              <a:spcAft>
                <a:spcPts val="0"/>
              </a:spcAft>
              <a:buSzPts val="1800"/>
              <a:buChar char="●"/>
            </a:pPr>
            <a:r>
              <a:rPr lang="en"/>
              <a:t>Mergesort these integers.</a:t>
            </a:r>
            <a:endParaRPr/>
          </a:p>
          <a:p>
            <a:pPr marL="457200" lvl="0" indent="-342900" algn="l" rtl="0">
              <a:spcBef>
                <a:spcPts val="0"/>
              </a:spcBef>
              <a:spcAft>
                <a:spcPts val="0"/>
              </a:spcAft>
              <a:buSzPts val="1800"/>
              <a:buChar char="●"/>
            </a:pPr>
            <a:r>
              <a:rPr lang="en"/>
              <a:t>Select one integer randomly and change it.</a:t>
            </a:r>
            <a:endParaRPr/>
          </a:p>
          <a:p>
            <a:pPr marL="457200" lvl="0" indent="-342900" algn="l" rtl="0">
              <a:spcBef>
                <a:spcPts val="0"/>
              </a:spcBef>
              <a:spcAft>
                <a:spcPts val="0"/>
              </a:spcAft>
              <a:buSzPts val="1800"/>
              <a:buChar char="●"/>
            </a:pPr>
            <a:r>
              <a:rPr lang="en"/>
              <a:t>Sort using algorithm X of your choice.</a:t>
            </a:r>
            <a:endParaRPr/>
          </a:p>
          <a:p>
            <a:pPr marL="457200" lvl="0" indent="-342900" algn="l" rtl="0">
              <a:spcBef>
                <a:spcPts val="0"/>
              </a:spcBef>
              <a:spcAft>
                <a:spcPts val="0"/>
              </a:spcAft>
              <a:buSzPts val="1800"/>
              <a:buChar char="●"/>
            </a:pPr>
            <a:r>
              <a:rPr lang="en"/>
              <a:t>In the worst case, we have 999,999 inversions: Θ(N) inversions.</a:t>
            </a:r>
            <a:endParaRPr/>
          </a:p>
          <a:p>
            <a:pPr marL="0" lvl="0" indent="0" algn="l" rtl="0">
              <a:spcBef>
                <a:spcPts val="600"/>
              </a:spcBef>
              <a:spcAft>
                <a:spcPts val="0"/>
              </a:spcAft>
              <a:buNone/>
            </a:pPr>
            <a:endParaRPr/>
          </a:p>
          <a:p>
            <a:pPr marL="0" lvl="0" indent="0" algn="l" rtl="0">
              <a:spcBef>
                <a:spcPts val="600"/>
              </a:spcBef>
              <a:spcAft>
                <a:spcPts val="0"/>
              </a:spcAft>
              <a:buNone/>
            </a:pPr>
            <a:r>
              <a:rPr lang="en"/>
              <a:t>Which sorting algorithm would be the fastest choice for X? Worst case run-times:</a:t>
            </a:r>
            <a:endParaRPr/>
          </a:p>
          <a:p>
            <a:pPr marL="457200" lvl="0" indent="-342900" algn="l" rtl="0">
              <a:spcBef>
                <a:spcPts val="600"/>
              </a:spcBef>
              <a:spcAft>
                <a:spcPts val="0"/>
              </a:spcAft>
              <a:buSzPts val="1800"/>
              <a:buAutoNum type="alphaUcPeriod"/>
            </a:pPr>
            <a:r>
              <a:rPr lang="en"/>
              <a:t>Selection Sort: Θ(N</a:t>
            </a:r>
            <a:r>
              <a:rPr lang="en" baseline="30000"/>
              <a:t>2</a:t>
            </a:r>
            <a:r>
              <a:rPr lang="en"/>
              <a:t>)</a:t>
            </a:r>
            <a:endParaRPr/>
          </a:p>
          <a:p>
            <a:pPr marL="457200" lvl="0" indent="-342900" algn="l" rtl="0">
              <a:spcBef>
                <a:spcPts val="0"/>
              </a:spcBef>
              <a:spcAft>
                <a:spcPts val="0"/>
              </a:spcAft>
              <a:buSzPts val="1800"/>
              <a:buAutoNum type="alphaUcPeriod"/>
            </a:pPr>
            <a:r>
              <a:rPr lang="en"/>
              <a:t>Heapsort: Θ(N log N)</a:t>
            </a:r>
            <a:endParaRPr/>
          </a:p>
          <a:p>
            <a:pPr marL="457200" lvl="0" indent="-342900" algn="l" rtl="0">
              <a:spcBef>
                <a:spcPts val="0"/>
              </a:spcBef>
              <a:spcAft>
                <a:spcPts val="0"/>
              </a:spcAft>
              <a:buSzPts val="1800"/>
              <a:buAutoNum type="alphaUcPeriod"/>
            </a:pPr>
            <a:r>
              <a:rPr lang="en"/>
              <a:t>Mergesort:  Θ(N log N)</a:t>
            </a:r>
            <a:endParaRPr/>
          </a:p>
          <a:p>
            <a:pPr marL="457200" lvl="0" indent="-342900" algn="l" rtl="0">
              <a:spcBef>
                <a:spcPts val="0"/>
              </a:spcBef>
              <a:spcAft>
                <a:spcPts val="0"/>
              </a:spcAft>
              <a:buSzPts val="1800"/>
              <a:buAutoNum type="alphaUcPeriod"/>
            </a:pPr>
            <a:r>
              <a:rPr lang="en" b="1"/>
              <a:t>Insertion Sort:  Θ(N)</a:t>
            </a:r>
            <a:endParaRPr b="1"/>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Shape 1222"/>
        <p:cNvGrpSpPr/>
        <p:nvPr/>
      </p:nvGrpSpPr>
      <p:grpSpPr>
        <a:xfrm>
          <a:off x="0" y="0"/>
          <a:ext cx="0" cy="0"/>
          <a:chOff x="0" y="0"/>
          <a:chExt cx="0" cy="0"/>
        </a:xfrm>
      </p:grpSpPr>
      <p:sp>
        <p:nvSpPr>
          <p:cNvPr id="1223" name="Google Shape;1223;p81"/>
          <p:cNvSpPr txBox="1">
            <a:spLocks noGrp="1"/>
          </p:cNvSpPr>
          <p:nvPr>
            <p:ph type="title"/>
          </p:nvPr>
        </p:nvSpPr>
        <p:spPr>
          <a:xfrm>
            <a:off x="0" y="0"/>
            <a:ext cx="8520600" cy="3936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Insertion Sort Sweet Spots</a:t>
            </a:r>
            <a:endParaRPr/>
          </a:p>
        </p:txBody>
      </p:sp>
      <p:sp>
        <p:nvSpPr>
          <p:cNvPr id="1224" name="Google Shape;1224;p81"/>
          <p:cNvSpPr txBox="1">
            <a:spLocks noGrp="1"/>
          </p:cNvSpPr>
          <p:nvPr>
            <p:ph type="body" idx="1"/>
          </p:nvPr>
        </p:nvSpPr>
        <p:spPr>
          <a:xfrm>
            <a:off x="107044" y="402200"/>
            <a:ext cx="8520600" cy="3416400"/>
          </a:xfrm>
          <a:prstGeom prst="rect">
            <a:avLst/>
          </a:prstGeom>
        </p:spPr>
        <p:txBody>
          <a:bodyPr spcFirstLastPara="1" wrap="square" lIns="91425" tIns="91425" rIns="91425" bIns="91425" anchor="t" anchorCtr="0">
            <a:noAutofit/>
          </a:bodyPr>
          <a:lstStyle/>
          <a:p>
            <a:pPr marL="0" lvl="0" indent="0" algn="l" rtl="0">
              <a:spcBef>
                <a:spcPts val="600"/>
              </a:spcBef>
              <a:spcAft>
                <a:spcPts val="0"/>
              </a:spcAft>
              <a:buNone/>
            </a:pPr>
            <a:r>
              <a:rPr lang="en"/>
              <a:t>On arrays with a small number of inversions, insertion sort is extremely fast.</a:t>
            </a:r>
            <a:endParaRPr/>
          </a:p>
          <a:p>
            <a:pPr marL="457200" lvl="0" indent="-342900" algn="l" rtl="0">
              <a:spcBef>
                <a:spcPts val="600"/>
              </a:spcBef>
              <a:spcAft>
                <a:spcPts val="0"/>
              </a:spcAft>
              <a:buSzPts val="1800"/>
              <a:buChar char="●"/>
            </a:pPr>
            <a:r>
              <a:rPr lang="en"/>
              <a:t>One exchange per inversion (and number of comparisons is similar). Runtime is Θ(N + K) where K is number of inversions.</a:t>
            </a:r>
            <a:endParaRPr baseline="30000"/>
          </a:p>
          <a:p>
            <a:pPr marL="457200" lvl="0" indent="-342900" algn="l" rtl="0">
              <a:spcBef>
                <a:spcPts val="0"/>
              </a:spcBef>
              <a:spcAft>
                <a:spcPts val="0"/>
              </a:spcAft>
              <a:buSzPts val="1800"/>
              <a:buChar char="●"/>
            </a:pPr>
            <a:r>
              <a:rPr lang="en"/>
              <a:t>Define an </a:t>
            </a:r>
            <a:r>
              <a:rPr lang="en" b="1" i="1"/>
              <a:t>almost sorted</a:t>
            </a:r>
            <a:r>
              <a:rPr lang="en"/>
              <a:t> array as one in which number of inversions ≤ cN for some c. Insertion sort is excellent on these arrays.</a:t>
            </a:r>
            <a:endParaRPr/>
          </a:p>
          <a:p>
            <a:pPr marL="0" lvl="0" indent="0" algn="l" rtl="0">
              <a:spcBef>
                <a:spcPts val="600"/>
              </a:spcBef>
              <a:spcAft>
                <a:spcPts val="0"/>
              </a:spcAft>
              <a:buNone/>
            </a:pPr>
            <a:endParaRPr/>
          </a:p>
          <a:p>
            <a:pPr marL="0" lvl="0" indent="0" algn="l" rtl="0">
              <a:spcBef>
                <a:spcPts val="600"/>
              </a:spcBef>
              <a:spcAft>
                <a:spcPts val="0"/>
              </a:spcAft>
              <a:buNone/>
            </a:pPr>
            <a:r>
              <a:rPr lang="en"/>
              <a:t>Less obvious: For small arrays (N &lt; 15 or so), insertion sort is fastest.</a:t>
            </a:r>
            <a:endParaRPr/>
          </a:p>
          <a:p>
            <a:pPr marL="457200" lvl="0" indent="-342900" algn="l" rtl="0">
              <a:spcBef>
                <a:spcPts val="600"/>
              </a:spcBef>
              <a:spcAft>
                <a:spcPts val="0"/>
              </a:spcAft>
              <a:buSzPts val="1800"/>
              <a:buChar char="●"/>
            </a:pPr>
            <a:r>
              <a:rPr lang="en"/>
              <a:t>More of an empirical fact than a theoretical one.</a:t>
            </a:r>
            <a:endParaRPr/>
          </a:p>
          <a:p>
            <a:pPr marL="457200" lvl="0" indent="-342900" algn="l" rtl="0">
              <a:spcBef>
                <a:spcPts val="0"/>
              </a:spcBef>
              <a:spcAft>
                <a:spcPts val="0"/>
              </a:spcAft>
              <a:buSzPts val="1800"/>
              <a:buChar char="●"/>
            </a:pPr>
            <a:r>
              <a:rPr lang="en"/>
              <a:t>Theoretical analysis beyond scope of the course.</a:t>
            </a:r>
            <a:endParaRPr/>
          </a:p>
          <a:p>
            <a:pPr marL="457200" lvl="0" indent="-342900" algn="l" rtl="0">
              <a:spcBef>
                <a:spcPts val="0"/>
              </a:spcBef>
              <a:spcAft>
                <a:spcPts val="0"/>
              </a:spcAft>
              <a:buSzPts val="1800"/>
              <a:buChar char="●"/>
            </a:pPr>
            <a:r>
              <a:rPr lang="en"/>
              <a:t>Rough idea: Divide and conquer algorithms like heapsort / mergesort spend too much time dividing, but insertion sort goes straight to the conquest.</a:t>
            </a:r>
            <a:endParaRPr/>
          </a:p>
          <a:p>
            <a:pPr marL="457200" lvl="0" indent="-342900" algn="l" rtl="0">
              <a:spcBef>
                <a:spcPts val="0"/>
              </a:spcBef>
              <a:spcAft>
                <a:spcPts val="0"/>
              </a:spcAft>
              <a:buSzPts val="1800"/>
              <a:buChar char="●"/>
            </a:pPr>
            <a:r>
              <a:rPr lang="en"/>
              <a:t>The Java implementation of Mergesort does this (</a:t>
            </a:r>
            <a:r>
              <a:rPr lang="en" u="sng">
                <a:solidFill>
                  <a:schemeClr val="hlink"/>
                </a:solidFill>
                <a:hlinkClick r:id="rId3"/>
              </a:rPr>
              <a:t>Link</a:t>
            </a:r>
            <a:r>
              <a:rPr lang="en"/>
              <a:t>).</a:t>
            </a:r>
            <a:endParaRPr/>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Shape 1228"/>
        <p:cNvGrpSpPr/>
        <p:nvPr/>
      </p:nvGrpSpPr>
      <p:grpSpPr>
        <a:xfrm>
          <a:off x="0" y="0"/>
          <a:ext cx="0" cy="0"/>
          <a:chOff x="0" y="0"/>
          <a:chExt cx="0" cy="0"/>
        </a:xfrm>
      </p:grpSpPr>
      <p:sp>
        <p:nvSpPr>
          <p:cNvPr id="1229" name="Google Shape;1229;p82"/>
          <p:cNvSpPr txBox="1">
            <a:spLocks noGrp="1"/>
          </p:cNvSpPr>
          <p:nvPr>
            <p:ph type="title"/>
          </p:nvPr>
        </p:nvSpPr>
        <p:spPr>
          <a:xfrm>
            <a:off x="0" y="0"/>
            <a:ext cx="8520600" cy="3936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Sorts So Far</a:t>
            </a:r>
            <a:endParaRPr/>
          </a:p>
        </p:txBody>
      </p:sp>
      <p:graphicFrame>
        <p:nvGraphicFramePr>
          <p:cNvPr id="1230" name="Google Shape;1230;p82"/>
          <p:cNvGraphicFramePr/>
          <p:nvPr/>
        </p:nvGraphicFramePr>
        <p:xfrm>
          <a:off x="418075" y="1084538"/>
          <a:ext cx="3000000" cy="3000000"/>
        </p:xfrm>
        <a:graphic>
          <a:graphicData uri="http://schemas.openxmlformats.org/drawingml/2006/table">
            <a:tbl>
              <a:tblPr>
                <a:noFill/>
                <a:tableStyleId>{C55F59F9-F03C-4897-888D-DC2DF699074A}</a:tableStyleId>
              </a:tblPr>
              <a:tblGrid>
                <a:gridCol w="1749100">
                  <a:extLst>
                    <a:ext uri="{9D8B030D-6E8A-4147-A177-3AD203B41FA5}">
                      <a16:colId xmlns:a16="http://schemas.microsoft.com/office/drawing/2014/main" val="20000"/>
                    </a:ext>
                  </a:extLst>
                </a:gridCol>
                <a:gridCol w="1344650">
                  <a:extLst>
                    <a:ext uri="{9D8B030D-6E8A-4147-A177-3AD203B41FA5}">
                      <a16:colId xmlns:a16="http://schemas.microsoft.com/office/drawing/2014/main" val="20001"/>
                    </a:ext>
                  </a:extLst>
                </a:gridCol>
                <a:gridCol w="1375900">
                  <a:extLst>
                    <a:ext uri="{9D8B030D-6E8A-4147-A177-3AD203B41FA5}">
                      <a16:colId xmlns:a16="http://schemas.microsoft.com/office/drawing/2014/main" val="20002"/>
                    </a:ext>
                  </a:extLst>
                </a:gridCol>
                <a:gridCol w="900075">
                  <a:extLst>
                    <a:ext uri="{9D8B030D-6E8A-4147-A177-3AD203B41FA5}">
                      <a16:colId xmlns:a16="http://schemas.microsoft.com/office/drawing/2014/main" val="20003"/>
                    </a:ext>
                  </a:extLst>
                </a:gridCol>
                <a:gridCol w="884200">
                  <a:extLst>
                    <a:ext uri="{9D8B030D-6E8A-4147-A177-3AD203B41FA5}">
                      <a16:colId xmlns:a16="http://schemas.microsoft.com/office/drawing/2014/main" val="20004"/>
                    </a:ext>
                  </a:extLst>
                </a:gridCol>
                <a:gridCol w="2053875">
                  <a:extLst>
                    <a:ext uri="{9D8B030D-6E8A-4147-A177-3AD203B41FA5}">
                      <a16:colId xmlns:a16="http://schemas.microsoft.com/office/drawing/2014/main" val="20005"/>
                    </a:ext>
                  </a:extLst>
                </a:gridCol>
              </a:tblGrid>
              <a:tr h="681800">
                <a:tc>
                  <a:txBody>
                    <a:bodyPr/>
                    <a:lstStyle/>
                    <a:p>
                      <a:pPr marL="0" lvl="0" indent="0" algn="l" rtl="0">
                        <a:spcBef>
                          <a:spcPts val="0"/>
                        </a:spcBef>
                        <a:spcAft>
                          <a:spcPts val="0"/>
                        </a:spcAft>
                        <a:buNone/>
                      </a:pPr>
                      <a:endParaRPr sz="1800"/>
                    </a:p>
                  </a:txBody>
                  <a:tcPr marL="91425" marR="91425" marT="91425" marB="91425"/>
                </a:tc>
                <a:tc>
                  <a:txBody>
                    <a:bodyPr/>
                    <a:lstStyle/>
                    <a:p>
                      <a:pPr marL="0" lvl="0" indent="0" algn="l" rtl="0">
                        <a:spcBef>
                          <a:spcPts val="0"/>
                        </a:spcBef>
                        <a:spcAft>
                          <a:spcPts val="0"/>
                        </a:spcAft>
                        <a:buNone/>
                      </a:pPr>
                      <a:r>
                        <a:rPr lang="en" sz="1800"/>
                        <a:t>Best Case Runtime</a:t>
                      </a:r>
                      <a:endParaRPr sz="1800"/>
                    </a:p>
                  </a:txBody>
                  <a:tcPr marL="91425" marR="91425" marT="91425" marB="91425"/>
                </a:tc>
                <a:tc>
                  <a:txBody>
                    <a:bodyPr/>
                    <a:lstStyle/>
                    <a:p>
                      <a:pPr marL="0" lvl="0" indent="0" algn="l" rtl="0">
                        <a:spcBef>
                          <a:spcPts val="0"/>
                        </a:spcBef>
                        <a:spcAft>
                          <a:spcPts val="0"/>
                        </a:spcAft>
                        <a:buNone/>
                      </a:pPr>
                      <a:r>
                        <a:rPr lang="en" sz="1800"/>
                        <a:t>Worst Case Runtime</a:t>
                      </a:r>
                      <a:endParaRPr sz="1800"/>
                    </a:p>
                  </a:txBody>
                  <a:tcPr marL="91425" marR="91425" marT="91425" marB="91425"/>
                </a:tc>
                <a:tc>
                  <a:txBody>
                    <a:bodyPr/>
                    <a:lstStyle/>
                    <a:p>
                      <a:pPr marL="0" lvl="0" indent="0" algn="l" rtl="0">
                        <a:spcBef>
                          <a:spcPts val="0"/>
                        </a:spcBef>
                        <a:spcAft>
                          <a:spcPts val="0"/>
                        </a:spcAft>
                        <a:buNone/>
                      </a:pPr>
                      <a:r>
                        <a:rPr lang="en" sz="1800"/>
                        <a:t>Space</a:t>
                      </a:r>
                      <a:endParaRPr sz="1800"/>
                    </a:p>
                  </a:txBody>
                  <a:tcPr marL="91425" marR="91425" marT="91425" marB="91425"/>
                </a:tc>
                <a:tc>
                  <a:txBody>
                    <a:bodyPr/>
                    <a:lstStyle/>
                    <a:p>
                      <a:pPr marL="0" lvl="0" indent="0" algn="l" rtl="0">
                        <a:spcBef>
                          <a:spcPts val="0"/>
                        </a:spcBef>
                        <a:spcAft>
                          <a:spcPts val="0"/>
                        </a:spcAft>
                        <a:buNone/>
                      </a:pPr>
                      <a:r>
                        <a:rPr lang="en" sz="1800"/>
                        <a:t>Demo</a:t>
                      </a:r>
                      <a:endParaRPr sz="1800"/>
                    </a:p>
                  </a:txBody>
                  <a:tcPr marL="91425" marR="91425" marT="91425" marB="91425"/>
                </a:tc>
                <a:tc>
                  <a:txBody>
                    <a:bodyPr/>
                    <a:lstStyle/>
                    <a:p>
                      <a:pPr marL="0" lvl="0" indent="0" algn="l" rtl="0">
                        <a:spcBef>
                          <a:spcPts val="0"/>
                        </a:spcBef>
                        <a:spcAft>
                          <a:spcPts val="0"/>
                        </a:spcAft>
                        <a:buNone/>
                      </a:pPr>
                      <a:r>
                        <a:rPr lang="en" sz="1800"/>
                        <a:t>Notes</a:t>
                      </a:r>
                      <a:endParaRPr sz="1800"/>
                    </a:p>
                  </a:txBody>
                  <a:tcPr marL="91425" marR="91425" marT="91425" marB="91425"/>
                </a:tc>
                <a:extLst>
                  <a:ext uri="{0D108BD9-81ED-4DB2-BD59-A6C34878D82A}">
                    <a16:rowId xmlns:a16="http://schemas.microsoft.com/office/drawing/2014/main" val="10000"/>
                  </a:ext>
                </a:extLst>
              </a:tr>
              <a:tr h="317800">
                <a:tc>
                  <a:txBody>
                    <a:bodyPr/>
                    <a:lstStyle/>
                    <a:p>
                      <a:pPr marL="0" lvl="0" indent="0" algn="l" rtl="0">
                        <a:spcBef>
                          <a:spcPts val="0"/>
                        </a:spcBef>
                        <a:spcAft>
                          <a:spcPts val="0"/>
                        </a:spcAft>
                        <a:buNone/>
                      </a:pPr>
                      <a:r>
                        <a:rPr lang="en" sz="1800" u="sng">
                          <a:solidFill>
                            <a:schemeClr val="hlink"/>
                          </a:solidFill>
                          <a:hlinkClick r:id="rId3"/>
                        </a:rPr>
                        <a:t>Selection Sort</a:t>
                      </a:r>
                      <a:endParaRPr sz="1800"/>
                    </a:p>
                  </a:txBody>
                  <a:tcPr marL="91425" marR="91425" marT="91425" marB="91425"/>
                </a:tc>
                <a:tc>
                  <a:txBody>
                    <a:bodyPr/>
                    <a:lstStyle/>
                    <a:p>
                      <a:pPr marL="0" lvl="0" indent="0" algn="l" rtl="0">
                        <a:spcBef>
                          <a:spcPts val="0"/>
                        </a:spcBef>
                        <a:spcAft>
                          <a:spcPts val="0"/>
                        </a:spcAft>
                        <a:buNone/>
                      </a:pPr>
                      <a:r>
                        <a:rPr lang="en" sz="1800">
                          <a:solidFill>
                            <a:schemeClr val="dk1"/>
                          </a:solidFill>
                        </a:rPr>
                        <a:t>Θ(N</a:t>
                      </a:r>
                      <a:r>
                        <a:rPr lang="en" sz="1800" baseline="30000">
                          <a:solidFill>
                            <a:schemeClr val="dk1"/>
                          </a:solidFill>
                        </a:rPr>
                        <a:t>2</a:t>
                      </a:r>
                      <a:r>
                        <a:rPr lang="en" sz="1800">
                          <a:solidFill>
                            <a:schemeClr val="dk1"/>
                          </a:solidFill>
                        </a:rPr>
                        <a:t>)</a:t>
                      </a:r>
                      <a:endParaRPr sz="1800"/>
                    </a:p>
                  </a:txBody>
                  <a:tcPr marL="91425" marR="91425" marT="91425" marB="91425"/>
                </a:tc>
                <a:tc>
                  <a:txBody>
                    <a:bodyPr/>
                    <a:lstStyle/>
                    <a:p>
                      <a:pPr marL="0" lvl="0" indent="0" algn="l" rtl="0">
                        <a:spcBef>
                          <a:spcPts val="0"/>
                        </a:spcBef>
                        <a:spcAft>
                          <a:spcPts val="0"/>
                        </a:spcAft>
                        <a:buNone/>
                      </a:pPr>
                      <a:r>
                        <a:rPr lang="en" sz="1800"/>
                        <a:t>Θ(N</a:t>
                      </a:r>
                      <a:r>
                        <a:rPr lang="en" sz="1800" baseline="30000"/>
                        <a:t>2</a:t>
                      </a:r>
                      <a:r>
                        <a:rPr lang="en" sz="1800"/>
                        <a:t>)</a:t>
                      </a:r>
                      <a:endParaRPr sz="1800"/>
                    </a:p>
                  </a:txBody>
                  <a:tcPr marL="91425" marR="91425" marT="91425" marB="91425"/>
                </a:tc>
                <a:tc>
                  <a:txBody>
                    <a:bodyPr/>
                    <a:lstStyle/>
                    <a:p>
                      <a:pPr marL="0" lvl="0" indent="0" algn="l" rtl="0">
                        <a:spcBef>
                          <a:spcPts val="0"/>
                        </a:spcBef>
                        <a:spcAft>
                          <a:spcPts val="0"/>
                        </a:spcAft>
                        <a:buNone/>
                      </a:pPr>
                      <a:r>
                        <a:rPr lang="en" sz="1800"/>
                        <a:t>Θ(1)</a:t>
                      </a:r>
                      <a:endParaRPr sz="1800"/>
                    </a:p>
                  </a:txBody>
                  <a:tcPr marL="91425" marR="91425" marT="91425" marB="91425"/>
                </a:tc>
                <a:tc>
                  <a:txBody>
                    <a:bodyPr/>
                    <a:lstStyle/>
                    <a:p>
                      <a:pPr marL="0" lvl="0" indent="0" algn="l" rtl="0">
                        <a:spcBef>
                          <a:spcPts val="0"/>
                        </a:spcBef>
                        <a:spcAft>
                          <a:spcPts val="0"/>
                        </a:spcAft>
                        <a:buNone/>
                      </a:pPr>
                      <a:r>
                        <a:rPr lang="en" sz="1800" u="sng">
                          <a:solidFill>
                            <a:schemeClr val="hlink"/>
                          </a:solidFill>
                          <a:hlinkClick r:id="" action="ppaction://noaction"/>
                        </a:rPr>
                        <a:t>Link</a:t>
                      </a:r>
                      <a:endParaRPr sz="1800"/>
                    </a:p>
                  </a:txBody>
                  <a:tcPr marL="91425" marR="91425" marT="91425" marB="91425"/>
                </a:tc>
                <a:tc>
                  <a:txBody>
                    <a:bodyPr/>
                    <a:lstStyle/>
                    <a:p>
                      <a:pPr marL="0" lvl="0" indent="0" algn="l" rtl="0">
                        <a:spcBef>
                          <a:spcPts val="0"/>
                        </a:spcBef>
                        <a:spcAft>
                          <a:spcPts val="0"/>
                        </a:spcAft>
                        <a:buNone/>
                      </a:pPr>
                      <a:endParaRPr sz="1800"/>
                    </a:p>
                  </a:txBody>
                  <a:tcPr marL="91425" marR="91425" marT="91425" marB="91425"/>
                </a:tc>
                <a:extLst>
                  <a:ext uri="{0D108BD9-81ED-4DB2-BD59-A6C34878D82A}">
                    <a16:rowId xmlns:a16="http://schemas.microsoft.com/office/drawing/2014/main" val="10001"/>
                  </a:ext>
                </a:extLst>
              </a:tr>
              <a:tr h="425675">
                <a:tc>
                  <a:txBody>
                    <a:bodyPr/>
                    <a:lstStyle/>
                    <a:p>
                      <a:pPr marL="0" lvl="0" indent="0" algn="l" rtl="0">
                        <a:spcBef>
                          <a:spcPts val="0"/>
                        </a:spcBef>
                        <a:spcAft>
                          <a:spcPts val="0"/>
                        </a:spcAft>
                        <a:buNone/>
                      </a:pPr>
                      <a:r>
                        <a:rPr lang="en" sz="1800" u="sng">
                          <a:solidFill>
                            <a:schemeClr val="hlink"/>
                          </a:solidFill>
                          <a:hlinkClick r:id="rId4"/>
                        </a:rPr>
                        <a:t>Heapsort</a:t>
                      </a:r>
                      <a:r>
                        <a:rPr lang="en" sz="1800"/>
                        <a:t> </a:t>
                      </a:r>
                      <a:endParaRPr sz="1800"/>
                    </a:p>
                    <a:p>
                      <a:pPr marL="0" lvl="0" indent="0" algn="l" rtl="0">
                        <a:spcBef>
                          <a:spcPts val="0"/>
                        </a:spcBef>
                        <a:spcAft>
                          <a:spcPts val="0"/>
                        </a:spcAft>
                        <a:buNone/>
                      </a:pPr>
                      <a:r>
                        <a:rPr lang="en" sz="1800"/>
                        <a:t>(in place)</a:t>
                      </a:r>
                      <a:endParaRPr sz="1800"/>
                    </a:p>
                  </a:txBody>
                  <a:tcPr marL="91425" marR="91425" marT="91425" marB="91425"/>
                </a:tc>
                <a:tc>
                  <a:txBody>
                    <a:bodyPr/>
                    <a:lstStyle/>
                    <a:p>
                      <a:pPr marL="0" lvl="0" indent="0" algn="l" rtl="0">
                        <a:spcBef>
                          <a:spcPts val="0"/>
                        </a:spcBef>
                        <a:spcAft>
                          <a:spcPts val="0"/>
                        </a:spcAft>
                        <a:buNone/>
                      </a:pPr>
                      <a:r>
                        <a:rPr lang="en" sz="1800">
                          <a:solidFill>
                            <a:schemeClr val="dk1"/>
                          </a:solidFill>
                        </a:rPr>
                        <a:t>Θ(N)*</a:t>
                      </a:r>
                      <a:endParaRPr sz="1800"/>
                    </a:p>
                  </a:txBody>
                  <a:tcPr marL="91425" marR="91425" marT="91425" marB="91425"/>
                </a:tc>
                <a:tc>
                  <a:txBody>
                    <a:bodyPr/>
                    <a:lstStyle/>
                    <a:p>
                      <a:pPr marL="0" lvl="0" indent="0" algn="l" rtl="0">
                        <a:spcBef>
                          <a:spcPts val="0"/>
                        </a:spcBef>
                        <a:spcAft>
                          <a:spcPts val="0"/>
                        </a:spcAft>
                        <a:buNone/>
                      </a:pPr>
                      <a:r>
                        <a:rPr lang="en" sz="1800"/>
                        <a:t>Θ(N log N)</a:t>
                      </a:r>
                      <a:endParaRPr sz="1800"/>
                    </a:p>
                  </a:txBody>
                  <a:tcPr marL="91425" marR="91425" marT="91425" marB="91425"/>
                </a:tc>
                <a:tc>
                  <a:txBody>
                    <a:bodyPr/>
                    <a:lstStyle/>
                    <a:p>
                      <a:pPr marL="0" lvl="0" indent="0" algn="l" rtl="0">
                        <a:spcBef>
                          <a:spcPts val="0"/>
                        </a:spcBef>
                        <a:spcAft>
                          <a:spcPts val="0"/>
                        </a:spcAft>
                        <a:buNone/>
                      </a:pPr>
                      <a:r>
                        <a:rPr lang="en" sz="1800"/>
                        <a:t>Θ(1)</a:t>
                      </a:r>
                      <a:endParaRPr sz="1800"/>
                    </a:p>
                  </a:txBody>
                  <a:tcPr marL="91425" marR="91425" marT="91425" marB="91425"/>
                </a:tc>
                <a:tc>
                  <a:txBody>
                    <a:bodyPr/>
                    <a:lstStyle/>
                    <a:p>
                      <a:pPr marL="0" lvl="0" indent="0" algn="l" rtl="0">
                        <a:spcBef>
                          <a:spcPts val="0"/>
                        </a:spcBef>
                        <a:spcAft>
                          <a:spcPts val="0"/>
                        </a:spcAft>
                        <a:buNone/>
                      </a:pPr>
                      <a:r>
                        <a:rPr lang="en" sz="1800" u="sng">
                          <a:solidFill>
                            <a:schemeClr val="hlink"/>
                          </a:solidFill>
                          <a:hlinkClick r:id="" action="ppaction://noaction"/>
                        </a:rPr>
                        <a:t>Link</a:t>
                      </a:r>
                      <a:endParaRPr sz="1800"/>
                    </a:p>
                  </a:txBody>
                  <a:tcPr marL="91425" marR="91425" marT="91425" marB="91425"/>
                </a:tc>
                <a:tc>
                  <a:txBody>
                    <a:bodyPr/>
                    <a:lstStyle/>
                    <a:p>
                      <a:pPr marL="0" lvl="0" indent="0" algn="l" rtl="0">
                        <a:spcBef>
                          <a:spcPts val="0"/>
                        </a:spcBef>
                        <a:spcAft>
                          <a:spcPts val="0"/>
                        </a:spcAft>
                        <a:buNone/>
                      </a:pPr>
                      <a:r>
                        <a:rPr lang="en" sz="1800">
                          <a:solidFill>
                            <a:schemeClr val="dk1"/>
                          </a:solidFill>
                        </a:rPr>
                        <a:t>Bad cache (61C) performance.</a:t>
                      </a:r>
                      <a:endParaRPr sz="1800"/>
                    </a:p>
                  </a:txBody>
                  <a:tcPr marL="91425" marR="91425" marT="91425" marB="91425"/>
                </a:tc>
                <a:extLst>
                  <a:ext uri="{0D108BD9-81ED-4DB2-BD59-A6C34878D82A}">
                    <a16:rowId xmlns:a16="http://schemas.microsoft.com/office/drawing/2014/main" val="10002"/>
                  </a:ext>
                </a:extLst>
              </a:tr>
              <a:tr h="425675">
                <a:tc>
                  <a:txBody>
                    <a:bodyPr/>
                    <a:lstStyle/>
                    <a:p>
                      <a:pPr marL="0" lvl="0" indent="0" algn="l" rtl="0">
                        <a:spcBef>
                          <a:spcPts val="0"/>
                        </a:spcBef>
                        <a:spcAft>
                          <a:spcPts val="0"/>
                        </a:spcAft>
                        <a:buNone/>
                      </a:pPr>
                      <a:r>
                        <a:rPr lang="en" sz="1800" u="sng">
                          <a:solidFill>
                            <a:schemeClr val="hlink"/>
                          </a:solidFill>
                          <a:hlinkClick r:id="rId5"/>
                        </a:rPr>
                        <a:t>Mergesort</a:t>
                      </a:r>
                      <a:endParaRPr sz="1800"/>
                    </a:p>
                  </a:txBody>
                  <a:tcPr marL="91425" marR="91425" marT="91425" marB="91425"/>
                </a:tc>
                <a:tc>
                  <a:txBody>
                    <a:bodyPr/>
                    <a:lstStyle/>
                    <a:p>
                      <a:pPr marL="0" lvl="0" indent="0" algn="l" rtl="0">
                        <a:spcBef>
                          <a:spcPts val="0"/>
                        </a:spcBef>
                        <a:spcAft>
                          <a:spcPts val="0"/>
                        </a:spcAft>
                        <a:buNone/>
                      </a:pPr>
                      <a:r>
                        <a:rPr lang="en" sz="1800">
                          <a:solidFill>
                            <a:schemeClr val="dk1"/>
                          </a:solidFill>
                        </a:rPr>
                        <a:t>Θ(N log N)</a:t>
                      </a:r>
                      <a:endParaRPr sz="1800">
                        <a:solidFill>
                          <a:schemeClr val="dk1"/>
                        </a:solidFill>
                      </a:endParaRPr>
                    </a:p>
                  </a:txBody>
                  <a:tcPr marL="91425" marR="91425" marT="91425" marB="91425"/>
                </a:tc>
                <a:tc>
                  <a:txBody>
                    <a:bodyPr/>
                    <a:lstStyle/>
                    <a:p>
                      <a:pPr marL="0" lvl="0" indent="0" algn="l" rtl="0">
                        <a:spcBef>
                          <a:spcPts val="0"/>
                        </a:spcBef>
                        <a:spcAft>
                          <a:spcPts val="0"/>
                        </a:spcAft>
                        <a:buNone/>
                      </a:pPr>
                      <a:r>
                        <a:rPr lang="en" sz="1800"/>
                        <a:t>Θ(N log N)</a:t>
                      </a:r>
                      <a:endParaRPr sz="1800"/>
                    </a:p>
                  </a:txBody>
                  <a:tcPr marL="91425" marR="91425" marT="91425" marB="91425"/>
                </a:tc>
                <a:tc>
                  <a:txBody>
                    <a:bodyPr/>
                    <a:lstStyle/>
                    <a:p>
                      <a:pPr marL="0" lvl="0" indent="0" algn="l" rtl="0">
                        <a:spcBef>
                          <a:spcPts val="0"/>
                        </a:spcBef>
                        <a:spcAft>
                          <a:spcPts val="0"/>
                        </a:spcAft>
                        <a:buNone/>
                      </a:pPr>
                      <a:r>
                        <a:rPr lang="en" sz="1800"/>
                        <a:t>Θ(N)</a:t>
                      </a:r>
                      <a:endParaRPr sz="1800"/>
                    </a:p>
                  </a:txBody>
                  <a:tcPr marL="91425" marR="91425" marT="91425" marB="91425"/>
                </a:tc>
                <a:tc>
                  <a:txBody>
                    <a:bodyPr/>
                    <a:lstStyle/>
                    <a:p>
                      <a:pPr marL="0" lvl="0" indent="0" algn="l" rtl="0">
                        <a:spcBef>
                          <a:spcPts val="0"/>
                        </a:spcBef>
                        <a:spcAft>
                          <a:spcPts val="0"/>
                        </a:spcAft>
                        <a:buNone/>
                      </a:pPr>
                      <a:r>
                        <a:rPr lang="en" sz="1800" u="sng">
                          <a:solidFill>
                            <a:schemeClr val="hlink"/>
                          </a:solidFill>
                          <a:hlinkClick r:id="" action="ppaction://noaction"/>
                        </a:rPr>
                        <a:t>Link</a:t>
                      </a:r>
                      <a:endParaRPr sz="1800"/>
                    </a:p>
                  </a:txBody>
                  <a:tcPr marL="91425" marR="91425" marT="91425" marB="91425"/>
                </a:tc>
                <a:tc>
                  <a:txBody>
                    <a:bodyPr/>
                    <a:lstStyle/>
                    <a:p>
                      <a:pPr marL="0" lvl="0" indent="0" algn="l" rtl="0">
                        <a:spcBef>
                          <a:spcPts val="0"/>
                        </a:spcBef>
                        <a:spcAft>
                          <a:spcPts val="0"/>
                        </a:spcAft>
                        <a:buNone/>
                      </a:pPr>
                      <a:r>
                        <a:rPr lang="en" sz="1800">
                          <a:solidFill>
                            <a:schemeClr val="dk1"/>
                          </a:solidFill>
                        </a:rPr>
                        <a:t>Fastest of these.</a:t>
                      </a:r>
                      <a:endParaRPr sz="1800">
                        <a:solidFill>
                          <a:schemeClr val="dk1"/>
                        </a:solidFill>
                      </a:endParaRPr>
                    </a:p>
                  </a:txBody>
                  <a:tcPr marL="91425" marR="91425" marT="91425" marB="91425"/>
                </a:tc>
                <a:extLst>
                  <a:ext uri="{0D108BD9-81ED-4DB2-BD59-A6C34878D82A}">
                    <a16:rowId xmlns:a16="http://schemas.microsoft.com/office/drawing/2014/main" val="10003"/>
                  </a:ext>
                </a:extLst>
              </a:tr>
              <a:tr h="425675">
                <a:tc>
                  <a:txBody>
                    <a:bodyPr/>
                    <a:lstStyle/>
                    <a:p>
                      <a:pPr marL="0" lvl="0" indent="0" algn="l" rtl="0">
                        <a:spcBef>
                          <a:spcPts val="0"/>
                        </a:spcBef>
                        <a:spcAft>
                          <a:spcPts val="0"/>
                        </a:spcAft>
                        <a:buNone/>
                      </a:pPr>
                      <a:r>
                        <a:rPr lang="en" sz="1800" u="sng">
                          <a:solidFill>
                            <a:schemeClr val="hlink"/>
                          </a:solidFill>
                          <a:hlinkClick r:id="rId6"/>
                        </a:rPr>
                        <a:t>Insertion Sort</a:t>
                      </a:r>
                      <a:r>
                        <a:rPr lang="en" sz="1800"/>
                        <a:t> (in place)</a:t>
                      </a:r>
                      <a:endParaRPr sz="1800"/>
                    </a:p>
                  </a:txBody>
                  <a:tcPr marL="91425" marR="91425" marT="91425" marB="91425"/>
                </a:tc>
                <a:tc>
                  <a:txBody>
                    <a:bodyPr/>
                    <a:lstStyle/>
                    <a:p>
                      <a:pPr marL="0" lvl="0" indent="0" algn="l" rtl="0">
                        <a:spcBef>
                          <a:spcPts val="0"/>
                        </a:spcBef>
                        <a:spcAft>
                          <a:spcPts val="0"/>
                        </a:spcAft>
                        <a:buNone/>
                      </a:pPr>
                      <a:r>
                        <a:rPr lang="en" sz="1800">
                          <a:solidFill>
                            <a:schemeClr val="dk1"/>
                          </a:solidFill>
                        </a:rPr>
                        <a:t>Θ(N)</a:t>
                      </a:r>
                      <a:endParaRPr sz="1800">
                        <a:solidFill>
                          <a:schemeClr val="dk1"/>
                        </a:solidFill>
                      </a:endParaRPr>
                    </a:p>
                  </a:txBody>
                  <a:tcPr marL="91425" marR="91425" marT="91425" marB="91425"/>
                </a:tc>
                <a:tc>
                  <a:txBody>
                    <a:bodyPr/>
                    <a:lstStyle/>
                    <a:p>
                      <a:pPr marL="0" lvl="0" indent="0" algn="l" rtl="0">
                        <a:spcBef>
                          <a:spcPts val="0"/>
                        </a:spcBef>
                        <a:spcAft>
                          <a:spcPts val="0"/>
                        </a:spcAft>
                        <a:buNone/>
                      </a:pPr>
                      <a:r>
                        <a:rPr lang="en" sz="1800">
                          <a:solidFill>
                            <a:schemeClr val="dk1"/>
                          </a:solidFill>
                        </a:rPr>
                        <a:t>Θ(N</a:t>
                      </a:r>
                      <a:r>
                        <a:rPr lang="en" sz="1800" baseline="30000">
                          <a:solidFill>
                            <a:schemeClr val="dk1"/>
                          </a:solidFill>
                        </a:rPr>
                        <a:t>2</a:t>
                      </a:r>
                      <a:r>
                        <a:rPr lang="en" sz="1800">
                          <a:solidFill>
                            <a:schemeClr val="dk1"/>
                          </a:solidFill>
                        </a:rPr>
                        <a:t>)</a:t>
                      </a:r>
                      <a:endParaRPr sz="1800"/>
                    </a:p>
                  </a:txBody>
                  <a:tcPr marL="91425" marR="91425" marT="91425" marB="91425"/>
                </a:tc>
                <a:tc>
                  <a:txBody>
                    <a:bodyPr/>
                    <a:lstStyle/>
                    <a:p>
                      <a:pPr marL="0" lvl="0" indent="0" algn="l" rtl="0">
                        <a:spcBef>
                          <a:spcPts val="0"/>
                        </a:spcBef>
                        <a:spcAft>
                          <a:spcPts val="0"/>
                        </a:spcAft>
                        <a:buNone/>
                      </a:pPr>
                      <a:r>
                        <a:rPr lang="en" sz="1800">
                          <a:solidFill>
                            <a:schemeClr val="dk1"/>
                          </a:solidFill>
                        </a:rPr>
                        <a:t>Θ(1)</a:t>
                      </a:r>
                      <a:endParaRPr sz="1800"/>
                    </a:p>
                  </a:txBody>
                  <a:tcPr marL="91425" marR="91425" marT="91425" marB="91425"/>
                </a:tc>
                <a:tc>
                  <a:txBody>
                    <a:bodyPr/>
                    <a:lstStyle/>
                    <a:p>
                      <a:pPr marL="0" lvl="0" indent="0" algn="l" rtl="0">
                        <a:spcBef>
                          <a:spcPts val="0"/>
                        </a:spcBef>
                        <a:spcAft>
                          <a:spcPts val="0"/>
                        </a:spcAft>
                        <a:buNone/>
                      </a:pPr>
                      <a:r>
                        <a:rPr lang="en" sz="1800" u="sng">
                          <a:solidFill>
                            <a:schemeClr val="hlink"/>
                          </a:solidFill>
                          <a:hlinkClick r:id="rId7" action="ppaction://hlinksldjump"/>
                        </a:rPr>
                        <a:t>Link</a:t>
                      </a:r>
                      <a:endParaRPr sz="1800"/>
                    </a:p>
                  </a:txBody>
                  <a:tcPr marL="91425" marR="91425" marT="91425" marB="91425"/>
                </a:tc>
                <a:tc>
                  <a:txBody>
                    <a:bodyPr/>
                    <a:lstStyle/>
                    <a:p>
                      <a:pPr marL="0" lvl="0" indent="0" algn="l" rtl="0">
                        <a:spcBef>
                          <a:spcPts val="0"/>
                        </a:spcBef>
                        <a:spcAft>
                          <a:spcPts val="0"/>
                        </a:spcAft>
                        <a:buNone/>
                      </a:pPr>
                      <a:r>
                        <a:rPr lang="en" sz="1800"/>
                        <a:t>Best for small N or almost sorted. </a:t>
                      </a:r>
                      <a:endParaRPr sz="1800"/>
                    </a:p>
                  </a:txBody>
                  <a:tcPr marL="91425" marR="91425" marT="91425" marB="91425"/>
                </a:tc>
                <a:extLst>
                  <a:ext uri="{0D108BD9-81ED-4DB2-BD59-A6C34878D82A}">
                    <a16:rowId xmlns:a16="http://schemas.microsoft.com/office/drawing/2014/main" val="10004"/>
                  </a:ext>
                </a:extLst>
              </a:tr>
            </a:tbl>
          </a:graphicData>
        </a:graphic>
      </p:graphicFrame>
      <p:sp>
        <p:nvSpPr>
          <p:cNvPr id="1231" name="Google Shape;1231;p82"/>
          <p:cNvSpPr txBox="1"/>
          <p:nvPr/>
        </p:nvSpPr>
        <p:spPr>
          <a:xfrm>
            <a:off x="418075" y="4332500"/>
            <a:ext cx="4192800" cy="6336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a:latin typeface="Roboto"/>
                <a:ea typeface="Roboto"/>
                <a:cs typeface="Roboto"/>
                <a:sym typeface="Roboto"/>
              </a:rPr>
              <a:t>See </a:t>
            </a:r>
            <a:r>
              <a:rPr lang="en" u="sng">
                <a:solidFill>
                  <a:schemeClr val="hlink"/>
                </a:solidFill>
                <a:latin typeface="Roboto"/>
                <a:ea typeface="Roboto"/>
                <a:cs typeface="Roboto"/>
                <a:sym typeface="Roboto"/>
                <a:hlinkClick r:id="rId8"/>
              </a:rPr>
              <a:t>this link</a:t>
            </a:r>
            <a:r>
              <a:rPr lang="en">
                <a:latin typeface="Roboto"/>
                <a:ea typeface="Roboto"/>
                <a:cs typeface="Roboto"/>
                <a:sym typeface="Roboto"/>
              </a:rPr>
              <a:t> for bonus slides on Shell's Sort, an optimization of insertion sort.</a:t>
            </a:r>
            <a:endParaRPr>
              <a:latin typeface="Roboto"/>
              <a:ea typeface="Roboto"/>
              <a:cs typeface="Roboto"/>
              <a:sym typeface="Roboto"/>
            </a:endParaRPr>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Shape 1235"/>
        <p:cNvGrpSpPr/>
        <p:nvPr/>
      </p:nvGrpSpPr>
      <p:grpSpPr>
        <a:xfrm>
          <a:off x="0" y="0"/>
          <a:ext cx="0" cy="0"/>
          <a:chOff x="0" y="0"/>
          <a:chExt cx="0" cy="0"/>
        </a:xfrm>
      </p:grpSpPr>
      <p:sp>
        <p:nvSpPr>
          <p:cNvPr id="1236" name="Google Shape;1236;p83"/>
          <p:cNvSpPr txBox="1">
            <a:spLocks noGrp="1"/>
          </p:cNvSpPr>
          <p:nvPr>
            <p:ph type="subTitle" idx="2"/>
          </p:nvPr>
        </p:nvSpPr>
        <p:spPr>
          <a:xfrm>
            <a:off x="177925" y="4068000"/>
            <a:ext cx="4158000" cy="393600"/>
          </a:xfrm>
          <a:prstGeom prst="rect">
            <a:avLst/>
          </a:prstGeom>
        </p:spPr>
        <p:txBody>
          <a:bodyPr spcFirstLastPara="1" wrap="square" lIns="91425" tIns="91425" rIns="91425" bIns="91425" anchor="ctr" anchorCtr="0">
            <a:noAutofit/>
          </a:bodyPr>
          <a:lstStyle/>
          <a:p>
            <a:pPr marL="0" lvl="0" indent="0" algn="l" rtl="0">
              <a:spcBef>
                <a:spcPts val="600"/>
              </a:spcBef>
              <a:spcAft>
                <a:spcPts val="0"/>
              </a:spcAft>
              <a:buNone/>
            </a:pPr>
            <a:r>
              <a:rPr lang="en"/>
              <a:t>Lecture 30, CS61B, Fall 2023</a:t>
            </a:r>
            <a:endParaRPr/>
          </a:p>
        </p:txBody>
      </p:sp>
      <p:sp>
        <p:nvSpPr>
          <p:cNvPr id="1237" name="Google Shape;1237;p83"/>
          <p:cNvSpPr txBox="1">
            <a:spLocks noGrp="1"/>
          </p:cNvSpPr>
          <p:nvPr>
            <p:ph type="body" idx="1"/>
          </p:nvPr>
        </p:nvSpPr>
        <p:spPr>
          <a:xfrm>
            <a:off x="4812375" y="402198"/>
            <a:ext cx="3999900" cy="4260900"/>
          </a:xfrm>
          <a:prstGeom prst="rect">
            <a:avLst/>
          </a:prstGeom>
        </p:spPr>
        <p:txBody>
          <a:bodyPr spcFirstLastPara="1" wrap="square" lIns="91425" tIns="91425" rIns="91425" bIns="91425" anchor="ctr" anchorCtr="0">
            <a:noAutofit/>
          </a:bodyPr>
          <a:lstStyle/>
          <a:p>
            <a:pPr marL="0" lvl="0" indent="0" algn="l" rtl="0">
              <a:spcBef>
                <a:spcPts val="600"/>
              </a:spcBef>
              <a:spcAft>
                <a:spcPts val="0"/>
              </a:spcAft>
              <a:buClr>
                <a:schemeClr val="dk1"/>
              </a:buClr>
              <a:buSzPts val="1100"/>
              <a:buFont typeface="Arial"/>
              <a:buNone/>
            </a:pPr>
            <a:r>
              <a:rPr lang="en"/>
              <a:t>Insertion Sort</a:t>
            </a:r>
            <a:endParaRPr/>
          </a:p>
          <a:p>
            <a:pPr marL="457200" lvl="0" indent="-342900" algn="l" rtl="0">
              <a:spcBef>
                <a:spcPts val="600"/>
              </a:spcBef>
              <a:spcAft>
                <a:spcPts val="0"/>
              </a:spcAft>
              <a:buSzPts val="1800"/>
              <a:buChar char="•"/>
            </a:pPr>
            <a:r>
              <a:rPr lang="en"/>
              <a:t>Naive Insertion Sort</a:t>
            </a:r>
            <a:endParaRPr/>
          </a:p>
          <a:p>
            <a:pPr marL="457200" lvl="0" indent="-342900" algn="l" rtl="0">
              <a:spcBef>
                <a:spcPts val="0"/>
              </a:spcBef>
              <a:spcAft>
                <a:spcPts val="0"/>
              </a:spcAft>
              <a:buSzPts val="1800"/>
              <a:buChar char="•"/>
            </a:pPr>
            <a:r>
              <a:rPr lang="en"/>
              <a:t>In-Place Insertion Sort</a:t>
            </a:r>
            <a:endParaRPr/>
          </a:p>
          <a:p>
            <a:pPr marL="457200" lvl="0" indent="-342900" algn="l" rtl="0">
              <a:spcBef>
                <a:spcPts val="0"/>
              </a:spcBef>
              <a:spcAft>
                <a:spcPts val="0"/>
              </a:spcAft>
              <a:buSzPts val="1800"/>
              <a:buChar char="•"/>
            </a:pPr>
            <a:r>
              <a:rPr lang="en"/>
              <a:t>Insertion Sort Runtime</a:t>
            </a:r>
            <a:endParaRPr/>
          </a:p>
          <a:p>
            <a:pPr marL="0" lvl="0" indent="0" algn="l" rtl="0">
              <a:spcBef>
                <a:spcPts val="600"/>
              </a:spcBef>
              <a:spcAft>
                <a:spcPts val="0"/>
              </a:spcAft>
              <a:buNone/>
            </a:pPr>
            <a:r>
              <a:rPr lang="en" b="1">
                <a:solidFill>
                  <a:schemeClr val="accent3"/>
                </a:solidFill>
                <a:latin typeface="Roboto"/>
                <a:ea typeface="Roboto"/>
                <a:cs typeface="Roboto"/>
                <a:sym typeface="Roboto"/>
              </a:rPr>
              <a:t>Quicksort</a:t>
            </a:r>
            <a:endParaRPr b="1">
              <a:solidFill>
                <a:schemeClr val="accent3"/>
              </a:solidFill>
              <a:latin typeface="Roboto"/>
              <a:ea typeface="Roboto"/>
              <a:cs typeface="Roboto"/>
              <a:sym typeface="Roboto"/>
            </a:endParaRPr>
          </a:p>
          <a:p>
            <a:pPr marL="457200" lvl="0" indent="-342900" algn="l" rtl="0">
              <a:spcBef>
                <a:spcPts val="600"/>
              </a:spcBef>
              <a:spcAft>
                <a:spcPts val="0"/>
              </a:spcAft>
              <a:buClr>
                <a:schemeClr val="accent3"/>
              </a:buClr>
              <a:buSzPts val="1800"/>
              <a:buFont typeface="Roboto"/>
              <a:buChar char="•"/>
            </a:pPr>
            <a:r>
              <a:rPr lang="en" b="1">
                <a:solidFill>
                  <a:schemeClr val="accent3"/>
                </a:solidFill>
                <a:latin typeface="Roboto"/>
                <a:ea typeface="Roboto"/>
                <a:cs typeface="Roboto"/>
                <a:sym typeface="Roboto"/>
              </a:rPr>
              <a:t>Quicksort Backstory, Partitioning</a:t>
            </a:r>
            <a:endParaRPr b="1">
              <a:solidFill>
                <a:schemeClr val="accent3"/>
              </a:solidFill>
              <a:latin typeface="Roboto"/>
              <a:ea typeface="Roboto"/>
              <a:cs typeface="Roboto"/>
              <a:sym typeface="Roboto"/>
            </a:endParaRPr>
          </a:p>
          <a:p>
            <a:pPr marL="457200" lvl="0" indent="-342900" algn="l" rtl="0">
              <a:spcBef>
                <a:spcPts val="0"/>
              </a:spcBef>
              <a:spcAft>
                <a:spcPts val="0"/>
              </a:spcAft>
              <a:buSzPts val="1800"/>
              <a:buChar char="•"/>
            </a:pPr>
            <a:r>
              <a:rPr lang="en"/>
              <a:t>Quicksort</a:t>
            </a:r>
            <a:endParaRPr/>
          </a:p>
          <a:p>
            <a:pPr marL="0" lvl="0" indent="0" algn="l" rtl="0">
              <a:spcBef>
                <a:spcPts val="600"/>
              </a:spcBef>
              <a:spcAft>
                <a:spcPts val="0"/>
              </a:spcAft>
              <a:buNone/>
            </a:pPr>
            <a:r>
              <a:rPr lang="en"/>
              <a:t>Quicksort Performance</a:t>
            </a:r>
            <a:endParaRPr/>
          </a:p>
          <a:p>
            <a:pPr marL="457200" lvl="0" indent="-342900" algn="l" rtl="0">
              <a:spcBef>
                <a:spcPts val="600"/>
              </a:spcBef>
              <a:spcAft>
                <a:spcPts val="0"/>
              </a:spcAft>
              <a:buSzPts val="1800"/>
              <a:buChar char="•"/>
            </a:pPr>
            <a:r>
              <a:rPr lang="en"/>
              <a:t>Quicksort Runtime Analysis</a:t>
            </a:r>
            <a:endParaRPr/>
          </a:p>
          <a:p>
            <a:pPr marL="457200" lvl="0" indent="-342900" algn="l" rtl="0">
              <a:spcBef>
                <a:spcPts val="0"/>
              </a:spcBef>
              <a:spcAft>
                <a:spcPts val="0"/>
              </a:spcAft>
              <a:buSzPts val="1800"/>
              <a:buChar char="•"/>
            </a:pPr>
            <a:r>
              <a:rPr lang="en"/>
              <a:t>Avoiding Quicksort Worst Case</a:t>
            </a:r>
            <a:endParaRPr/>
          </a:p>
        </p:txBody>
      </p:sp>
      <p:sp>
        <p:nvSpPr>
          <p:cNvPr id="1238" name="Google Shape;1238;p83"/>
          <p:cNvSpPr txBox="1">
            <a:spLocks noGrp="1"/>
          </p:cNvSpPr>
          <p:nvPr>
            <p:ph type="title"/>
          </p:nvPr>
        </p:nvSpPr>
        <p:spPr>
          <a:xfrm>
            <a:off x="177925" y="2003300"/>
            <a:ext cx="4038000" cy="20379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a:t>Quicksort Backstory, Partitioning</a:t>
            </a:r>
            <a:endParaRPr/>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Shape 1242"/>
        <p:cNvGrpSpPr/>
        <p:nvPr/>
      </p:nvGrpSpPr>
      <p:grpSpPr>
        <a:xfrm>
          <a:off x="0" y="0"/>
          <a:ext cx="0" cy="0"/>
          <a:chOff x="0" y="0"/>
          <a:chExt cx="0" cy="0"/>
        </a:xfrm>
      </p:grpSpPr>
      <p:sp>
        <p:nvSpPr>
          <p:cNvPr id="1243" name="Google Shape;1243;p84"/>
          <p:cNvSpPr txBox="1">
            <a:spLocks noGrp="1"/>
          </p:cNvSpPr>
          <p:nvPr>
            <p:ph type="title"/>
          </p:nvPr>
        </p:nvSpPr>
        <p:spPr>
          <a:xfrm>
            <a:off x="0" y="0"/>
            <a:ext cx="8520600" cy="3936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Sorts So Far</a:t>
            </a:r>
            <a:endParaRPr/>
          </a:p>
        </p:txBody>
      </p:sp>
      <p:graphicFrame>
        <p:nvGraphicFramePr>
          <p:cNvPr id="1244" name="Google Shape;1244;p84"/>
          <p:cNvGraphicFramePr/>
          <p:nvPr/>
        </p:nvGraphicFramePr>
        <p:xfrm>
          <a:off x="418075" y="1084538"/>
          <a:ext cx="3000000" cy="3000000"/>
        </p:xfrm>
        <a:graphic>
          <a:graphicData uri="http://schemas.openxmlformats.org/drawingml/2006/table">
            <a:tbl>
              <a:tblPr>
                <a:noFill/>
                <a:tableStyleId>{C55F59F9-F03C-4897-888D-DC2DF699074A}</a:tableStyleId>
              </a:tblPr>
              <a:tblGrid>
                <a:gridCol w="1749100">
                  <a:extLst>
                    <a:ext uri="{9D8B030D-6E8A-4147-A177-3AD203B41FA5}">
                      <a16:colId xmlns:a16="http://schemas.microsoft.com/office/drawing/2014/main" val="20000"/>
                    </a:ext>
                  </a:extLst>
                </a:gridCol>
                <a:gridCol w="1344650">
                  <a:extLst>
                    <a:ext uri="{9D8B030D-6E8A-4147-A177-3AD203B41FA5}">
                      <a16:colId xmlns:a16="http://schemas.microsoft.com/office/drawing/2014/main" val="20001"/>
                    </a:ext>
                  </a:extLst>
                </a:gridCol>
                <a:gridCol w="1375900">
                  <a:extLst>
                    <a:ext uri="{9D8B030D-6E8A-4147-A177-3AD203B41FA5}">
                      <a16:colId xmlns:a16="http://schemas.microsoft.com/office/drawing/2014/main" val="20002"/>
                    </a:ext>
                  </a:extLst>
                </a:gridCol>
                <a:gridCol w="900075">
                  <a:extLst>
                    <a:ext uri="{9D8B030D-6E8A-4147-A177-3AD203B41FA5}">
                      <a16:colId xmlns:a16="http://schemas.microsoft.com/office/drawing/2014/main" val="20003"/>
                    </a:ext>
                  </a:extLst>
                </a:gridCol>
                <a:gridCol w="884200">
                  <a:extLst>
                    <a:ext uri="{9D8B030D-6E8A-4147-A177-3AD203B41FA5}">
                      <a16:colId xmlns:a16="http://schemas.microsoft.com/office/drawing/2014/main" val="20004"/>
                    </a:ext>
                  </a:extLst>
                </a:gridCol>
                <a:gridCol w="2053875">
                  <a:extLst>
                    <a:ext uri="{9D8B030D-6E8A-4147-A177-3AD203B41FA5}">
                      <a16:colId xmlns:a16="http://schemas.microsoft.com/office/drawing/2014/main" val="20005"/>
                    </a:ext>
                  </a:extLst>
                </a:gridCol>
              </a:tblGrid>
              <a:tr h="681800">
                <a:tc>
                  <a:txBody>
                    <a:bodyPr/>
                    <a:lstStyle/>
                    <a:p>
                      <a:pPr marL="0" lvl="0" indent="0" algn="l" rtl="0">
                        <a:spcBef>
                          <a:spcPts val="0"/>
                        </a:spcBef>
                        <a:spcAft>
                          <a:spcPts val="0"/>
                        </a:spcAft>
                        <a:buNone/>
                      </a:pPr>
                      <a:endParaRPr sz="1800"/>
                    </a:p>
                  </a:txBody>
                  <a:tcPr marL="91425" marR="91425" marT="91425" marB="91425"/>
                </a:tc>
                <a:tc>
                  <a:txBody>
                    <a:bodyPr/>
                    <a:lstStyle/>
                    <a:p>
                      <a:pPr marL="0" lvl="0" indent="0" algn="l" rtl="0">
                        <a:spcBef>
                          <a:spcPts val="0"/>
                        </a:spcBef>
                        <a:spcAft>
                          <a:spcPts val="0"/>
                        </a:spcAft>
                        <a:buNone/>
                      </a:pPr>
                      <a:r>
                        <a:rPr lang="en" sz="1800"/>
                        <a:t>Best Case Runtime</a:t>
                      </a:r>
                      <a:endParaRPr sz="1800"/>
                    </a:p>
                  </a:txBody>
                  <a:tcPr marL="91425" marR="91425" marT="91425" marB="91425"/>
                </a:tc>
                <a:tc>
                  <a:txBody>
                    <a:bodyPr/>
                    <a:lstStyle/>
                    <a:p>
                      <a:pPr marL="0" lvl="0" indent="0" algn="l" rtl="0">
                        <a:spcBef>
                          <a:spcPts val="0"/>
                        </a:spcBef>
                        <a:spcAft>
                          <a:spcPts val="0"/>
                        </a:spcAft>
                        <a:buNone/>
                      </a:pPr>
                      <a:r>
                        <a:rPr lang="en" sz="1800"/>
                        <a:t>Worst Case Runtime</a:t>
                      </a:r>
                      <a:endParaRPr sz="1800"/>
                    </a:p>
                  </a:txBody>
                  <a:tcPr marL="91425" marR="91425" marT="91425" marB="91425"/>
                </a:tc>
                <a:tc>
                  <a:txBody>
                    <a:bodyPr/>
                    <a:lstStyle/>
                    <a:p>
                      <a:pPr marL="0" lvl="0" indent="0" algn="l" rtl="0">
                        <a:spcBef>
                          <a:spcPts val="0"/>
                        </a:spcBef>
                        <a:spcAft>
                          <a:spcPts val="0"/>
                        </a:spcAft>
                        <a:buNone/>
                      </a:pPr>
                      <a:r>
                        <a:rPr lang="en" sz="1800"/>
                        <a:t>Space</a:t>
                      </a:r>
                      <a:endParaRPr sz="1800"/>
                    </a:p>
                  </a:txBody>
                  <a:tcPr marL="91425" marR="91425" marT="91425" marB="91425"/>
                </a:tc>
                <a:tc>
                  <a:txBody>
                    <a:bodyPr/>
                    <a:lstStyle/>
                    <a:p>
                      <a:pPr marL="0" lvl="0" indent="0" algn="l" rtl="0">
                        <a:spcBef>
                          <a:spcPts val="0"/>
                        </a:spcBef>
                        <a:spcAft>
                          <a:spcPts val="0"/>
                        </a:spcAft>
                        <a:buNone/>
                      </a:pPr>
                      <a:r>
                        <a:rPr lang="en" sz="1800"/>
                        <a:t>Demo</a:t>
                      </a:r>
                      <a:endParaRPr sz="1800"/>
                    </a:p>
                  </a:txBody>
                  <a:tcPr marL="91425" marR="91425" marT="91425" marB="91425"/>
                </a:tc>
                <a:tc>
                  <a:txBody>
                    <a:bodyPr/>
                    <a:lstStyle/>
                    <a:p>
                      <a:pPr marL="0" lvl="0" indent="0" algn="l" rtl="0">
                        <a:spcBef>
                          <a:spcPts val="0"/>
                        </a:spcBef>
                        <a:spcAft>
                          <a:spcPts val="0"/>
                        </a:spcAft>
                        <a:buNone/>
                      </a:pPr>
                      <a:r>
                        <a:rPr lang="en" sz="1800"/>
                        <a:t>Notes</a:t>
                      </a:r>
                      <a:endParaRPr sz="1800"/>
                    </a:p>
                  </a:txBody>
                  <a:tcPr marL="91425" marR="91425" marT="91425" marB="91425"/>
                </a:tc>
                <a:extLst>
                  <a:ext uri="{0D108BD9-81ED-4DB2-BD59-A6C34878D82A}">
                    <a16:rowId xmlns:a16="http://schemas.microsoft.com/office/drawing/2014/main" val="10000"/>
                  </a:ext>
                </a:extLst>
              </a:tr>
              <a:tr h="317800">
                <a:tc>
                  <a:txBody>
                    <a:bodyPr/>
                    <a:lstStyle/>
                    <a:p>
                      <a:pPr marL="0" lvl="0" indent="0" algn="l" rtl="0">
                        <a:spcBef>
                          <a:spcPts val="0"/>
                        </a:spcBef>
                        <a:spcAft>
                          <a:spcPts val="0"/>
                        </a:spcAft>
                        <a:buNone/>
                      </a:pPr>
                      <a:r>
                        <a:rPr lang="en" sz="1800" u="sng">
                          <a:solidFill>
                            <a:schemeClr val="hlink"/>
                          </a:solidFill>
                          <a:hlinkClick r:id="rId3"/>
                        </a:rPr>
                        <a:t>Selection Sort</a:t>
                      </a:r>
                      <a:endParaRPr sz="1800"/>
                    </a:p>
                  </a:txBody>
                  <a:tcPr marL="91425" marR="91425" marT="91425" marB="91425"/>
                </a:tc>
                <a:tc>
                  <a:txBody>
                    <a:bodyPr/>
                    <a:lstStyle/>
                    <a:p>
                      <a:pPr marL="0" lvl="0" indent="0" algn="l" rtl="0">
                        <a:spcBef>
                          <a:spcPts val="0"/>
                        </a:spcBef>
                        <a:spcAft>
                          <a:spcPts val="0"/>
                        </a:spcAft>
                        <a:buNone/>
                      </a:pPr>
                      <a:r>
                        <a:rPr lang="en" sz="1800">
                          <a:solidFill>
                            <a:schemeClr val="dk1"/>
                          </a:solidFill>
                        </a:rPr>
                        <a:t>Θ(N</a:t>
                      </a:r>
                      <a:r>
                        <a:rPr lang="en" sz="1800" baseline="30000">
                          <a:solidFill>
                            <a:schemeClr val="dk1"/>
                          </a:solidFill>
                        </a:rPr>
                        <a:t>2</a:t>
                      </a:r>
                      <a:r>
                        <a:rPr lang="en" sz="1800">
                          <a:solidFill>
                            <a:schemeClr val="dk1"/>
                          </a:solidFill>
                        </a:rPr>
                        <a:t>)</a:t>
                      </a:r>
                      <a:endParaRPr sz="1800"/>
                    </a:p>
                  </a:txBody>
                  <a:tcPr marL="91425" marR="91425" marT="91425" marB="91425"/>
                </a:tc>
                <a:tc>
                  <a:txBody>
                    <a:bodyPr/>
                    <a:lstStyle/>
                    <a:p>
                      <a:pPr marL="0" lvl="0" indent="0" algn="l" rtl="0">
                        <a:spcBef>
                          <a:spcPts val="0"/>
                        </a:spcBef>
                        <a:spcAft>
                          <a:spcPts val="0"/>
                        </a:spcAft>
                        <a:buNone/>
                      </a:pPr>
                      <a:r>
                        <a:rPr lang="en" sz="1800"/>
                        <a:t>Θ(N</a:t>
                      </a:r>
                      <a:r>
                        <a:rPr lang="en" sz="1800" baseline="30000"/>
                        <a:t>2</a:t>
                      </a:r>
                      <a:r>
                        <a:rPr lang="en" sz="1800"/>
                        <a:t>)</a:t>
                      </a:r>
                      <a:endParaRPr sz="1800"/>
                    </a:p>
                  </a:txBody>
                  <a:tcPr marL="91425" marR="91425" marT="91425" marB="91425"/>
                </a:tc>
                <a:tc>
                  <a:txBody>
                    <a:bodyPr/>
                    <a:lstStyle/>
                    <a:p>
                      <a:pPr marL="0" lvl="0" indent="0" algn="l" rtl="0">
                        <a:spcBef>
                          <a:spcPts val="0"/>
                        </a:spcBef>
                        <a:spcAft>
                          <a:spcPts val="0"/>
                        </a:spcAft>
                        <a:buNone/>
                      </a:pPr>
                      <a:r>
                        <a:rPr lang="en" sz="1800"/>
                        <a:t>Θ(1)</a:t>
                      </a:r>
                      <a:endParaRPr sz="1800"/>
                    </a:p>
                  </a:txBody>
                  <a:tcPr marL="91425" marR="91425" marT="91425" marB="91425"/>
                </a:tc>
                <a:tc>
                  <a:txBody>
                    <a:bodyPr/>
                    <a:lstStyle/>
                    <a:p>
                      <a:pPr marL="0" lvl="0" indent="0" algn="l" rtl="0">
                        <a:spcBef>
                          <a:spcPts val="0"/>
                        </a:spcBef>
                        <a:spcAft>
                          <a:spcPts val="0"/>
                        </a:spcAft>
                        <a:buNone/>
                      </a:pPr>
                      <a:r>
                        <a:rPr lang="en" sz="1800" u="sng">
                          <a:solidFill>
                            <a:schemeClr val="hlink"/>
                          </a:solidFill>
                          <a:hlinkClick r:id="" action="ppaction://noaction"/>
                        </a:rPr>
                        <a:t>Link</a:t>
                      </a:r>
                      <a:endParaRPr sz="1800"/>
                    </a:p>
                  </a:txBody>
                  <a:tcPr marL="91425" marR="91425" marT="91425" marB="91425"/>
                </a:tc>
                <a:tc>
                  <a:txBody>
                    <a:bodyPr/>
                    <a:lstStyle/>
                    <a:p>
                      <a:pPr marL="0" lvl="0" indent="0" algn="l" rtl="0">
                        <a:spcBef>
                          <a:spcPts val="0"/>
                        </a:spcBef>
                        <a:spcAft>
                          <a:spcPts val="0"/>
                        </a:spcAft>
                        <a:buNone/>
                      </a:pPr>
                      <a:endParaRPr sz="1800"/>
                    </a:p>
                  </a:txBody>
                  <a:tcPr marL="91425" marR="91425" marT="91425" marB="91425"/>
                </a:tc>
                <a:extLst>
                  <a:ext uri="{0D108BD9-81ED-4DB2-BD59-A6C34878D82A}">
                    <a16:rowId xmlns:a16="http://schemas.microsoft.com/office/drawing/2014/main" val="10001"/>
                  </a:ext>
                </a:extLst>
              </a:tr>
              <a:tr h="425675">
                <a:tc>
                  <a:txBody>
                    <a:bodyPr/>
                    <a:lstStyle/>
                    <a:p>
                      <a:pPr marL="0" lvl="0" indent="0" algn="l" rtl="0">
                        <a:spcBef>
                          <a:spcPts val="0"/>
                        </a:spcBef>
                        <a:spcAft>
                          <a:spcPts val="0"/>
                        </a:spcAft>
                        <a:buNone/>
                      </a:pPr>
                      <a:r>
                        <a:rPr lang="en" sz="1800" u="sng">
                          <a:solidFill>
                            <a:schemeClr val="hlink"/>
                          </a:solidFill>
                          <a:hlinkClick r:id="rId4"/>
                        </a:rPr>
                        <a:t>Heapsort</a:t>
                      </a:r>
                      <a:r>
                        <a:rPr lang="en" sz="1800"/>
                        <a:t> </a:t>
                      </a:r>
                      <a:endParaRPr sz="1800"/>
                    </a:p>
                    <a:p>
                      <a:pPr marL="0" lvl="0" indent="0" algn="l" rtl="0">
                        <a:spcBef>
                          <a:spcPts val="0"/>
                        </a:spcBef>
                        <a:spcAft>
                          <a:spcPts val="0"/>
                        </a:spcAft>
                        <a:buNone/>
                      </a:pPr>
                      <a:r>
                        <a:rPr lang="en" sz="1800"/>
                        <a:t>(in place)</a:t>
                      </a:r>
                      <a:endParaRPr sz="1800"/>
                    </a:p>
                  </a:txBody>
                  <a:tcPr marL="91425" marR="91425" marT="91425" marB="91425"/>
                </a:tc>
                <a:tc>
                  <a:txBody>
                    <a:bodyPr/>
                    <a:lstStyle/>
                    <a:p>
                      <a:pPr marL="0" lvl="0" indent="0" algn="l" rtl="0">
                        <a:spcBef>
                          <a:spcPts val="0"/>
                        </a:spcBef>
                        <a:spcAft>
                          <a:spcPts val="0"/>
                        </a:spcAft>
                        <a:buNone/>
                      </a:pPr>
                      <a:r>
                        <a:rPr lang="en" sz="1800">
                          <a:solidFill>
                            <a:schemeClr val="dk1"/>
                          </a:solidFill>
                        </a:rPr>
                        <a:t>Θ(N)*</a:t>
                      </a:r>
                      <a:endParaRPr sz="1800"/>
                    </a:p>
                  </a:txBody>
                  <a:tcPr marL="91425" marR="91425" marT="91425" marB="91425"/>
                </a:tc>
                <a:tc>
                  <a:txBody>
                    <a:bodyPr/>
                    <a:lstStyle/>
                    <a:p>
                      <a:pPr marL="0" lvl="0" indent="0" algn="l" rtl="0">
                        <a:spcBef>
                          <a:spcPts val="0"/>
                        </a:spcBef>
                        <a:spcAft>
                          <a:spcPts val="0"/>
                        </a:spcAft>
                        <a:buNone/>
                      </a:pPr>
                      <a:r>
                        <a:rPr lang="en" sz="1800"/>
                        <a:t>Θ(N log N)</a:t>
                      </a:r>
                      <a:endParaRPr sz="1800"/>
                    </a:p>
                  </a:txBody>
                  <a:tcPr marL="91425" marR="91425" marT="91425" marB="91425"/>
                </a:tc>
                <a:tc>
                  <a:txBody>
                    <a:bodyPr/>
                    <a:lstStyle/>
                    <a:p>
                      <a:pPr marL="0" lvl="0" indent="0" algn="l" rtl="0">
                        <a:spcBef>
                          <a:spcPts val="0"/>
                        </a:spcBef>
                        <a:spcAft>
                          <a:spcPts val="0"/>
                        </a:spcAft>
                        <a:buNone/>
                      </a:pPr>
                      <a:r>
                        <a:rPr lang="en" sz="1800"/>
                        <a:t>Θ(1)</a:t>
                      </a:r>
                      <a:endParaRPr sz="1800"/>
                    </a:p>
                  </a:txBody>
                  <a:tcPr marL="91425" marR="91425" marT="91425" marB="91425"/>
                </a:tc>
                <a:tc>
                  <a:txBody>
                    <a:bodyPr/>
                    <a:lstStyle/>
                    <a:p>
                      <a:pPr marL="0" lvl="0" indent="0" algn="l" rtl="0">
                        <a:spcBef>
                          <a:spcPts val="0"/>
                        </a:spcBef>
                        <a:spcAft>
                          <a:spcPts val="0"/>
                        </a:spcAft>
                        <a:buNone/>
                      </a:pPr>
                      <a:r>
                        <a:rPr lang="en" sz="1800" u="sng">
                          <a:solidFill>
                            <a:schemeClr val="hlink"/>
                          </a:solidFill>
                          <a:hlinkClick r:id="" action="ppaction://noaction"/>
                        </a:rPr>
                        <a:t>Link</a:t>
                      </a:r>
                      <a:endParaRPr sz="1800"/>
                    </a:p>
                  </a:txBody>
                  <a:tcPr marL="91425" marR="91425" marT="91425" marB="91425"/>
                </a:tc>
                <a:tc>
                  <a:txBody>
                    <a:bodyPr/>
                    <a:lstStyle/>
                    <a:p>
                      <a:pPr marL="0" lvl="0" indent="0" algn="l" rtl="0">
                        <a:spcBef>
                          <a:spcPts val="0"/>
                        </a:spcBef>
                        <a:spcAft>
                          <a:spcPts val="0"/>
                        </a:spcAft>
                        <a:buNone/>
                      </a:pPr>
                      <a:r>
                        <a:rPr lang="en" sz="1800">
                          <a:solidFill>
                            <a:schemeClr val="dk1"/>
                          </a:solidFill>
                        </a:rPr>
                        <a:t>Bad cache (61C) performance.</a:t>
                      </a:r>
                      <a:endParaRPr sz="1800"/>
                    </a:p>
                  </a:txBody>
                  <a:tcPr marL="91425" marR="91425" marT="91425" marB="91425"/>
                </a:tc>
                <a:extLst>
                  <a:ext uri="{0D108BD9-81ED-4DB2-BD59-A6C34878D82A}">
                    <a16:rowId xmlns:a16="http://schemas.microsoft.com/office/drawing/2014/main" val="10002"/>
                  </a:ext>
                </a:extLst>
              </a:tr>
              <a:tr h="425675">
                <a:tc>
                  <a:txBody>
                    <a:bodyPr/>
                    <a:lstStyle/>
                    <a:p>
                      <a:pPr marL="0" lvl="0" indent="0" algn="l" rtl="0">
                        <a:spcBef>
                          <a:spcPts val="0"/>
                        </a:spcBef>
                        <a:spcAft>
                          <a:spcPts val="0"/>
                        </a:spcAft>
                        <a:buNone/>
                      </a:pPr>
                      <a:r>
                        <a:rPr lang="en" sz="1800" u="sng">
                          <a:solidFill>
                            <a:schemeClr val="hlink"/>
                          </a:solidFill>
                          <a:hlinkClick r:id="rId5"/>
                        </a:rPr>
                        <a:t>Mergesort</a:t>
                      </a:r>
                      <a:endParaRPr sz="1800"/>
                    </a:p>
                  </a:txBody>
                  <a:tcPr marL="91425" marR="91425" marT="91425" marB="91425"/>
                </a:tc>
                <a:tc>
                  <a:txBody>
                    <a:bodyPr/>
                    <a:lstStyle/>
                    <a:p>
                      <a:pPr marL="0" lvl="0" indent="0" algn="l" rtl="0">
                        <a:spcBef>
                          <a:spcPts val="0"/>
                        </a:spcBef>
                        <a:spcAft>
                          <a:spcPts val="0"/>
                        </a:spcAft>
                        <a:buNone/>
                      </a:pPr>
                      <a:r>
                        <a:rPr lang="en" sz="1800">
                          <a:solidFill>
                            <a:schemeClr val="dk1"/>
                          </a:solidFill>
                        </a:rPr>
                        <a:t>Θ(N log N)</a:t>
                      </a:r>
                      <a:endParaRPr sz="1800">
                        <a:solidFill>
                          <a:schemeClr val="dk1"/>
                        </a:solidFill>
                      </a:endParaRPr>
                    </a:p>
                  </a:txBody>
                  <a:tcPr marL="91425" marR="91425" marT="91425" marB="91425"/>
                </a:tc>
                <a:tc>
                  <a:txBody>
                    <a:bodyPr/>
                    <a:lstStyle/>
                    <a:p>
                      <a:pPr marL="0" lvl="0" indent="0" algn="l" rtl="0">
                        <a:spcBef>
                          <a:spcPts val="0"/>
                        </a:spcBef>
                        <a:spcAft>
                          <a:spcPts val="0"/>
                        </a:spcAft>
                        <a:buNone/>
                      </a:pPr>
                      <a:r>
                        <a:rPr lang="en" sz="1800"/>
                        <a:t>Θ(N log N)</a:t>
                      </a:r>
                      <a:endParaRPr sz="1800"/>
                    </a:p>
                  </a:txBody>
                  <a:tcPr marL="91425" marR="91425" marT="91425" marB="91425"/>
                </a:tc>
                <a:tc>
                  <a:txBody>
                    <a:bodyPr/>
                    <a:lstStyle/>
                    <a:p>
                      <a:pPr marL="0" lvl="0" indent="0" algn="l" rtl="0">
                        <a:spcBef>
                          <a:spcPts val="0"/>
                        </a:spcBef>
                        <a:spcAft>
                          <a:spcPts val="0"/>
                        </a:spcAft>
                        <a:buNone/>
                      </a:pPr>
                      <a:r>
                        <a:rPr lang="en" sz="1800"/>
                        <a:t>Θ(N)</a:t>
                      </a:r>
                      <a:endParaRPr sz="1800"/>
                    </a:p>
                  </a:txBody>
                  <a:tcPr marL="91425" marR="91425" marT="91425" marB="91425"/>
                </a:tc>
                <a:tc>
                  <a:txBody>
                    <a:bodyPr/>
                    <a:lstStyle/>
                    <a:p>
                      <a:pPr marL="0" lvl="0" indent="0" algn="l" rtl="0">
                        <a:spcBef>
                          <a:spcPts val="0"/>
                        </a:spcBef>
                        <a:spcAft>
                          <a:spcPts val="0"/>
                        </a:spcAft>
                        <a:buNone/>
                      </a:pPr>
                      <a:r>
                        <a:rPr lang="en" sz="1800" u="sng">
                          <a:solidFill>
                            <a:schemeClr val="hlink"/>
                          </a:solidFill>
                          <a:hlinkClick r:id="" action="ppaction://noaction"/>
                        </a:rPr>
                        <a:t>Link</a:t>
                      </a:r>
                      <a:endParaRPr sz="1800"/>
                    </a:p>
                  </a:txBody>
                  <a:tcPr marL="91425" marR="91425" marT="91425" marB="91425"/>
                </a:tc>
                <a:tc>
                  <a:txBody>
                    <a:bodyPr/>
                    <a:lstStyle/>
                    <a:p>
                      <a:pPr marL="0" lvl="0" indent="0" algn="l" rtl="0">
                        <a:spcBef>
                          <a:spcPts val="0"/>
                        </a:spcBef>
                        <a:spcAft>
                          <a:spcPts val="0"/>
                        </a:spcAft>
                        <a:buNone/>
                      </a:pPr>
                      <a:r>
                        <a:rPr lang="en" sz="1800">
                          <a:solidFill>
                            <a:schemeClr val="dk1"/>
                          </a:solidFill>
                        </a:rPr>
                        <a:t>Fastest of these.</a:t>
                      </a:r>
                      <a:endParaRPr sz="1800">
                        <a:solidFill>
                          <a:schemeClr val="dk1"/>
                        </a:solidFill>
                      </a:endParaRPr>
                    </a:p>
                  </a:txBody>
                  <a:tcPr marL="91425" marR="91425" marT="91425" marB="91425"/>
                </a:tc>
                <a:extLst>
                  <a:ext uri="{0D108BD9-81ED-4DB2-BD59-A6C34878D82A}">
                    <a16:rowId xmlns:a16="http://schemas.microsoft.com/office/drawing/2014/main" val="10003"/>
                  </a:ext>
                </a:extLst>
              </a:tr>
              <a:tr h="425675">
                <a:tc>
                  <a:txBody>
                    <a:bodyPr/>
                    <a:lstStyle/>
                    <a:p>
                      <a:pPr marL="0" lvl="0" indent="0" algn="l" rtl="0">
                        <a:spcBef>
                          <a:spcPts val="0"/>
                        </a:spcBef>
                        <a:spcAft>
                          <a:spcPts val="0"/>
                        </a:spcAft>
                        <a:buNone/>
                      </a:pPr>
                      <a:r>
                        <a:rPr lang="en" sz="1800" u="sng">
                          <a:solidFill>
                            <a:schemeClr val="hlink"/>
                          </a:solidFill>
                          <a:hlinkClick r:id="rId6"/>
                        </a:rPr>
                        <a:t>Insertion Sort</a:t>
                      </a:r>
                      <a:r>
                        <a:rPr lang="en" sz="1800"/>
                        <a:t> (in place)</a:t>
                      </a:r>
                      <a:endParaRPr sz="1800"/>
                    </a:p>
                  </a:txBody>
                  <a:tcPr marL="91425" marR="91425" marT="91425" marB="91425"/>
                </a:tc>
                <a:tc>
                  <a:txBody>
                    <a:bodyPr/>
                    <a:lstStyle/>
                    <a:p>
                      <a:pPr marL="0" lvl="0" indent="0" algn="l" rtl="0">
                        <a:spcBef>
                          <a:spcPts val="0"/>
                        </a:spcBef>
                        <a:spcAft>
                          <a:spcPts val="0"/>
                        </a:spcAft>
                        <a:buNone/>
                      </a:pPr>
                      <a:r>
                        <a:rPr lang="en" sz="1800">
                          <a:solidFill>
                            <a:schemeClr val="dk1"/>
                          </a:solidFill>
                        </a:rPr>
                        <a:t>Θ(N)</a:t>
                      </a:r>
                      <a:endParaRPr sz="1800">
                        <a:solidFill>
                          <a:schemeClr val="dk1"/>
                        </a:solidFill>
                      </a:endParaRPr>
                    </a:p>
                  </a:txBody>
                  <a:tcPr marL="91425" marR="91425" marT="91425" marB="91425"/>
                </a:tc>
                <a:tc>
                  <a:txBody>
                    <a:bodyPr/>
                    <a:lstStyle/>
                    <a:p>
                      <a:pPr marL="0" lvl="0" indent="0" algn="l" rtl="0">
                        <a:spcBef>
                          <a:spcPts val="0"/>
                        </a:spcBef>
                        <a:spcAft>
                          <a:spcPts val="0"/>
                        </a:spcAft>
                        <a:buNone/>
                      </a:pPr>
                      <a:r>
                        <a:rPr lang="en" sz="1800">
                          <a:solidFill>
                            <a:schemeClr val="dk1"/>
                          </a:solidFill>
                        </a:rPr>
                        <a:t>Θ(N</a:t>
                      </a:r>
                      <a:r>
                        <a:rPr lang="en" sz="1800" baseline="30000">
                          <a:solidFill>
                            <a:schemeClr val="dk1"/>
                          </a:solidFill>
                        </a:rPr>
                        <a:t>2</a:t>
                      </a:r>
                      <a:r>
                        <a:rPr lang="en" sz="1800">
                          <a:solidFill>
                            <a:schemeClr val="dk1"/>
                          </a:solidFill>
                        </a:rPr>
                        <a:t>)</a:t>
                      </a:r>
                      <a:endParaRPr sz="1800"/>
                    </a:p>
                  </a:txBody>
                  <a:tcPr marL="91425" marR="91425" marT="91425" marB="91425"/>
                </a:tc>
                <a:tc>
                  <a:txBody>
                    <a:bodyPr/>
                    <a:lstStyle/>
                    <a:p>
                      <a:pPr marL="0" lvl="0" indent="0" algn="l" rtl="0">
                        <a:spcBef>
                          <a:spcPts val="0"/>
                        </a:spcBef>
                        <a:spcAft>
                          <a:spcPts val="0"/>
                        </a:spcAft>
                        <a:buNone/>
                      </a:pPr>
                      <a:r>
                        <a:rPr lang="en" sz="1800">
                          <a:solidFill>
                            <a:schemeClr val="dk1"/>
                          </a:solidFill>
                        </a:rPr>
                        <a:t>Θ(1)</a:t>
                      </a:r>
                      <a:endParaRPr sz="1800"/>
                    </a:p>
                  </a:txBody>
                  <a:tcPr marL="91425" marR="91425" marT="91425" marB="91425"/>
                </a:tc>
                <a:tc>
                  <a:txBody>
                    <a:bodyPr/>
                    <a:lstStyle/>
                    <a:p>
                      <a:pPr marL="0" lvl="0" indent="0" algn="l" rtl="0">
                        <a:spcBef>
                          <a:spcPts val="0"/>
                        </a:spcBef>
                        <a:spcAft>
                          <a:spcPts val="0"/>
                        </a:spcAft>
                        <a:buNone/>
                      </a:pPr>
                      <a:r>
                        <a:rPr lang="en" sz="1800" u="sng">
                          <a:solidFill>
                            <a:schemeClr val="hlink"/>
                          </a:solidFill>
                          <a:hlinkClick r:id="" action="ppaction://noaction"/>
                        </a:rPr>
                        <a:t>Link</a:t>
                      </a:r>
                      <a:endParaRPr sz="1800"/>
                    </a:p>
                  </a:txBody>
                  <a:tcPr marL="91425" marR="91425" marT="91425" marB="91425"/>
                </a:tc>
                <a:tc>
                  <a:txBody>
                    <a:bodyPr/>
                    <a:lstStyle/>
                    <a:p>
                      <a:pPr marL="0" lvl="0" indent="0" algn="l" rtl="0">
                        <a:spcBef>
                          <a:spcPts val="0"/>
                        </a:spcBef>
                        <a:spcAft>
                          <a:spcPts val="0"/>
                        </a:spcAft>
                        <a:buNone/>
                      </a:pPr>
                      <a:r>
                        <a:rPr lang="en" sz="1800"/>
                        <a:t>Best for small N or almost sorted. </a:t>
                      </a:r>
                      <a:endParaRPr sz="1800"/>
                    </a:p>
                  </a:txBody>
                  <a:tcPr marL="91425" marR="91425" marT="91425" marB="91425"/>
                </a:tc>
                <a:extLst>
                  <a:ext uri="{0D108BD9-81ED-4DB2-BD59-A6C34878D82A}">
                    <a16:rowId xmlns:a16="http://schemas.microsoft.com/office/drawing/2014/main" val="10004"/>
                  </a:ext>
                </a:extLst>
              </a:tr>
            </a:tbl>
          </a:graphicData>
        </a:graphic>
      </p:graphicFrame>
      <p:sp>
        <p:nvSpPr>
          <p:cNvPr id="1245" name="Google Shape;1245;p84"/>
          <p:cNvSpPr txBox="1"/>
          <p:nvPr/>
        </p:nvSpPr>
        <p:spPr>
          <a:xfrm>
            <a:off x="418075" y="4332500"/>
            <a:ext cx="4192800" cy="6336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a:latin typeface="Roboto"/>
                <a:ea typeface="Roboto"/>
                <a:cs typeface="Roboto"/>
                <a:sym typeface="Roboto"/>
              </a:rPr>
              <a:t>See </a:t>
            </a:r>
            <a:r>
              <a:rPr lang="en" u="sng">
                <a:solidFill>
                  <a:schemeClr val="hlink"/>
                </a:solidFill>
                <a:latin typeface="Roboto"/>
                <a:ea typeface="Roboto"/>
                <a:cs typeface="Roboto"/>
                <a:sym typeface="Roboto"/>
                <a:hlinkClick r:id="rId7"/>
              </a:rPr>
              <a:t>this link</a:t>
            </a:r>
            <a:r>
              <a:rPr lang="en">
                <a:latin typeface="Roboto"/>
                <a:ea typeface="Roboto"/>
                <a:cs typeface="Roboto"/>
                <a:sym typeface="Roboto"/>
              </a:rPr>
              <a:t> for bonus slides on Shell's Sort, an optimization of insertion sort.</a:t>
            </a:r>
            <a:endParaRPr>
              <a:latin typeface="Roboto"/>
              <a:ea typeface="Roboto"/>
              <a:cs typeface="Roboto"/>
              <a:sym typeface="Roboto"/>
            </a:endParaRPr>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Shape 1249"/>
        <p:cNvGrpSpPr/>
        <p:nvPr/>
      </p:nvGrpSpPr>
      <p:grpSpPr>
        <a:xfrm>
          <a:off x="0" y="0"/>
          <a:ext cx="0" cy="0"/>
          <a:chOff x="0" y="0"/>
          <a:chExt cx="0" cy="0"/>
        </a:xfrm>
      </p:grpSpPr>
      <p:sp>
        <p:nvSpPr>
          <p:cNvPr id="1250" name="Google Shape;1250;p85"/>
          <p:cNvSpPr txBox="1">
            <a:spLocks noGrp="1"/>
          </p:cNvSpPr>
          <p:nvPr>
            <p:ph type="title"/>
          </p:nvPr>
        </p:nvSpPr>
        <p:spPr>
          <a:xfrm>
            <a:off x="0" y="0"/>
            <a:ext cx="8520600" cy="3936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Sorting So Far</a:t>
            </a:r>
            <a:endParaRPr/>
          </a:p>
        </p:txBody>
      </p:sp>
      <p:sp>
        <p:nvSpPr>
          <p:cNvPr id="1251" name="Google Shape;1251;p85"/>
          <p:cNvSpPr txBox="1">
            <a:spLocks noGrp="1"/>
          </p:cNvSpPr>
          <p:nvPr>
            <p:ph type="body" idx="1"/>
          </p:nvPr>
        </p:nvSpPr>
        <p:spPr>
          <a:xfrm>
            <a:off x="107044" y="402200"/>
            <a:ext cx="8520600" cy="3416400"/>
          </a:xfrm>
          <a:prstGeom prst="rect">
            <a:avLst/>
          </a:prstGeom>
        </p:spPr>
        <p:txBody>
          <a:bodyPr spcFirstLastPara="1" wrap="square" lIns="91425" tIns="91425" rIns="91425" bIns="91425" anchor="t" anchorCtr="0">
            <a:noAutofit/>
          </a:bodyPr>
          <a:lstStyle/>
          <a:p>
            <a:pPr marL="0" lvl="0" indent="0" algn="l" rtl="0">
              <a:spcBef>
                <a:spcPts val="600"/>
              </a:spcBef>
              <a:spcAft>
                <a:spcPts val="0"/>
              </a:spcAft>
              <a:buNone/>
            </a:pPr>
            <a:r>
              <a:rPr lang="en"/>
              <a:t>Core ideas:</a:t>
            </a:r>
            <a:endParaRPr/>
          </a:p>
          <a:p>
            <a:pPr marL="457200" lvl="0" indent="-342900" algn="l" rtl="0">
              <a:spcBef>
                <a:spcPts val="600"/>
              </a:spcBef>
              <a:spcAft>
                <a:spcPts val="0"/>
              </a:spcAft>
              <a:buSzPts val="1800"/>
              <a:buChar char="●"/>
            </a:pPr>
            <a:r>
              <a:rPr lang="en"/>
              <a:t>Selection sort: Find the smallest item and put it at the front.</a:t>
            </a:r>
            <a:endParaRPr/>
          </a:p>
          <a:p>
            <a:pPr marL="914400" lvl="1" indent="-342900" algn="l" rtl="0">
              <a:spcBef>
                <a:spcPts val="0"/>
              </a:spcBef>
              <a:spcAft>
                <a:spcPts val="0"/>
              </a:spcAft>
              <a:buSzPts val="1800"/>
              <a:buChar char="○"/>
            </a:pPr>
            <a:r>
              <a:rPr lang="en"/>
              <a:t>Heapsort variant: Use MaxPQ to find max element and put at the back.</a:t>
            </a:r>
            <a:endParaRPr/>
          </a:p>
          <a:p>
            <a:pPr marL="457200" lvl="0" indent="-342900" algn="l" rtl="0">
              <a:spcBef>
                <a:spcPts val="0"/>
              </a:spcBef>
              <a:spcAft>
                <a:spcPts val="0"/>
              </a:spcAft>
              <a:buSzPts val="1800"/>
              <a:buChar char="●"/>
            </a:pPr>
            <a:r>
              <a:rPr lang="en"/>
              <a:t>Merge sort: Merge two sorted halves into one sorted whole.</a:t>
            </a:r>
            <a:endParaRPr/>
          </a:p>
          <a:p>
            <a:pPr marL="457200" lvl="0" indent="-342900" algn="l" rtl="0">
              <a:spcBef>
                <a:spcPts val="600"/>
              </a:spcBef>
              <a:spcAft>
                <a:spcPts val="0"/>
              </a:spcAft>
              <a:buSzPts val="1800"/>
              <a:buChar char="●"/>
            </a:pPr>
            <a:r>
              <a:rPr lang="en"/>
              <a:t>Insertion sort: Figure out where to insert the current item.</a:t>
            </a:r>
            <a:endParaRPr/>
          </a:p>
          <a:p>
            <a:pPr marL="0" lvl="0" indent="0" algn="l" rtl="0">
              <a:spcBef>
                <a:spcPts val="600"/>
              </a:spcBef>
              <a:spcAft>
                <a:spcPts val="0"/>
              </a:spcAft>
              <a:buNone/>
            </a:pPr>
            <a:endParaRPr/>
          </a:p>
          <a:p>
            <a:pPr marL="0" lvl="0" indent="0" algn="l" rtl="0">
              <a:spcBef>
                <a:spcPts val="600"/>
              </a:spcBef>
              <a:spcAft>
                <a:spcPts val="0"/>
              </a:spcAft>
              <a:buNone/>
            </a:pPr>
            <a:r>
              <a:rPr lang="en"/>
              <a:t>Quicksort:</a:t>
            </a:r>
            <a:endParaRPr/>
          </a:p>
          <a:p>
            <a:pPr marL="457200" lvl="0" indent="-342900" algn="l" rtl="0">
              <a:spcBef>
                <a:spcPts val="600"/>
              </a:spcBef>
              <a:spcAft>
                <a:spcPts val="0"/>
              </a:spcAft>
              <a:buSzPts val="1800"/>
              <a:buChar char="●"/>
            </a:pPr>
            <a:r>
              <a:rPr lang="en"/>
              <a:t>Much stranger core idea: Partitioning.</a:t>
            </a:r>
            <a:endParaRPr/>
          </a:p>
          <a:p>
            <a:pPr marL="457200" lvl="0" indent="-342900" algn="l" rtl="0">
              <a:spcBef>
                <a:spcPts val="0"/>
              </a:spcBef>
              <a:spcAft>
                <a:spcPts val="0"/>
              </a:spcAft>
              <a:buSzPts val="1800"/>
              <a:buChar char="●"/>
            </a:pPr>
            <a:r>
              <a:rPr lang="en"/>
              <a:t>Invented by Sir Tony Hoare in 1960, at the time a novice programmer.</a:t>
            </a:r>
            <a:endParaRPr/>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Shape 1255"/>
        <p:cNvGrpSpPr/>
        <p:nvPr/>
      </p:nvGrpSpPr>
      <p:grpSpPr>
        <a:xfrm>
          <a:off x="0" y="0"/>
          <a:ext cx="0" cy="0"/>
          <a:chOff x="0" y="0"/>
          <a:chExt cx="0" cy="0"/>
        </a:xfrm>
      </p:grpSpPr>
      <p:sp>
        <p:nvSpPr>
          <p:cNvPr id="1256" name="Google Shape;1256;p86"/>
          <p:cNvSpPr txBox="1">
            <a:spLocks noGrp="1"/>
          </p:cNvSpPr>
          <p:nvPr>
            <p:ph type="title"/>
          </p:nvPr>
        </p:nvSpPr>
        <p:spPr>
          <a:xfrm>
            <a:off x="0" y="0"/>
            <a:ext cx="8520600" cy="3936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Context for Quicksort’s Invention (</a:t>
            </a:r>
            <a:r>
              <a:rPr lang="en" u="sng">
                <a:solidFill>
                  <a:schemeClr val="hlink"/>
                </a:solidFill>
                <a:hlinkClick r:id="rId3"/>
              </a:rPr>
              <a:t>Source</a:t>
            </a:r>
            <a:r>
              <a:rPr lang="en"/>
              <a:t>)</a:t>
            </a:r>
            <a:endParaRPr/>
          </a:p>
        </p:txBody>
      </p:sp>
      <p:sp>
        <p:nvSpPr>
          <p:cNvPr id="1257" name="Google Shape;1257;p86"/>
          <p:cNvSpPr txBox="1">
            <a:spLocks noGrp="1"/>
          </p:cNvSpPr>
          <p:nvPr>
            <p:ph type="body" idx="1"/>
          </p:nvPr>
        </p:nvSpPr>
        <p:spPr>
          <a:xfrm>
            <a:off x="107044" y="402200"/>
            <a:ext cx="8520600" cy="3416400"/>
          </a:xfrm>
          <a:prstGeom prst="rect">
            <a:avLst/>
          </a:prstGeom>
        </p:spPr>
        <p:txBody>
          <a:bodyPr spcFirstLastPara="1" wrap="square" lIns="91425" tIns="91425" rIns="91425" bIns="91425" anchor="t" anchorCtr="0">
            <a:noAutofit/>
          </a:bodyPr>
          <a:lstStyle/>
          <a:p>
            <a:pPr marL="0" lvl="0" indent="0" algn="l" rtl="0">
              <a:spcBef>
                <a:spcPts val="600"/>
              </a:spcBef>
              <a:spcAft>
                <a:spcPts val="0"/>
              </a:spcAft>
              <a:buNone/>
            </a:pPr>
            <a:r>
              <a:rPr lang="en"/>
              <a:t>1960: Tony Hoare was working on a crude automated translation program for Russian and English. </a:t>
            </a:r>
            <a:br>
              <a:rPr lang="en"/>
            </a:br>
            <a:endParaRPr/>
          </a:p>
        </p:txBody>
      </p:sp>
      <p:graphicFrame>
        <p:nvGraphicFramePr>
          <p:cNvPr id="1258" name="Google Shape;1258;p86"/>
          <p:cNvGraphicFramePr/>
          <p:nvPr/>
        </p:nvGraphicFramePr>
        <p:xfrm>
          <a:off x="2096235" y="2213950"/>
          <a:ext cx="3000000" cy="3000000"/>
        </p:xfrm>
        <a:graphic>
          <a:graphicData uri="http://schemas.openxmlformats.org/drawingml/2006/table">
            <a:tbl>
              <a:tblPr>
                <a:noFill/>
                <a:tableStyleId>{C55F59F9-F03C-4897-888D-DC2DF699074A}</a:tableStyleId>
              </a:tblPr>
              <a:tblGrid>
                <a:gridCol w="1618250">
                  <a:extLst>
                    <a:ext uri="{9D8B030D-6E8A-4147-A177-3AD203B41FA5}">
                      <a16:colId xmlns:a16="http://schemas.microsoft.com/office/drawing/2014/main" val="20000"/>
                    </a:ext>
                  </a:extLst>
                </a:gridCol>
                <a:gridCol w="1618250">
                  <a:extLst>
                    <a:ext uri="{9D8B030D-6E8A-4147-A177-3AD203B41FA5}">
                      <a16:colId xmlns:a16="http://schemas.microsoft.com/office/drawing/2014/main" val="20001"/>
                    </a:ext>
                  </a:extLst>
                </a:gridCol>
              </a:tblGrid>
              <a:tr h="428775">
                <a:tc>
                  <a:txBody>
                    <a:bodyPr/>
                    <a:lstStyle/>
                    <a:p>
                      <a:pPr marL="0" lvl="0" indent="0" algn="ctr" rtl="0">
                        <a:spcBef>
                          <a:spcPts val="0"/>
                        </a:spcBef>
                        <a:spcAft>
                          <a:spcPts val="0"/>
                        </a:spcAft>
                        <a:buNone/>
                      </a:pPr>
                      <a:r>
                        <a:rPr lang="en">
                          <a:latin typeface="Roboto"/>
                          <a:ea typeface="Roboto"/>
                          <a:cs typeface="Roboto"/>
                          <a:sym typeface="Roboto"/>
                        </a:rPr>
                        <a:t>...</a:t>
                      </a:r>
                      <a:endParaRPr>
                        <a:latin typeface="Roboto"/>
                        <a:ea typeface="Roboto"/>
                        <a:cs typeface="Roboto"/>
                        <a:sym typeface="Roboto"/>
                      </a:endParaRPr>
                    </a:p>
                  </a:txBody>
                  <a:tcPr marL="91425" marR="91425" marT="91425" marB="91425" anchor="ctr"/>
                </a:tc>
                <a:tc>
                  <a:txBody>
                    <a:bodyPr/>
                    <a:lstStyle/>
                    <a:p>
                      <a:pPr marL="0" lvl="0" indent="0" algn="ctr" rtl="0">
                        <a:spcBef>
                          <a:spcPts val="0"/>
                        </a:spcBef>
                        <a:spcAft>
                          <a:spcPts val="0"/>
                        </a:spcAft>
                        <a:buNone/>
                      </a:pPr>
                      <a:r>
                        <a:rPr lang="en">
                          <a:latin typeface="Roboto"/>
                          <a:ea typeface="Roboto"/>
                          <a:cs typeface="Roboto"/>
                          <a:sym typeface="Roboto"/>
                        </a:rPr>
                        <a:t>...</a:t>
                      </a:r>
                      <a:endParaRPr>
                        <a:latin typeface="Roboto"/>
                        <a:ea typeface="Roboto"/>
                        <a:cs typeface="Roboto"/>
                        <a:sym typeface="Roboto"/>
                      </a:endParaRPr>
                    </a:p>
                  </a:txBody>
                  <a:tcPr marL="91425" marR="91425" marT="91425" marB="91425" anchor="ctr"/>
                </a:tc>
                <a:extLst>
                  <a:ext uri="{0D108BD9-81ED-4DB2-BD59-A6C34878D82A}">
                    <a16:rowId xmlns:a16="http://schemas.microsoft.com/office/drawing/2014/main" val="10000"/>
                  </a:ext>
                </a:extLst>
              </a:tr>
              <a:tr h="428775">
                <a:tc>
                  <a:txBody>
                    <a:bodyPr/>
                    <a:lstStyle/>
                    <a:p>
                      <a:pPr marL="0" lvl="0" indent="0" algn="ctr" rtl="0">
                        <a:spcBef>
                          <a:spcPts val="0"/>
                        </a:spcBef>
                        <a:spcAft>
                          <a:spcPts val="0"/>
                        </a:spcAft>
                        <a:buNone/>
                      </a:pPr>
                      <a:r>
                        <a:rPr lang="en">
                          <a:latin typeface="Roboto"/>
                          <a:ea typeface="Roboto"/>
                          <a:cs typeface="Roboto"/>
                          <a:sym typeface="Roboto"/>
                        </a:rPr>
                        <a:t>beautiful</a:t>
                      </a:r>
                      <a:endParaRPr>
                        <a:latin typeface="Roboto"/>
                        <a:ea typeface="Roboto"/>
                        <a:cs typeface="Roboto"/>
                        <a:sym typeface="Roboto"/>
                      </a:endParaRPr>
                    </a:p>
                  </a:txBody>
                  <a:tcPr marL="91425" marR="91425" marT="91425" marB="91425" anchor="ctr"/>
                </a:tc>
                <a:tc>
                  <a:txBody>
                    <a:bodyPr/>
                    <a:lstStyle/>
                    <a:p>
                      <a:pPr marL="0" lvl="0" indent="0" algn="ctr" rtl="0">
                        <a:spcBef>
                          <a:spcPts val="0"/>
                        </a:spcBef>
                        <a:spcAft>
                          <a:spcPts val="0"/>
                        </a:spcAft>
                        <a:buNone/>
                      </a:pPr>
                      <a:r>
                        <a:rPr lang="en">
                          <a:latin typeface="Roboto"/>
                          <a:ea typeface="Roboto"/>
                          <a:cs typeface="Roboto"/>
                          <a:sym typeface="Roboto"/>
                        </a:rPr>
                        <a:t>красивая </a:t>
                      </a:r>
                      <a:endParaRPr>
                        <a:latin typeface="Roboto"/>
                        <a:ea typeface="Roboto"/>
                        <a:cs typeface="Roboto"/>
                        <a:sym typeface="Roboto"/>
                      </a:endParaRPr>
                    </a:p>
                  </a:txBody>
                  <a:tcPr marL="91425" marR="91425" marT="91425" marB="91425" anchor="ctr"/>
                </a:tc>
                <a:extLst>
                  <a:ext uri="{0D108BD9-81ED-4DB2-BD59-A6C34878D82A}">
                    <a16:rowId xmlns:a16="http://schemas.microsoft.com/office/drawing/2014/main" val="10001"/>
                  </a:ext>
                </a:extLst>
              </a:tr>
              <a:tr h="428775">
                <a:tc>
                  <a:txBody>
                    <a:bodyPr/>
                    <a:lstStyle/>
                    <a:p>
                      <a:pPr marL="0" lvl="0" indent="0" algn="ctr" rtl="0">
                        <a:spcBef>
                          <a:spcPts val="0"/>
                        </a:spcBef>
                        <a:spcAft>
                          <a:spcPts val="0"/>
                        </a:spcAft>
                        <a:buNone/>
                      </a:pPr>
                      <a:r>
                        <a:rPr lang="en">
                          <a:latin typeface="Roboto"/>
                          <a:ea typeface="Roboto"/>
                          <a:cs typeface="Roboto"/>
                          <a:sym typeface="Roboto"/>
                        </a:rPr>
                        <a:t>...</a:t>
                      </a:r>
                      <a:endParaRPr>
                        <a:latin typeface="Roboto"/>
                        <a:ea typeface="Roboto"/>
                        <a:cs typeface="Roboto"/>
                        <a:sym typeface="Roboto"/>
                      </a:endParaRPr>
                    </a:p>
                  </a:txBody>
                  <a:tcPr marL="91425" marR="91425" marT="91425" marB="91425" anchor="ctr"/>
                </a:tc>
                <a:tc>
                  <a:txBody>
                    <a:bodyPr/>
                    <a:lstStyle/>
                    <a:p>
                      <a:pPr marL="0" lvl="0" indent="0" algn="ctr" rtl="0">
                        <a:spcBef>
                          <a:spcPts val="0"/>
                        </a:spcBef>
                        <a:spcAft>
                          <a:spcPts val="0"/>
                        </a:spcAft>
                        <a:buNone/>
                      </a:pPr>
                      <a:r>
                        <a:rPr lang="en">
                          <a:latin typeface="Roboto"/>
                          <a:ea typeface="Roboto"/>
                          <a:cs typeface="Roboto"/>
                          <a:sym typeface="Roboto"/>
                        </a:rPr>
                        <a:t>...</a:t>
                      </a:r>
                      <a:endParaRPr>
                        <a:latin typeface="Roboto"/>
                        <a:ea typeface="Roboto"/>
                        <a:cs typeface="Roboto"/>
                        <a:sym typeface="Roboto"/>
                      </a:endParaRPr>
                    </a:p>
                  </a:txBody>
                  <a:tcPr marL="91425" marR="91425" marT="91425" marB="91425" anchor="ctr"/>
                </a:tc>
                <a:extLst>
                  <a:ext uri="{0D108BD9-81ED-4DB2-BD59-A6C34878D82A}">
                    <a16:rowId xmlns:a16="http://schemas.microsoft.com/office/drawing/2014/main" val="10002"/>
                  </a:ext>
                </a:extLst>
              </a:tr>
              <a:tr h="428775">
                <a:tc>
                  <a:txBody>
                    <a:bodyPr/>
                    <a:lstStyle/>
                    <a:p>
                      <a:pPr marL="0" lvl="0" indent="0" algn="ctr" rtl="0">
                        <a:spcBef>
                          <a:spcPts val="0"/>
                        </a:spcBef>
                        <a:spcAft>
                          <a:spcPts val="0"/>
                        </a:spcAft>
                        <a:buNone/>
                      </a:pPr>
                      <a:r>
                        <a:rPr lang="en">
                          <a:latin typeface="Roboto"/>
                          <a:ea typeface="Roboto"/>
                          <a:cs typeface="Roboto"/>
                          <a:sym typeface="Roboto"/>
                        </a:rPr>
                        <a:t>cat</a:t>
                      </a:r>
                      <a:endParaRPr>
                        <a:latin typeface="Roboto"/>
                        <a:ea typeface="Roboto"/>
                        <a:cs typeface="Roboto"/>
                        <a:sym typeface="Roboto"/>
                      </a:endParaRPr>
                    </a:p>
                  </a:txBody>
                  <a:tcPr marL="91425" marR="91425" marT="91425" marB="91425" anchor="ctr"/>
                </a:tc>
                <a:tc>
                  <a:txBody>
                    <a:bodyPr/>
                    <a:lstStyle/>
                    <a:p>
                      <a:pPr marL="0" lvl="0" indent="0" algn="ctr" rtl="0">
                        <a:spcBef>
                          <a:spcPts val="0"/>
                        </a:spcBef>
                        <a:spcAft>
                          <a:spcPts val="0"/>
                        </a:spcAft>
                        <a:buNone/>
                      </a:pPr>
                      <a:r>
                        <a:rPr lang="en">
                          <a:solidFill>
                            <a:schemeClr val="dk1"/>
                          </a:solidFill>
                          <a:latin typeface="Roboto"/>
                          <a:ea typeface="Roboto"/>
                          <a:cs typeface="Roboto"/>
                          <a:sym typeface="Roboto"/>
                        </a:rPr>
                        <a:t>кошка</a:t>
                      </a:r>
                      <a:endParaRPr>
                        <a:latin typeface="Roboto"/>
                        <a:ea typeface="Roboto"/>
                        <a:cs typeface="Roboto"/>
                        <a:sym typeface="Roboto"/>
                      </a:endParaRPr>
                    </a:p>
                  </a:txBody>
                  <a:tcPr marL="91425" marR="91425" marT="91425" marB="91425" anchor="ctr"/>
                </a:tc>
                <a:extLst>
                  <a:ext uri="{0D108BD9-81ED-4DB2-BD59-A6C34878D82A}">
                    <a16:rowId xmlns:a16="http://schemas.microsoft.com/office/drawing/2014/main" val="10003"/>
                  </a:ext>
                </a:extLst>
              </a:tr>
              <a:tr h="428775">
                <a:tc>
                  <a:txBody>
                    <a:bodyPr/>
                    <a:lstStyle/>
                    <a:p>
                      <a:pPr marL="0" lvl="0" indent="0" algn="ctr" rtl="0">
                        <a:spcBef>
                          <a:spcPts val="0"/>
                        </a:spcBef>
                        <a:spcAft>
                          <a:spcPts val="0"/>
                        </a:spcAft>
                        <a:buNone/>
                      </a:pPr>
                      <a:r>
                        <a:rPr lang="en">
                          <a:latin typeface="Roboto"/>
                          <a:ea typeface="Roboto"/>
                          <a:cs typeface="Roboto"/>
                          <a:sym typeface="Roboto"/>
                        </a:rPr>
                        <a:t>...</a:t>
                      </a:r>
                      <a:endParaRPr>
                        <a:latin typeface="Roboto"/>
                        <a:ea typeface="Roboto"/>
                        <a:cs typeface="Roboto"/>
                        <a:sym typeface="Roboto"/>
                      </a:endParaRPr>
                    </a:p>
                  </a:txBody>
                  <a:tcPr marL="91425" marR="91425" marT="91425" marB="91425" anchor="ctr"/>
                </a:tc>
                <a:tc>
                  <a:txBody>
                    <a:bodyPr/>
                    <a:lstStyle/>
                    <a:p>
                      <a:pPr marL="0" lvl="0" indent="0" algn="ctr" rtl="0">
                        <a:spcBef>
                          <a:spcPts val="0"/>
                        </a:spcBef>
                        <a:spcAft>
                          <a:spcPts val="0"/>
                        </a:spcAft>
                        <a:buNone/>
                      </a:pPr>
                      <a:r>
                        <a:rPr lang="en">
                          <a:latin typeface="Roboto"/>
                          <a:ea typeface="Roboto"/>
                          <a:cs typeface="Roboto"/>
                          <a:sym typeface="Roboto"/>
                        </a:rPr>
                        <a:t>...</a:t>
                      </a:r>
                      <a:endParaRPr>
                        <a:latin typeface="Roboto"/>
                        <a:ea typeface="Roboto"/>
                        <a:cs typeface="Roboto"/>
                        <a:sym typeface="Roboto"/>
                      </a:endParaRPr>
                    </a:p>
                  </a:txBody>
                  <a:tcPr marL="91425" marR="91425" marT="91425" marB="91425" anchor="ctr"/>
                </a:tc>
                <a:extLst>
                  <a:ext uri="{0D108BD9-81ED-4DB2-BD59-A6C34878D82A}">
                    <a16:rowId xmlns:a16="http://schemas.microsoft.com/office/drawing/2014/main" val="10004"/>
                  </a:ext>
                </a:extLst>
              </a:tr>
            </a:tbl>
          </a:graphicData>
        </a:graphic>
      </p:graphicFrame>
      <p:sp>
        <p:nvSpPr>
          <p:cNvPr id="1259" name="Google Shape;1259;p86"/>
          <p:cNvSpPr txBox="1"/>
          <p:nvPr/>
        </p:nvSpPr>
        <p:spPr>
          <a:xfrm>
            <a:off x="228600" y="1371600"/>
            <a:ext cx="3610500" cy="665700"/>
          </a:xfrm>
          <a:prstGeom prst="rect">
            <a:avLst/>
          </a:prstGeom>
          <a:noFill/>
          <a:ln w="9525" cap="flat" cmpd="sng">
            <a:solidFill>
              <a:srgbClr val="000000"/>
            </a:solidFill>
            <a:prstDash val="solid"/>
            <a:round/>
            <a:headEnd type="none" w="sm" len="sm"/>
            <a:tailEnd type="none" w="sm" len="sm"/>
          </a:ln>
        </p:spPr>
        <p:txBody>
          <a:bodyPr spcFirstLastPara="1" wrap="square" lIns="91425" tIns="91425" rIns="91425" bIns="91425" anchor="t" anchorCtr="0">
            <a:noAutofit/>
          </a:bodyPr>
          <a:lstStyle/>
          <a:p>
            <a:pPr marL="0" lvl="0" indent="0" algn="ctr" rtl="0">
              <a:spcBef>
                <a:spcPts val="600"/>
              </a:spcBef>
              <a:spcAft>
                <a:spcPts val="0"/>
              </a:spcAft>
              <a:buNone/>
            </a:pPr>
            <a:r>
              <a:rPr lang="en" sz="1800">
                <a:solidFill>
                  <a:schemeClr val="dk1"/>
                </a:solidFill>
                <a:latin typeface="Roboto"/>
                <a:ea typeface="Roboto"/>
                <a:cs typeface="Roboto"/>
                <a:sym typeface="Roboto"/>
              </a:rPr>
              <a:t>“The cat wore a beautiful hat.”</a:t>
            </a:r>
            <a:endParaRPr sz="1200">
              <a:latin typeface="Roboto"/>
              <a:ea typeface="Roboto"/>
              <a:cs typeface="Roboto"/>
              <a:sym typeface="Roboto"/>
            </a:endParaRPr>
          </a:p>
        </p:txBody>
      </p:sp>
      <p:sp>
        <p:nvSpPr>
          <p:cNvPr id="1260" name="Google Shape;1260;p86"/>
          <p:cNvSpPr txBox="1"/>
          <p:nvPr/>
        </p:nvSpPr>
        <p:spPr>
          <a:xfrm>
            <a:off x="2123156" y="3295154"/>
            <a:ext cx="323700" cy="4110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endParaRPr/>
          </a:p>
        </p:txBody>
      </p:sp>
      <p:cxnSp>
        <p:nvCxnSpPr>
          <p:cNvPr id="1261" name="Google Shape;1261;p86"/>
          <p:cNvCxnSpPr>
            <a:stCxn id="1262" idx="2"/>
            <a:endCxn id="1260" idx="1"/>
          </p:cNvCxnSpPr>
          <p:nvPr/>
        </p:nvCxnSpPr>
        <p:spPr>
          <a:xfrm rot="-5400000" flipH="1">
            <a:off x="1033525" y="2411151"/>
            <a:ext cx="1463400" cy="715800"/>
          </a:xfrm>
          <a:prstGeom prst="bentConnector2">
            <a:avLst/>
          </a:prstGeom>
          <a:noFill/>
          <a:ln w="19050" cap="flat" cmpd="sng">
            <a:solidFill>
              <a:schemeClr val="dk2"/>
            </a:solidFill>
            <a:prstDash val="solid"/>
            <a:round/>
            <a:headEnd type="none" w="med" len="med"/>
            <a:tailEnd type="triangle" w="med" len="med"/>
          </a:ln>
        </p:spPr>
      </p:cxnSp>
      <p:sp>
        <p:nvSpPr>
          <p:cNvPr id="1263" name="Google Shape;1263;p86"/>
          <p:cNvSpPr txBox="1"/>
          <p:nvPr/>
        </p:nvSpPr>
        <p:spPr>
          <a:xfrm>
            <a:off x="5009035" y="3357400"/>
            <a:ext cx="323700" cy="2865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264" name="Google Shape;1264;p86"/>
          <p:cNvSpPr txBox="1"/>
          <p:nvPr/>
        </p:nvSpPr>
        <p:spPr>
          <a:xfrm>
            <a:off x="2501210" y="4328825"/>
            <a:ext cx="2565600" cy="4110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a:latin typeface="Roboto"/>
                <a:ea typeface="Roboto"/>
                <a:cs typeface="Roboto"/>
                <a:sym typeface="Roboto"/>
              </a:rPr>
              <a:t>Dictionary of D english words</a:t>
            </a:r>
            <a:endParaRPr>
              <a:latin typeface="Roboto"/>
              <a:ea typeface="Roboto"/>
              <a:cs typeface="Roboto"/>
              <a:sym typeface="Roboto"/>
            </a:endParaRPr>
          </a:p>
        </p:txBody>
      </p:sp>
      <p:sp>
        <p:nvSpPr>
          <p:cNvPr id="1265" name="Google Shape;1265;p86"/>
          <p:cNvSpPr txBox="1"/>
          <p:nvPr/>
        </p:nvSpPr>
        <p:spPr>
          <a:xfrm>
            <a:off x="243000" y="2037300"/>
            <a:ext cx="877800" cy="4110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a:t>N words</a:t>
            </a:r>
            <a:endParaRPr/>
          </a:p>
        </p:txBody>
      </p:sp>
      <p:pic>
        <p:nvPicPr>
          <p:cNvPr id="1266" name="Google Shape;1266;p86"/>
          <p:cNvPicPr preferRelativeResize="0"/>
          <p:nvPr/>
        </p:nvPicPr>
        <p:blipFill>
          <a:blip r:embed="rId4">
            <a:alphaModFix/>
          </a:blip>
          <a:stretch>
            <a:fillRect/>
          </a:stretch>
        </p:blipFill>
        <p:spPr>
          <a:xfrm>
            <a:off x="147355" y="3618995"/>
            <a:ext cx="1858495" cy="1392075"/>
          </a:xfrm>
          <a:prstGeom prst="rect">
            <a:avLst/>
          </a:prstGeom>
          <a:noFill/>
          <a:ln>
            <a:noFill/>
          </a:ln>
        </p:spPr>
      </p:pic>
      <p:grpSp>
        <p:nvGrpSpPr>
          <p:cNvPr id="1267" name="Google Shape;1267;p86"/>
          <p:cNvGrpSpPr/>
          <p:nvPr/>
        </p:nvGrpSpPr>
        <p:grpSpPr>
          <a:xfrm>
            <a:off x="5332735" y="3500650"/>
            <a:ext cx="3130975" cy="1449912"/>
            <a:chOff x="5332735" y="3500650"/>
            <a:chExt cx="3130975" cy="1449912"/>
          </a:xfrm>
        </p:grpSpPr>
        <p:sp>
          <p:nvSpPr>
            <p:cNvPr id="1268" name="Google Shape;1268;p86"/>
            <p:cNvSpPr txBox="1"/>
            <p:nvPr/>
          </p:nvSpPr>
          <p:spPr>
            <a:xfrm>
              <a:off x="6179510" y="3929062"/>
              <a:ext cx="2284200" cy="1021500"/>
            </a:xfrm>
            <a:prstGeom prst="rect">
              <a:avLst/>
            </a:prstGeom>
            <a:noFill/>
            <a:ln w="9525" cap="flat" cmpd="sng">
              <a:solidFill>
                <a:srgbClr val="000000"/>
              </a:solidFill>
              <a:prstDash val="solid"/>
              <a:round/>
              <a:headEnd type="none" w="sm" len="sm"/>
              <a:tailEnd type="none" w="sm" len="sm"/>
            </a:ln>
          </p:spPr>
          <p:txBody>
            <a:bodyPr spcFirstLastPara="1" wrap="square" lIns="91425" tIns="91425" rIns="91425" bIns="91425" anchor="t" anchorCtr="0">
              <a:noAutofit/>
            </a:bodyPr>
            <a:lstStyle/>
            <a:p>
              <a:pPr marL="0" lvl="0" indent="0" algn="l" rtl="0">
                <a:spcBef>
                  <a:spcPts val="600"/>
                </a:spcBef>
                <a:spcAft>
                  <a:spcPts val="0"/>
                </a:spcAft>
                <a:buNone/>
              </a:pPr>
              <a:r>
                <a:rPr lang="en" sz="1800">
                  <a:solidFill>
                    <a:schemeClr val="dk1"/>
                  </a:solidFill>
                  <a:latin typeface="Roboto"/>
                  <a:ea typeface="Roboto"/>
                  <a:cs typeface="Roboto"/>
                  <a:sym typeface="Roboto"/>
                </a:rPr>
                <a:t>“Кошка носил  красивая шапка.”</a:t>
              </a:r>
              <a:endParaRPr sz="1200">
                <a:latin typeface="Roboto"/>
                <a:ea typeface="Roboto"/>
                <a:cs typeface="Roboto"/>
                <a:sym typeface="Roboto"/>
              </a:endParaRPr>
            </a:p>
          </p:txBody>
        </p:sp>
        <p:cxnSp>
          <p:nvCxnSpPr>
            <p:cNvPr id="1269" name="Google Shape;1269;p86"/>
            <p:cNvCxnSpPr>
              <a:stCxn id="1263" idx="3"/>
              <a:endCxn id="1268" idx="1"/>
            </p:cNvCxnSpPr>
            <p:nvPr/>
          </p:nvCxnSpPr>
          <p:spPr>
            <a:xfrm>
              <a:off x="5332735" y="3500650"/>
              <a:ext cx="846900" cy="939300"/>
            </a:xfrm>
            <a:prstGeom prst="bentConnector3">
              <a:avLst>
                <a:gd name="adj1" fmla="val 49993"/>
              </a:avLst>
            </a:prstGeom>
            <a:noFill/>
            <a:ln w="19050" cap="flat" cmpd="sng">
              <a:solidFill>
                <a:schemeClr val="dk2"/>
              </a:solidFill>
              <a:prstDash val="solid"/>
              <a:round/>
              <a:headEnd type="none" w="med" len="med"/>
              <a:tailEnd type="triangle" w="med" len="med"/>
            </a:ln>
          </p:spPr>
        </p:cxnSp>
      </p:grpSp>
      <p:sp>
        <p:nvSpPr>
          <p:cNvPr id="1270" name="Google Shape;1270;p86"/>
          <p:cNvSpPr txBox="1"/>
          <p:nvPr/>
        </p:nvSpPr>
        <p:spPr>
          <a:xfrm>
            <a:off x="5157610" y="1104267"/>
            <a:ext cx="2721600" cy="665700"/>
          </a:xfrm>
          <a:prstGeom prst="rect">
            <a:avLst/>
          </a:prstGeom>
          <a:noFill/>
          <a:ln>
            <a:noFill/>
          </a:ln>
        </p:spPr>
        <p:txBody>
          <a:bodyPr spcFirstLastPara="1" wrap="square" lIns="91425" tIns="91425" rIns="91425" bIns="91425" anchor="ctr" anchorCtr="0">
            <a:noAutofit/>
          </a:bodyPr>
          <a:lstStyle/>
          <a:p>
            <a:pPr marL="0" lvl="0" indent="0" algn="l" rtl="0">
              <a:spcBef>
                <a:spcPts val="600"/>
              </a:spcBef>
              <a:spcAft>
                <a:spcPts val="0"/>
              </a:spcAft>
              <a:buNone/>
            </a:pPr>
            <a:r>
              <a:rPr lang="en" sz="2000">
                <a:solidFill>
                  <a:schemeClr val="dk1"/>
                </a:solidFill>
                <a:latin typeface="Calibri"/>
                <a:ea typeface="Calibri"/>
                <a:cs typeface="Calibri"/>
                <a:sym typeface="Calibri"/>
              </a:rPr>
              <a:t>How would you do this?</a:t>
            </a:r>
            <a:endParaRPr/>
          </a:p>
        </p:txBody>
      </p:sp>
      <p:sp>
        <p:nvSpPr>
          <p:cNvPr id="1271" name="Google Shape;1271;p86"/>
          <p:cNvSpPr txBox="1">
            <a:spLocks noGrp="1"/>
          </p:cNvSpPr>
          <p:nvPr>
            <p:ph type="body" idx="1"/>
          </p:nvPr>
        </p:nvSpPr>
        <p:spPr>
          <a:xfrm>
            <a:off x="5387735" y="1496050"/>
            <a:ext cx="3711900" cy="1575600"/>
          </a:xfrm>
          <a:prstGeom prst="rect">
            <a:avLst/>
          </a:prstGeom>
        </p:spPr>
        <p:txBody>
          <a:bodyPr spcFirstLastPara="1" wrap="square" lIns="91425" tIns="91425" rIns="91425" bIns="91425" anchor="t" anchorCtr="0">
            <a:noAutofit/>
          </a:bodyPr>
          <a:lstStyle/>
          <a:p>
            <a:pPr marL="457200" lvl="0" indent="-342900" algn="l" rtl="0">
              <a:spcBef>
                <a:spcPts val="600"/>
              </a:spcBef>
              <a:spcAft>
                <a:spcPts val="0"/>
              </a:spcAft>
              <a:buSzPts val="1800"/>
              <a:buChar char="●"/>
            </a:pPr>
            <a:r>
              <a:rPr lang="en"/>
              <a:t>Binary search for each word.</a:t>
            </a:r>
            <a:endParaRPr/>
          </a:p>
          <a:p>
            <a:pPr marL="914400" lvl="1" indent="-342900" algn="l" rtl="0">
              <a:spcBef>
                <a:spcPts val="0"/>
              </a:spcBef>
              <a:spcAft>
                <a:spcPts val="0"/>
              </a:spcAft>
              <a:buSzPts val="1800"/>
              <a:buChar char="○"/>
            </a:pPr>
            <a:r>
              <a:rPr lang="en"/>
              <a:t>Find “the” in log D time.</a:t>
            </a:r>
            <a:endParaRPr/>
          </a:p>
          <a:p>
            <a:pPr marL="914400" lvl="1" indent="-342900" algn="l" rtl="0">
              <a:spcBef>
                <a:spcPts val="0"/>
              </a:spcBef>
              <a:spcAft>
                <a:spcPts val="0"/>
              </a:spcAft>
              <a:buSzPts val="1800"/>
              <a:buChar char="○"/>
            </a:pPr>
            <a:r>
              <a:rPr lang="en"/>
              <a:t>Find “cat” in log D time...</a:t>
            </a:r>
            <a:endParaRPr/>
          </a:p>
          <a:p>
            <a:pPr marL="457200" lvl="0" indent="-342900" algn="l" rtl="0">
              <a:spcBef>
                <a:spcPts val="0"/>
              </a:spcBef>
              <a:spcAft>
                <a:spcPts val="0"/>
              </a:spcAft>
              <a:buSzPts val="1800"/>
              <a:buChar char="●"/>
            </a:pPr>
            <a:r>
              <a:rPr lang="en"/>
              <a:t>Total time: N log D</a:t>
            </a:r>
            <a:endParaRPr/>
          </a:p>
          <a:p>
            <a:pPr marL="0" lvl="0" indent="0" algn="l" rtl="0">
              <a:spcBef>
                <a:spcPts val="600"/>
              </a:spcBef>
              <a:spcAft>
                <a:spcPts val="0"/>
              </a:spcAft>
              <a:buNone/>
            </a:pPr>
            <a:endParaRPr/>
          </a:p>
        </p:txBody>
      </p:sp>
      <p:sp>
        <p:nvSpPr>
          <p:cNvPr id="1262" name="Google Shape;1262;p86"/>
          <p:cNvSpPr txBox="1"/>
          <p:nvPr/>
        </p:nvSpPr>
        <p:spPr>
          <a:xfrm>
            <a:off x="1245475" y="1750851"/>
            <a:ext cx="323700" cy="2865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266"/>
                                        </p:tgtEl>
                                        <p:attrNameLst>
                                          <p:attrName>style.visibility</p:attrName>
                                        </p:attrNameLst>
                                      </p:cBhvr>
                                      <p:to>
                                        <p:strVal val="visible"/>
                                      </p:to>
                                    </p:set>
                                    <p:animEffect transition="in" filter="fade">
                                      <p:cBhvr>
                                        <p:cTn id="7" dur="1"/>
                                        <p:tgtEl>
                                          <p:spTgt spid="1266"/>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258"/>
                                        </p:tgtEl>
                                        <p:attrNameLst>
                                          <p:attrName>style.visibility</p:attrName>
                                        </p:attrNameLst>
                                      </p:cBhvr>
                                      <p:to>
                                        <p:strVal val="visible"/>
                                      </p:to>
                                    </p:set>
                                    <p:animEffect transition="in" filter="fade">
                                      <p:cBhvr>
                                        <p:cTn id="12" dur="1"/>
                                        <p:tgtEl>
                                          <p:spTgt spid="1258"/>
                                        </p:tgtEl>
                                      </p:cBhvr>
                                    </p:animEffect>
                                  </p:childTnLst>
                                </p:cTn>
                              </p:par>
                              <p:par>
                                <p:cTn id="13" presetID="10" presetClass="entr" presetSubtype="0" fill="hold" nodeType="withEffect">
                                  <p:stCondLst>
                                    <p:cond delay="0"/>
                                  </p:stCondLst>
                                  <p:childTnLst>
                                    <p:set>
                                      <p:cBhvr>
                                        <p:cTn id="14" dur="1" fill="hold">
                                          <p:stCondLst>
                                            <p:cond delay="0"/>
                                          </p:stCondLst>
                                        </p:cTn>
                                        <p:tgtEl>
                                          <p:spTgt spid="1261"/>
                                        </p:tgtEl>
                                        <p:attrNameLst>
                                          <p:attrName>style.visibility</p:attrName>
                                        </p:attrNameLst>
                                      </p:cBhvr>
                                      <p:to>
                                        <p:strVal val="visible"/>
                                      </p:to>
                                    </p:set>
                                    <p:animEffect transition="in" filter="fade">
                                      <p:cBhvr>
                                        <p:cTn id="15" dur="1"/>
                                        <p:tgtEl>
                                          <p:spTgt spid="1261"/>
                                        </p:tgtEl>
                                      </p:cBhvr>
                                    </p:animEffect>
                                  </p:childTnLst>
                                </p:cTn>
                              </p:par>
                              <p:par>
                                <p:cTn id="16" presetID="10" presetClass="entr" presetSubtype="0" fill="hold" nodeType="withEffect">
                                  <p:stCondLst>
                                    <p:cond delay="0"/>
                                  </p:stCondLst>
                                  <p:childTnLst>
                                    <p:set>
                                      <p:cBhvr>
                                        <p:cTn id="17" dur="1" fill="hold">
                                          <p:stCondLst>
                                            <p:cond delay="0"/>
                                          </p:stCondLst>
                                        </p:cTn>
                                        <p:tgtEl>
                                          <p:spTgt spid="1264"/>
                                        </p:tgtEl>
                                        <p:attrNameLst>
                                          <p:attrName>style.visibility</p:attrName>
                                        </p:attrNameLst>
                                      </p:cBhvr>
                                      <p:to>
                                        <p:strVal val="visible"/>
                                      </p:to>
                                    </p:set>
                                    <p:animEffect transition="in" filter="fade">
                                      <p:cBhvr>
                                        <p:cTn id="18" dur="1"/>
                                        <p:tgtEl>
                                          <p:spTgt spid="1264"/>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nodeType="clickEffect">
                                  <p:stCondLst>
                                    <p:cond delay="0"/>
                                  </p:stCondLst>
                                  <p:childTnLst>
                                    <p:set>
                                      <p:cBhvr>
                                        <p:cTn id="22" dur="1" fill="hold">
                                          <p:stCondLst>
                                            <p:cond delay="0"/>
                                          </p:stCondLst>
                                        </p:cTn>
                                        <p:tgtEl>
                                          <p:spTgt spid="1267"/>
                                        </p:tgtEl>
                                        <p:attrNameLst>
                                          <p:attrName>style.visibility</p:attrName>
                                        </p:attrNameLst>
                                      </p:cBhvr>
                                      <p:to>
                                        <p:strVal val="visible"/>
                                      </p:to>
                                    </p:set>
                                    <p:animEffect transition="in" filter="fade">
                                      <p:cBhvr>
                                        <p:cTn id="23" dur="1"/>
                                        <p:tgtEl>
                                          <p:spTgt spid="1267"/>
                                        </p:tgtEl>
                                      </p:cBhvr>
                                    </p:animEffect>
                                  </p:childTnLst>
                                </p:cTn>
                              </p:par>
                            </p:childTnLst>
                          </p:cTn>
                        </p:par>
                      </p:childTnLst>
                    </p:cTn>
                  </p:par>
                  <p:par>
                    <p:cTn id="24" fill="hold">
                      <p:stCondLst>
                        <p:cond delay="indefinite"/>
                      </p:stCondLst>
                      <p:childTnLst>
                        <p:par>
                          <p:cTn id="25" fill="hold">
                            <p:stCondLst>
                              <p:cond delay="0"/>
                            </p:stCondLst>
                            <p:childTnLst>
                              <p:par>
                                <p:cTn id="26" presetID="10" presetClass="entr" presetSubtype="0" fill="hold" nodeType="clickEffect">
                                  <p:stCondLst>
                                    <p:cond delay="0"/>
                                  </p:stCondLst>
                                  <p:childTnLst>
                                    <p:set>
                                      <p:cBhvr>
                                        <p:cTn id="27" dur="1" fill="hold">
                                          <p:stCondLst>
                                            <p:cond delay="0"/>
                                          </p:stCondLst>
                                        </p:cTn>
                                        <p:tgtEl>
                                          <p:spTgt spid="1270"/>
                                        </p:tgtEl>
                                        <p:attrNameLst>
                                          <p:attrName>style.visibility</p:attrName>
                                        </p:attrNameLst>
                                      </p:cBhvr>
                                      <p:to>
                                        <p:strVal val="visible"/>
                                      </p:to>
                                    </p:set>
                                    <p:animEffect transition="in" filter="fade">
                                      <p:cBhvr>
                                        <p:cTn id="28" dur="1"/>
                                        <p:tgtEl>
                                          <p:spTgt spid="1270"/>
                                        </p:tgtEl>
                                      </p:cBhvr>
                                    </p:animEffect>
                                  </p:childTnLst>
                                </p:cTn>
                              </p:par>
                            </p:childTnLst>
                          </p:cTn>
                        </p:par>
                      </p:childTnLst>
                    </p:cTn>
                  </p:par>
                  <p:par>
                    <p:cTn id="29" fill="hold">
                      <p:stCondLst>
                        <p:cond delay="indefinite"/>
                      </p:stCondLst>
                      <p:childTnLst>
                        <p:par>
                          <p:cTn id="30" fill="hold">
                            <p:stCondLst>
                              <p:cond delay="0"/>
                            </p:stCondLst>
                            <p:childTnLst>
                              <p:par>
                                <p:cTn id="31" presetID="10" presetClass="entr" presetSubtype="0" fill="hold" nodeType="clickEffect">
                                  <p:stCondLst>
                                    <p:cond delay="0"/>
                                  </p:stCondLst>
                                  <p:childTnLst>
                                    <p:set>
                                      <p:cBhvr>
                                        <p:cTn id="32" dur="1" fill="hold">
                                          <p:stCondLst>
                                            <p:cond delay="0"/>
                                          </p:stCondLst>
                                        </p:cTn>
                                        <p:tgtEl>
                                          <p:spTgt spid="1271"/>
                                        </p:tgtEl>
                                        <p:attrNameLst>
                                          <p:attrName>style.visibility</p:attrName>
                                        </p:attrNameLst>
                                      </p:cBhvr>
                                      <p:to>
                                        <p:strVal val="visible"/>
                                      </p:to>
                                    </p:set>
                                    <p:animEffect transition="in" filter="fade">
                                      <p:cBhvr>
                                        <p:cTn id="33" dur="1"/>
                                        <p:tgtEl>
                                          <p:spTgt spid="127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Shape 1275"/>
        <p:cNvGrpSpPr/>
        <p:nvPr/>
      </p:nvGrpSpPr>
      <p:grpSpPr>
        <a:xfrm>
          <a:off x="0" y="0"/>
          <a:ext cx="0" cy="0"/>
          <a:chOff x="0" y="0"/>
          <a:chExt cx="0" cy="0"/>
        </a:xfrm>
      </p:grpSpPr>
      <p:sp>
        <p:nvSpPr>
          <p:cNvPr id="1276" name="Google Shape;1276;p87"/>
          <p:cNvSpPr txBox="1">
            <a:spLocks noGrp="1"/>
          </p:cNvSpPr>
          <p:nvPr>
            <p:ph type="title"/>
          </p:nvPr>
        </p:nvSpPr>
        <p:spPr>
          <a:xfrm>
            <a:off x="0" y="0"/>
            <a:ext cx="8520600" cy="3936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Context for Quicksort’s Invention (</a:t>
            </a:r>
            <a:r>
              <a:rPr lang="en" u="sng">
                <a:solidFill>
                  <a:schemeClr val="hlink"/>
                </a:solidFill>
                <a:hlinkClick r:id="rId3"/>
              </a:rPr>
              <a:t>Source</a:t>
            </a:r>
            <a:r>
              <a:rPr lang="en"/>
              <a:t>)</a:t>
            </a:r>
            <a:endParaRPr/>
          </a:p>
        </p:txBody>
      </p:sp>
      <p:sp>
        <p:nvSpPr>
          <p:cNvPr id="1277" name="Google Shape;1277;p87"/>
          <p:cNvSpPr txBox="1">
            <a:spLocks noGrp="1"/>
          </p:cNvSpPr>
          <p:nvPr>
            <p:ph type="body" idx="1"/>
          </p:nvPr>
        </p:nvSpPr>
        <p:spPr>
          <a:xfrm>
            <a:off x="90600" y="3124650"/>
            <a:ext cx="9018000" cy="1942800"/>
          </a:xfrm>
          <a:prstGeom prst="rect">
            <a:avLst/>
          </a:prstGeom>
        </p:spPr>
        <p:txBody>
          <a:bodyPr spcFirstLastPara="1" wrap="square" lIns="91425" tIns="91425" rIns="91425" bIns="91425" anchor="t" anchorCtr="0">
            <a:noAutofit/>
          </a:bodyPr>
          <a:lstStyle/>
          <a:p>
            <a:pPr marL="0" lvl="0" indent="0" algn="l" rtl="0">
              <a:spcBef>
                <a:spcPts val="600"/>
              </a:spcBef>
              <a:spcAft>
                <a:spcPts val="0"/>
              </a:spcAft>
              <a:buNone/>
            </a:pPr>
            <a:r>
              <a:rPr lang="en"/>
              <a:t>Limitation at the time:</a:t>
            </a:r>
            <a:endParaRPr/>
          </a:p>
          <a:p>
            <a:pPr marL="457200" lvl="0" indent="-342900" algn="l" rtl="0">
              <a:spcBef>
                <a:spcPts val="600"/>
              </a:spcBef>
              <a:spcAft>
                <a:spcPts val="0"/>
              </a:spcAft>
              <a:buSzPts val="1800"/>
              <a:buChar char="●"/>
            </a:pPr>
            <a:r>
              <a:rPr lang="en"/>
              <a:t>Dictionary stored on long piece of tape, sentence is an array in RAM.</a:t>
            </a:r>
            <a:endParaRPr/>
          </a:p>
          <a:p>
            <a:pPr marL="914400" lvl="1" indent="-342900" algn="l" rtl="0">
              <a:spcBef>
                <a:spcPts val="0"/>
              </a:spcBef>
              <a:spcAft>
                <a:spcPts val="0"/>
              </a:spcAft>
              <a:buSzPts val="1800"/>
              <a:buChar char="○"/>
            </a:pPr>
            <a:r>
              <a:rPr lang="en"/>
              <a:t>Binary search of tape is not log time (requires physical movement!).</a:t>
            </a:r>
            <a:endParaRPr/>
          </a:p>
          <a:p>
            <a:pPr marL="457200" lvl="0" indent="-342900" algn="l" rtl="0">
              <a:spcBef>
                <a:spcPts val="0"/>
              </a:spcBef>
              <a:spcAft>
                <a:spcPts val="0"/>
              </a:spcAft>
              <a:buSzPts val="1800"/>
              <a:buChar char="●"/>
            </a:pPr>
            <a:r>
              <a:rPr lang="en"/>
              <a:t>Better: </a:t>
            </a:r>
            <a:r>
              <a:rPr lang="en" b="1"/>
              <a:t>Sort the sentence</a:t>
            </a:r>
            <a:r>
              <a:rPr lang="en"/>
              <a:t> and scan dictionary tape once. Takes N log N + D time.</a:t>
            </a:r>
            <a:endParaRPr/>
          </a:p>
          <a:p>
            <a:pPr marL="914400" lvl="1" indent="-342900" algn="l" rtl="0">
              <a:spcBef>
                <a:spcPts val="0"/>
              </a:spcBef>
              <a:spcAft>
                <a:spcPts val="0"/>
              </a:spcAft>
              <a:buSzPts val="1800"/>
              <a:buChar char="○"/>
            </a:pPr>
            <a:r>
              <a:rPr lang="en"/>
              <a:t>But Tony had to figure out how to sort an array (without Google!)...</a:t>
            </a:r>
            <a:br>
              <a:rPr lang="en"/>
            </a:br>
            <a:endParaRPr/>
          </a:p>
        </p:txBody>
      </p:sp>
      <p:sp>
        <p:nvSpPr>
          <p:cNvPr id="1278" name="Google Shape;1278;p87"/>
          <p:cNvSpPr txBox="1">
            <a:spLocks noGrp="1"/>
          </p:cNvSpPr>
          <p:nvPr>
            <p:ph type="body" idx="1"/>
          </p:nvPr>
        </p:nvSpPr>
        <p:spPr>
          <a:xfrm>
            <a:off x="90600" y="404100"/>
            <a:ext cx="8443800" cy="2888100"/>
          </a:xfrm>
          <a:prstGeom prst="rect">
            <a:avLst/>
          </a:prstGeom>
        </p:spPr>
        <p:txBody>
          <a:bodyPr spcFirstLastPara="1" wrap="square" lIns="91425" tIns="91425" rIns="91425" bIns="91425" anchor="t" anchorCtr="0">
            <a:noAutofit/>
          </a:bodyPr>
          <a:lstStyle/>
          <a:p>
            <a:pPr marL="0" lvl="0" indent="0" algn="l" rtl="0">
              <a:spcBef>
                <a:spcPts val="600"/>
              </a:spcBef>
              <a:spcAft>
                <a:spcPts val="0"/>
              </a:spcAft>
              <a:buNone/>
            </a:pPr>
            <a:r>
              <a:rPr lang="en"/>
              <a:t>1960: Tony Hoare was working on a crude automated translation program for Russian and English. </a:t>
            </a:r>
            <a:endParaRPr/>
          </a:p>
          <a:p>
            <a:pPr marL="0" lvl="0" indent="0" algn="l" rtl="0">
              <a:spcBef>
                <a:spcPts val="600"/>
              </a:spcBef>
              <a:spcAft>
                <a:spcPts val="0"/>
              </a:spcAft>
              <a:buNone/>
            </a:pPr>
            <a:endParaRPr/>
          </a:p>
          <a:p>
            <a:pPr marL="0" lvl="0" indent="0" algn="l" rtl="0">
              <a:spcBef>
                <a:spcPts val="600"/>
              </a:spcBef>
              <a:spcAft>
                <a:spcPts val="0"/>
              </a:spcAft>
              <a:buNone/>
            </a:pPr>
            <a:r>
              <a:rPr lang="en"/>
              <a:t>Algorithm: N binary searches of D length dictionary.</a:t>
            </a:r>
            <a:endParaRPr/>
          </a:p>
          <a:p>
            <a:pPr marL="457200" lvl="0" indent="-342900" algn="l" rtl="0">
              <a:spcBef>
                <a:spcPts val="600"/>
              </a:spcBef>
              <a:spcAft>
                <a:spcPts val="0"/>
              </a:spcAft>
              <a:buSzPts val="1800"/>
              <a:buChar char="●"/>
            </a:pPr>
            <a:r>
              <a:rPr lang="en"/>
              <a:t>Total runtime: N log D</a:t>
            </a:r>
            <a:endParaRPr/>
          </a:p>
          <a:p>
            <a:pPr marL="457200" lvl="0" indent="-342900" algn="l" rtl="0">
              <a:spcBef>
                <a:spcPts val="600"/>
              </a:spcBef>
              <a:spcAft>
                <a:spcPts val="0"/>
              </a:spcAft>
              <a:buSzPts val="1800"/>
              <a:buChar char="●"/>
            </a:pPr>
            <a:r>
              <a:rPr lang="en"/>
              <a:t>ASSUMES log time binary search!</a:t>
            </a:r>
            <a:endParaRPr/>
          </a:p>
        </p:txBody>
      </p:sp>
      <p:graphicFrame>
        <p:nvGraphicFramePr>
          <p:cNvPr id="1279" name="Google Shape;1279;p87"/>
          <p:cNvGraphicFramePr/>
          <p:nvPr/>
        </p:nvGraphicFramePr>
        <p:xfrm>
          <a:off x="5784785" y="1558650"/>
          <a:ext cx="3000000" cy="3000000"/>
        </p:xfrm>
        <a:graphic>
          <a:graphicData uri="http://schemas.openxmlformats.org/drawingml/2006/table">
            <a:tbl>
              <a:tblPr>
                <a:noFill/>
                <a:tableStyleId>{C55F59F9-F03C-4897-888D-DC2DF699074A}</a:tableStyleId>
              </a:tblPr>
              <a:tblGrid>
                <a:gridCol w="1618250">
                  <a:extLst>
                    <a:ext uri="{9D8B030D-6E8A-4147-A177-3AD203B41FA5}">
                      <a16:colId xmlns:a16="http://schemas.microsoft.com/office/drawing/2014/main" val="20000"/>
                    </a:ext>
                  </a:extLst>
                </a:gridCol>
                <a:gridCol w="1618250">
                  <a:extLst>
                    <a:ext uri="{9D8B030D-6E8A-4147-A177-3AD203B41FA5}">
                      <a16:colId xmlns:a16="http://schemas.microsoft.com/office/drawing/2014/main" val="20001"/>
                    </a:ext>
                  </a:extLst>
                </a:gridCol>
              </a:tblGrid>
              <a:tr h="428775">
                <a:tc>
                  <a:txBody>
                    <a:bodyPr/>
                    <a:lstStyle/>
                    <a:p>
                      <a:pPr marL="0" lvl="0" indent="0" algn="ctr" rtl="0">
                        <a:spcBef>
                          <a:spcPts val="0"/>
                        </a:spcBef>
                        <a:spcAft>
                          <a:spcPts val="0"/>
                        </a:spcAft>
                        <a:buNone/>
                      </a:pPr>
                      <a:r>
                        <a:rPr lang="en">
                          <a:latin typeface="Roboto"/>
                          <a:ea typeface="Roboto"/>
                          <a:cs typeface="Roboto"/>
                          <a:sym typeface="Roboto"/>
                        </a:rPr>
                        <a:t>...</a:t>
                      </a:r>
                      <a:endParaRPr>
                        <a:latin typeface="Roboto"/>
                        <a:ea typeface="Roboto"/>
                        <a:cs typeface="Roboto"/>
                        <a:sym typeface="Roboto"/>
                      </a:endParaRPr>
                    </a:p>
                  </a:txBody>
                  <a:tcPr marL="91425" marR="91425" marT="91425" marB="91425" anchor="ctr"/>
                </a:tc>
                <a:tc>
                  <a:txBody>
                    <a:bodyPr/>
                    <a:lstStyle/>
                    <a:p>
                      <a:pPr marL="0" lvl="0" indent="0" algn="ctr" rtl="0">
                        <a:spcBef>
                          <a:spcPts val="0"/>
                        </a:spcBef>
                        <a:spcAft>
                          <a:spcPts val="0"/>
                        </a:spcAft>
                        <a:buNone/>
                      </a:pPr>
                      <a:r>
                        <a:rPr lang="en">
                          <a:latin typeface="Roboto"/>
                          <a:ea typeface="Roboto"/>
                          <a:cs typeface="Roboto"/>
                          <a:sym typeface="Roboto"/>
                        </a:rPr>
                        <a:t>...</a:t>
                      </a:r>
                      <a:endParaRPr>
                        <a:latin typeface="Roboto"/>
                        <a:ea typeface="Roboto"/>
                        <a:cs typeface="Roboto"/>
                        <a:sym typeface="Roboto"/>
                      </a:endParaRPr>
                    </a:p>
                  </a:txBody>
                  <a:tcPr marL="91425" marR="91425" marT="91425" marB="91425" anchor="ctr"/>
                </a:tc>
                <a:extLst>
                  <a:ext uri="{0D108BD9-81ED-4DB2-BD59-A6C34878D82A}">
                    <a16:rowId xmlns:a16="http://schemas.microsoft.com/office/drawing/2014/main" val="10000"/>
                  </a:ext>
                </a:extLst>
              </a:tr>
              <a:tr h="428775">
                <a:tc>
                  <a:txBody>
                    <a:bodyPr/>
                    <a:lstStyle/>
                    <a:p>
                      <a:pPr marL="0" lvl="0" indent="0" algn="ctr" rtl="0">
                        <a:spcBef>
                          <a:spcPts val="0"/>
                        </a:spcBef>
                        <a:spcAft>
                          <a:spcPts val="0"/>
                        </a:spcAft>
                        <a:buNone/>
                      </a:pPr>
                      <a:r>
                        <a:rPr lang="en">
                          <a:latin typeface="Roboto"/>
                          <a:ea typeface="Roboto"/>
                          <a:cs typeface="Roboto"/>
                          <a:sym typeface="Roboto"/>
                        </a:rPr>
                        <a:t>beautiful</a:t>
                      </a:r>
                      <a:endParaRPr>
                        <a:latin typeface="Roboto"/>
                        <a:ea typeface="Roboto"/>
                        <a:cs typeface="Roboto"/>
                        <a:sym typeface="Roboto"/>
                      </a:endParaRPr>
                    </a:p>
                  </a:txBody>
                  <a:tcPr marL="91425" marR="91425" marT="91425" marB="91425" anchor="ctr"/>
                </a:tc>
                <a:tc>
                  <a:txBody>
                    <a:bodyPr/>
                    <a:lstStyle/>
                    <a:p>
                      <a:pPr marL="0" lvl="0" indent="0" algn="ctr" rtl="0">
                        <a:spcBef>
                          <a:spcPts val="0"/>
                        </a:spcBef>
                        <a:spcAft>
                          <a:spcPts val="0"/>
                        </a:spcAft>
                        <a:buNone/>
                      </a:pPr>
                      <a:r>
                        <a:rPr lang="en">
                          <a:latin typeface="Roboto"/>
                          <a:ea typeface="Roboto"/>
                          <a:cs typeface="Roboto"/>
                          <a:sym typeface="Roboto"/>
                        </a:rPr>
                        <a:t>красивая </a:t>
                      </a:r>
                      <a:endParaRPr>
                        <a:latin typeface="Roboto"/>
                        <a:ea typeface="Roboto"/>
                        <a:cs typeface="Roboto"/>
                        <a:sym typeface="Roboto"/>
                      </a:endParaRPr>
                    </a:p>
                  </a:txBody>
                  <a:tcPr marL="91425" marR="91425" marT="91425" marB="91425" anchor="ctr"/>
                </a:tc>
                <a:extLst>
                  <a:ext uri="{0D108BD9-81ED-4DB2-BD59-A6C34878D82A}">
                    <a16:rowId xmlns:a16="http://schemas.microsoft.com/office/drawing/2014/main" val="10001"/>
                  </a:ext>
                </a:extLst>
              </a:tr>
              <a:tr h="428775">
                <a:tc>
                  <a:txBody>
                    <a:bodyPr/>
                    <a:lstStyle/>
                    <a:p>
                      <a:pPr marL="0" lvl="0" indent="0" algn="ctr" rtl="0">
                        <a:spcBef>
                          <a:spcPts val="0"/>
                        </a:spcBef>
                        <a:spcAft>
                          <a:spcPts val="0"/>
                        </a:spcAft>
                        <a:buNone/>
                      </a:pPr>
                      <a:r>
                        <a:rPr lang="en">
                          <a:latin typeface="Roboto"/>
                          <a:ea typeface="Roboto"/>
                          <a:cs typeface="Roboto"/>
                          <a:sym typeface="Roboto"/>
                        </a:rPr>
                        <a:t>...</a:t>
                      </a:r>
                      <a:endParaRPr>
                        <a:latin typeface="Roboto"/>
                        <a:ea typeface="Roboto"/>
                        <a:cs typeface="Roboto"/>
                        <a:sym typeface="Roboto"/>
                      </a:endParaRPr>
                    </a:p>
                  </a:txBody>
                  <a:tcPr marL="91425" marR="91425" marT="91425" marB="91425" anchor="ctr"/>
                </a:tc>
                <a:tc>
                  <a:txBody>
                    <a:bodyPr/>
                    <a:lstStyle/>
                    <a:p>
                      <a:pPr marL="0" lvl="0" indent="0" algn="ctr" rtl="0">
                        <a:spcBef>
                          <a:spcPts val="0"/>
                        </a:spcBef>
                        <a:spcAft>
                          <a:spcPts val="0"/>
                        </a:spcAft>
                        <a:buNone/>
                      </a:pPr>
                      <a:r>
                        <a:rPr lang="en">
                          <a:latin typeface="Roboto"/>
                          <a:ea typeface="Roboto"/>
                          <a:cs typeface="Roboto"/>
                          <a:sym typeface="Roboto"/>
                        </a:rPr>
                        <a:t>...</a:t>
                      </a:r>
                      <a:endParaRPr>
                        <a:latin typeface="Roboto"/>
                        <a:ea typeface="Roboto"/>
                        <a:cs typeface="Roboto"/>
                        <a:sym typeface="Roboto"/>
                      </a:endParaRPr>
                    </a:p>
                  </a:txBody>
                  <a:tcPr marL="91425" marR="91425" marT="91425" marB="91425" anchor="ctr"/>
                </a:tc>
                <a:extLst>
                  <a:ext uri="{0D108BD9-81ED-4DB2-BD59-A6C34878D82A}">
                    <a16:rowId xmlns:a16="http://schemas.microsoft.com/office/drawing/2014/main" val="10002"/>
                  </a:ext>
                </a:extLst>
              </a:tr>
              <a:tr h="428775">
                <a:tc>
                  <a:txBody>
                    <a:bodyPr/>
                    <a:lstStyle/>
                    <a:p>
                      <a:pPr marL="0" lvl="0" indent="0" algn="ctr" rtl="0">
                        <a:spcBef>
                          <a:spcPts val="0"/>
                        </a:spcBef>
                        <a:spcAft>
                          <a:spcPts val="0"/>
                        </a:spcAft>
                        <a:buNone/>
                      </a:pPr>
                      <a:r>
                        <a:rPr lang="en">
                          <a:latin typeface="Roboto"/>
                          <a:ea typeface="Roboto"/>
                          <a:cs typeface="Roboto"/>
                          <a:sym typeface="Roboto"/>
                        </a:rPr>
                        <a:t>cat</a:t>
                      </a:r>
                      <a:endParaRPr>
                        <a:latin typeface="Roboto"/>
                        <a:ea typeface="Roboto"/>
                        <a:cs typeface="Roboto"/>
                        <a:sym typeface="Roboto"/>
                      </a:endParaRPr>
                    </a:p>
                  </a:txBody>
                  <a:tcPr marL="91425" marR="91425" marT="91425" marB="91425" anchor="ctr"/>
                </a:tc>
                <a:tc>
                  <a:txBody>
                    <a:bodyPr/>
                    <a:lstStyle/>
                    <a:p>
                      <a:pPr marL="0" lvl="0" indent="0" algn="ctr" rtl="0">
                        <a:spcBef>
                          <a:spcPts val="0"/>
                        </a:spcBef>
                        <a:spcAft>
                          <a:spcPts val="0"/>
                        </a:spcAft>
                        <a:buNone/>
                      </a:pPr>
                      <a:r>
                        <a:rPr lang="en">
                          <a:solidFill>
                            <a:schemeClr val="dk1"/>
                          </a:solidFill>
                          <a:latin typeface="Roboto"/>
                          <a:ea typeface="Roboto"/>
                          <a:cs typeface="Roboto"/>
                          <a:sym typeface="Roboto"/>
                        </a:rPr>
                        <a:t>кошка</a:t>
                      </a:r>
                      <a:endParaRPr>
                        <a:latin typeface="Roboto"/>
                        <a:ea typeface="Roboto"/>
                        <a:cs typeface="Roboto"/>
                        <a:sym typeface="Roboto"/>
                      </a:endParaRPr>
                    </a:p>
                  </a:txBody>
                  <a:tcPr marL="91425" marR="91425" marT="91425" marB="91425" anchor="ctr"/>
                </a:tc>
                <a:extLst>
                  <a:ext uri="{0D108BD9-81ED-4DB2-BD59-A6C34878D82A}">
                    <a16:rowId xmlns:a16="http://schemas.microsoft.com/office/drawing/2014/main" val="10003"/>
                  </a:ext>
                </a:extLst>
              </a:tr>
              <a:tr h="428775">
                <a:tc>
                  <a:txBody>
                    <a:bodyPr/>
                    <a:lstStyle/>
                    <a:p>
                      <a:pPr marL="0" lvl="0" indent="0" algn="ctr" rtl="0">
                        <a:spcBef>
                          <a:spcPts val="0"/>
                        </a:spcBef>
                        <a:spcAft>
                          <a:spcPts val="0"/>
                        </a:spcAft>
                        <a:buNone/>
                      </a:pPr>
                      <a:r>
                        <a:rPr lang="en">
                          <a:latin typeface="Roboto"/>
                          <a:ea typeface="Roboto"/>
                          <a:cs typeface="Roboto"/>
                          <a:sym typeface="Roboto"/>
                        </a:rPr>
                        <a:t>...</a:t>
                      </a:r>
                      <a:endParaRPr>
                        <a:latin typeface="Roboto"/>
                        <a:ea typeface="Roboto"/>
                        <a:cs typeface="Roboto"/>
                        <a:sym typeface="Roboto"/>
                      </a:endParaRPr>
                    </a:p>
                  </a:txBody>
                  <a:tcPr marL="91425" marR="91425" marT="91425" marB="91425" anchor="ctr"/>
                </a:tc>
                <a:tc>
                  <a:txBody>
                    <a:bodyPr/>
                    <a:lstStyle/>
                    <a:p>
                      <a:pPr marL="0" lvl="0" indent="0" algn="ctr" rtl="0">
                        <a:spcBef>
                          <a:spcPts val="0"/>
                        </a:spcBef>
                        <a:spcAft>
                          <a:spcPts val="0"/>
                        </a:spcAft>
                        <a:buNone/>
                      </a:pPr>
                      <a:r>
                        <a:rPr lang="en">
                          <a:latin typeface="Roboto"/>
                          <a:ea typeface="Roboto"/>
                          <a:cs typeface="Roboto"/>
                          <a:sym typeface="Roboto"/>
                        </a:rPr>
                        <a:t>...</a:t>
                      </a:r>
                      <a:endParaRPr>
                        <a:latin typeface="Roboto"/>
                        <a:ea typeface="Roboto"/>
                        <a:cs typeface="Roboto"/>
                        <a:sym typeface="Roboto"/>
                      </a:endParaRPr>
                    </a:p>
                  </a:txBody>
                  <a:tcPr marL="91425" marR="91425" marT="91425" marB="91425" anchor="ctr"/>
                </a:tc>
                <a:extLst>
                  <a:ext uri="{0D108BD9-81ED-4DB2-BD59-A6C34878D82A}">
                    <a16:rowId xmlns:a16="http://schemas.microsoft.com/office/drawing/2014/main" val="10004"/>
                  </a:ext>
                </a:extLst>
              </a:tr>
            </a:tbl>
          </a:graphicData>
        </a:graphic>
      </p:graphicFrame>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bg>
      <p:bgPr>
        <a:solidFill>
          <a:srgbClr val="D9D2E9"/>
        </a:solidFill>
        <a:effectLst/>
      </p:bgPr>
    </p:bg>
    <p:spTree>
      <p:nvGrpSpPr>
        <p:cNvPr id="1" name="Shape 1283"/>
        <p:cNvGrpSpPr/>
        <p:nvPr/>
      </p:nvGrpSpPr>
      <p:grpSpPr>
        <a:xfrm>
          <a:off x="0" y="0"/>
          <a:ext cx="0" cy="0"/>
          <a:chOff x="0" y="0"/>
          <a:chExt cx="0" cy="0"/>
        </a:xfrm>
      </p:grpSpPr>
      <p:sp>
        <p:nvSpPr>
          <p:cNvPr id="1284" name="Google Shape;1284;p88"/>
          <p:cNvSpPr txBox="1">
            <a:spLocks noGrp="1"/>
          </p:cNvSpPr>
          <p:nvPr>
            <p:ph type="title"/>
          </p:nvPr>
        </p:nvSpPr>
        <p:spPr>
          <a:xfrm>
            <a:off x="0" y="0"/>
            <a:ext cx="8520600" cy="3936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Core Idea of Tony’s Sort: Partitioning http://yellkey.com</a:t>
            </a:r>
            <a:r>
              <a:rPr lang="en">
                <a:solidFill>
                  <a:srgbClr val="38761D"/>
                </a:solidFill>
              </a:rPr>
              <a:t>/TODO</a:t>
            </a:r>
            <a:endParaRPr/>
          </a:p>
        </p:txBody>
      </p:sp>
      <p:sp>
        <p:nvSpPr>
          <p:cNvPr id="1285" name="Google Shape;1285;p88"/>
          <p:cNvSpPr txBox="1">
            <a:spLocks noGrp="1"/>
          </p:cNvSpPr>
          <p:nvPr>
            <p:ph type="body" idx="1"/>
          </p:nvPr>
        </p:nvSpPr>
        <p:spPr>
          <a:xfrm>
            <a:off x="107044" y="402200"/>
            <a:ext cx="8520600" cy="3416400"/>
          </a:xfrm>
          <a:prstGeom prst="rect">
            <a:avLst/>
          </a:prstGeom>
        </p:spPr>
        <p:txBody>
          <a:bodyPr spcFirstLastPara="1" wrap="square" lIns="91425" tIns="91425" rIns="91425" bIns="91425" anchor="t" anchorCtr="0">
            <a:noAutofit/>
          </a:bodyPr>
          <a:lstStyle/>
          <a:p>
            <a:pPr marL="0" lvl="0" indent="0" algn="l" rtl="0">
              <a:spcBef>
                <a:spcPts val="600"/>
              </a:spcBef>
              <a:spcAft>
                <a:spcPts val="0"/>
              </a:spcAft>
              <a:buNone/>
            </a:pPr>
            <a:r>
              <a:rPr lang="en"/>
              <a:t>To partition an array a[] on element </a:t>
            </a:r>
            <a:r>
              <a:rPr lang="en">
                <a:solidFill>
                  <a:srgbClr val="000000"/>
                </a:solidFill>
                <a:highlight>
                  <a:srgbClr val="B1DD8B"/>
                </a:highlight>
              </a:rPr>
              <a:t>x=a[i]</a:t>
            </a:r>
            <a:r>
              <a:rPr lang="en"/>
              <a:t> is to rearrange a[] so that:</a:t>
            </a:r>
            <a:endParaRPr/>
          </a:p>
          <a:p>
            <a:pPr marL="457200" lvl="0" indent="-342900" algn="l" rtl="0">
              <a:spcBef>
                <a:spcPts val="600"/>
              </a:spcBef>
              <a:spcAft>
                <a:spcPts val="0"/>
              </a:spcAft>
              <a:buSzPts val="1800"/>
              <a:buChar char="●"/>
            </a:pPr>
            <a:r>
              <a:rPr lang="en"/>
              <a:t>x moves to position j (may be the same as i)</a:t>
            </a:r>
            <a:endParaRPr/>
          </a:p>
          <a:p>
            <a:pPr marL="457200" lvl="0" indent="-342900" algn="l" rtl="0">
              <a:spcBef>
                <a:spcPts val="0"/>
              </a:spcBef>
              <a:spcAft>
                <a:spcPts val="0"/>
              </a:spcAft>
              <a:buSzPts val="1800"/>
              <a:buChar char="●"/>
            </a:pPr>
            <a:r>
              <a:rPr lang="en"/>
              <a:t>All entries to the left of </a:t>
            </a:r>
            <a:r>
              <a:rPr lang="en">
                <a:solidFill>
                  <a:srgbClr val="000000"/>
                </a:solidFill>
                <a:highlight>
                  <a:srgbClr val="B1DD8B"/>
                </a:highlight>
              </a:rPr>
              <a:t>x</a:t>
            </a:r>
            <a:r>
              <a:rPr lang="en"/>
              <a:t> are &lt;= </a:t>
            </a:r>
            <a:r>
              <a:rPr lang="en">
                <a:highlight>
                  <a:srgbClr val="B1DD8B"/>
                </a:highlight>
              </a:rPr>
              <a:t>x</a:t>
            </a:r>
            <a:r>
              <a:rPr lang="en"/>
              <a:t>.</a:t>
            </a:r>
            <a:endParaRPr/>
          </a:p>
          <a:p>
            <a:pPr marL="457200" lvl="0" indent="-342900" algn="l" rtl="0">
              <a:spcBef>
                <a:spcPts val="0"/>
              </a:spcBef>
              <a:spcAft>
                <a:spcPts val="0"/>
              </a:spcAft>
              <a:buSzPts val="1800"/>
              <a:buChar char="●"/>
            </a:pPr>
            <a:r>
              <a:rPr lang="en"/>
              <a:t>All entries to the right of </a:t>
            </a:r>
            <a:r>
              <a:rPr lang="en">
                <a:solidFill>
                  <a:srgbClr val="000000"/>
                </a:solidFill>
                <a:highlight>
                  <a:srgbClr val="B1DD8B"/>
                </a:highlight>
              </a:rPr>
              <a:t>x</a:t>
            </a:r>
            <a:r>
              <a:rPr lang="en"/>
              <a:t> are &gt;= </a:t>
            </a:r>
            <a:r>
              <a:rPr lang="en">
                <a:highlight>
                  <a:srgbClr val="B1DD8B"/>
                </a:highlight>
              </a:rPr>
              <a:t>x</a:t>
            </a:r>
            <a:r>
              <a:rPr lang="en"/>
              <a:t>.</a:t>
            </a:r>
            <a:endParaRPr/>
          </a:p>
        </p:txBody>
      </p:sp>
      <p:sp>
        <p:nvSpPr>
          <p:cNvPr id="1286" name="Google Shape;1286;p88"/>
          <p:cNvSpPr/>
          <p:nvPr/>
        </p:nvSpPr>
        <p:spPr>
          <a:xfrm>
            <a:off x="5291050" y="1740625"/>
            <a:ext cx="540000" cy="495300"/>
          </a:xfrm>
          <a:prstGeom prst="rect">
            <a:avLst/>
          </a:prstGeom>
          <a:solidFill>
            <a:srgbClr val="D9D9D9"/>
          </a:solidFill>
          <a:ln w="19050" cap="flat" cmpd="sng">
            <a:solidFill>
              <a:srgbClr val="666666"/>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800">
                <a:latin typeface="Calibri"/>
                <a:ea typeface="Calibri"/>
                <a:cs typeface="Calibri"/>
                <a:sym typeface="Calibri"/>
              </a:rPr>
              <a:t>5</a:t>
            </a:r>
            <a:endParaRPr sz="1800">
              <a:latin typeface="Calibri"/>
              <a:ea typeface="Calibri"/>
              <a:cs typeface="Calibri"/>
              <a:sym typeface="Calibri"/>
            </a:endParaRPr>
          </a:p>
        </p:txBody>
      </p:sp>
      <p:sp>
        <p:nvSpPr>
          <p:cNvPr id="1287" name="Google Shape;1287;p88"/>
          <p:cNvSpPr/>
          <p:nvPr/>
        </p:nvSpPr>
        <p:spPr>
          <a:xfrm>
            <a:off x="5820105" y="1740625"/>
            <a:ext cx="540000" cy="495300"/>
          </a:xfrm>
          <a:prstGeom prst="rect">
            <a:avLst/>
          </a:prstGeom>
          <a:solidFill>
            <a:srgbClr val="D9D9D9"/>
          </a:solidFill>
          <a:ln w="19050" cap="flat" cmpd="sng">
            <a:solidFill>
              <a:srgbClr val="666666"/>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800">
                <a:latin typeface="Calibri"/>
                <a:ea typeface="Calibri"/>
                <a:cs typeface="Calibri"/>
                <a:sym typeface="Calibri"/>
              </a:rPr>
              <a:t>550</a:t>
            </a:r>
            <a:endParaRPr sz="1800">
              <a:latin typeface="Calibri"/>
              <a:ea typeface="Calibri"/>
              <a:cs typeface="Calibri"/>
              <a:sym typeface="Calibri"/>
            </a:endParaRPr>
          </a:p>
        </p:txBody>
      </p:sp>
      <p:sp>
        <p:nvSpPr>
          <p:cNvPr id="1288" name="Google Shape;1288;p88"/>
          <p:cNvSpPr/>
          <p:nvPr/>
        </p:nvSpPr>
        <p:spPr>
          <a:xfrm>
            <a:off x="6353686" y="1740625"/>
            <a:ext cx="540000" cy="495300"/>
          </a:xfrm>
          <a:prstGeom prst="rect">
            <a:avLst/>
          </a:prstGeom>
          <a:solidFill>
            <a:srgbClr val="B1DD8B"/>
          </a:solidFill>
          <a:ln w="19050" cap="flat" cmpd="sng">
            <a:solidFill>
              <a:srgbClr val="666666"/>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800">
                <a:latin typeface="Calibri"/>
                <a:ea typeface="Calibri"/>
                <a:cs typeface="Calibri"/>
                <a:sym typeface="Calibri"/>
              </a:rPr>
              <a:t>10</a:t>
            </a:r>
            <a:endParaRPr sz="1800">
              <a:latin typeface="Calibri"/>
              <a:ea typeface="Calibri"/>
              <a:cs typeface="Calibri"/>
              <a:sym typeface="Calibri"/>
            </a:endParaRPr>
          </a:p>
        </p:txBody>
      </p:sp>
      <p:sp>
        <p:nvSpPr>
          <p:cNvPr id="1289" name="Google Shape;1289;p88"/>
          <p:cNvSpPr/>
          <p:nvPr/>
        </p:nvSpPr>
        <p:spPr>
          <a:xfrm>
            <a:off x="6882741" y="1740625"/>
            <a:ext cx="540000" cy="495300"/>
          </a:xfrm>
          <a:prstGeom prst="rect">
            <a:avLst/>
          </a:prstGeom>
          <a:solidFill>
            <a:srgbClr val="D9D9D9"/>
          </a:solidFill>
          <a:ln w="19050" cap="flat" cmpd="sng">
            <a:solidFill>
              <a:srgbClr val="666666"/>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800">
                <a:latin typeface="Calibri"/>
                <a:ea typeface="Calibri"/>
                <a:cs typeface="Calibri"/>
                <a:sym typeface="Calibri"/>
              </a:rPr>
              <a:t>4</a:t>
            </a:r>
            <a:endParaRPr sz="1800">
              <a:latin typeface="Calibri"/>
              <a:ea typeface="Calibri"/>
              <a:cs typeface="Calibri"/>
              <a:sym typeface="Calibri"/>
            </a:endParaRPr>
          </a:p>
        </p:txBody>
      </p:sp>
      <p:sp>
        <p:nvSpPr>
          <p:cNvPr id="1290" name="Google Shape;1290;p88"/>
          <p:cNvSpPr/>
          <p:nvPr/>
        </p:nvSpPr>
        <p:spPr>
          <a:xfrm>
            <a:off x="7411309" y="1740625"/>
            <a:ext cx="540000" cy="495300"/>
          </a:xfrm>
          <a:prstGeom prst="rect">
            <a:avLst/>
          </a:prstGeom>
          <a:solidFill>
            <a:srgbClr val="D9D9D9"/>
          </a:solidFill>
          <a:ln w="19050" cap="flat" cmpd="sng">
            <a:solidFill>
              <a:srgbClr val="666666"/>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800">
                <a:latin typeface="Calibri"/>
                <a:ea typeface="Calibri"/>
                <a:cs typeface="Calibri"/>
                <a:sym typeface="Calibri"/>
              </a:rPr>
              <a:t>10</a:t>
            </a:r>
            <a:endParaRPr sz="1800">
              <a:latin typeface="Calibri"/>
              <a:ea typeface="Calibri"/>
              <a:cs typeface="Calibri"/>
              <a:sym typeface="Calibri"/>
            </a:endParaRPr>
          </a:p>
        </p:txBody>
      </p:sp>
      <p:sp>
        <p:nvSpPr>
          <p:cNvPr id="1291" name="Google Shape;1291;p88"/>
          <p:cNvSpPr/>
          <p:nvPr/>
        </p:nvSpPr>
        <p:spPr>
          <a:xfrm>
            <a:off x="7940363" y="1740625"/>
            <a:ext cx="540000" cy="495300"/>
          </a:xfrm>
          <a:prstGeom prst="rect">
            <a:avLst/>
          </a:prstGeom>
          <a:solidFill>
            <a:srgbClr val="D9D9D9"/>
          </a:solidFill>
          <a:ln w="19050" cap="flat" cmpd="sng">
            <a:solidFill>
              <a:srgbClr val="666666"/>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800">
                <a:latin typeface="Calibri"/>
                <a:ea typeface="Calibri"/>
                <a:cs typeface="Calibri"/>
                <a:sym typeface="Calibri"/>
              </a:rPr>
              <a:t>9</a:t>
            </a:r>
            <a:endParaRPr sz="1800">
              <a:latin typeface="Calibri"/>
              <a:ea typeface="Calibri"/>
              <a:cs typeface="Calibri"/>
              <a:sym typeface="Calibri"/>
            </a:endParaRPr>
          </a:p>
        </p:txBody>
      </p:sp>
      <p:sp>
        <p:nvSpPr>
          <p:cNvPr id="1292" name="Google Shape;1292;p88"/>
          <p:cNvSpPr/>
          <p:nvPr/>
        </p:nvSpPr>
        <p:spPr>
          <a:xfrm>
            <a:off x="8473945" y="1740625"/>
            <a:ext cx="540000" cy="495300"/>
          </a:xfrm>
          <a:prstGeom prst="rect">
            <a:avLst/>
          </a:prstGeom>
          <a:solidFill>
            <a:srgbClr val="D9D9D9"/>
          </a:solidFill>
          <a:ln w="19050" cap="flat" cmpd="sng">
            <a:solidFill>
              <a:srgbClr val="666666"/>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800">
                <a:latin typeface="Calibri"/>
                <a:ea typeface="Calibri"/>
                <a:cs typeface="Calibri"/>
                <a:sym typeface="Calibri"/>
              </a:rPr>
              <a:t>330</a:t>
            </a:r>
            <a:endParaRPr sz="1800">
              <a:latin typeface="Calibri"/>
              <a:ea typeface="Calibri"/>
              <a:cs typeface="Calibri"/>
              <a:sym typeface="Calibri"/>
            </a:endParaRPr>
          </a:p>
        </p:txBody>
      </p:sp>
      <p:sp>
        <p:nvSpPr>
          <p:cNvPr id="1293" name="Google Shape;1293;p88"/>
          <p:cNvSpPr txBox="1">
            <a:spLocks noGrp="1"/>
          </p:cNvSpPr>
          <p:nvPr>
            <p:ph type="body" idx="1"/>
          </p:nvPr>
        </p:nvSpPr>
        <p:spPr>
          <a:xfrm>
            <a:off x="243000" y="4255650"/>
            <a:ext cx="8618700" cy="882600"/>
          </a:xfrm>
          <a:prstGeom prst="rect">
            <a:avLst/>
          </a:prstGeom>
        </p:spPr>
        <p:txBody>
          <a:bodyPr spcFirstLastPara="1" wrap="square" lIns="91425" tIns="91425" rIns="91425" bIns="91425" anchor="t" anchorCtr="0">
            <a:noAutofit/>
          </a:bodyPr>
          <a:lstStyle/>
          <a:p>
            <a:pPr marL="0" lvl="0" indent="0" algn="l" rtl="0">
              <a:spcBef>
                <a:spcPts val="600"/>
              </a:spcBef>
              <a:spcAft>
                <a:spcPts val="0"/>
              </a:spcAft>
              <a:buNone/>
            </a:pPr>
            <a:r>
              <a:rPr lang="en"/>
              <a:t>Which partitions are valid?</a:t>
            </a:r>
            <a:endParaRPr/>
          </a:p>
        </p:txBody>
      </p:sp>
      <p:sp>
        <p:nvSpPr>
          <p:cNvPr id="1294" name="Google Shape;1294;p88"/>
          <p:cNvSpPr txBox="1"/>
          <p:nvPr/>
        </p:nvSpPr>
        <p:spPr>
          <a:xfrm>
            <a:off x="6490800" y="1444475"/>
            <a:ext cx="268200" cy="2199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a:latin typeface="Consolas"/>
                <a:ea typeface="Consolas"/>
                <a:cs typeface="Consolas"/>
                <a:sym typeface="Consolas"/>
              </a:rPr>
              <a:t>i</a:t>
            </a:r>
            <a:endParaRPr>
              <a:latin typeface="Consolas"/>
              <a:ea typeface="Consolas"/>
              <a:cs typeface="Consolas"/>
              <a:sym typeface="Consolas"/>
            </a:endParaRPr>
          </a:p>
        </p:txBody>
      </p:sp>
      <p:grpSp>
        <p:nvGrpSpPr>
          <p:cNvPr id="1295" name="Google Shape;1295;p88"/>
          <p:cNvGrpSpPr/>
          <p:nvPr/>
        </p:nvGrpSpPr>
        <p:grpSpPr>
          <a:xfrm>
            <a:off x="118850" y="2435550"/>
            <a:ext cx="8666745" cy="1666825"/>
            <a:chOff x="118850" y="2435550"/>
            <a:chExt cx="8666745" cy="1666825"/>
          </a:xfrm>
        </p:grpSpPr>
        <p:grpSp>
          <p:nvGrpSpPr>
            <p:cNvPr id="1296" name="Google Shape;1296;p88"/>
            <p:cNvGrpSpPr/>
            <p:nvPr/>
          </p:nvGrpSpPr>
          <p:grpSpPr>
            <a:xfrm>
              <a:off x="118850" y="2731650"/>
              <a:ext cx="8666745" cy="1370725"/>
              <a:chOff x="118850" y="2731650"/>
              <a:chExt cx="8666745" cy="1370725"/>
            </a:xfrm>
          </p:grpSpPr>
          <p:sp>
            <p:nvSpPr>
              <p:cNvPr id="1297" name="Google Shape;1297;p88"/>
              <p:cNvSpPr/>
              <p:nvPr/>
            </p:nvSpPr>
            <p:spPr>
              <a:xfrm>
                <a:off x="602100" y="2768875"/>
                <a:ext cx="540000" cy="495300"/>
              </a:xfrm>
              <a:prstGeom prst="rect">
                <a:avLst/>
              </a:prstGeom>
              <a:solidFill>
                <a:srgbClr val="D9D9D9"/>
              </a:solidFill>
              <a:ln w="19050" cap="flat" cmpd="sng">
                <a:solidFill>
                  <a:srgbClr val="666666"/>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800">
                    <a:latin typeface="Calibri"/>
                    <a:ea typeface="Calibri"/>
                    <a:cs typeface="Calibri"/>
                    <a:sym typeface="Calibri"/>
                  </a:rPr>
                  <a:t>4</a:t>
                </a:r>
                <a:endParaRPr sz="1800">
                  <a:latin typeface="Calibri"/>
                  <a:ea typeface="Calibri"/>
                  <a:cs typeface="Calibri"/>
                  <a:sym typeface="Calibri"/>
                </a:endParaRPr>
              </a:p>
            </p:txBody>
          </p:sp>
          <p:sp>
            <p:nvSpPr>
              <p:cNvPr id="1298" name="Google Shape;1298;p88"/>
              <p:cNvSpPr/>
              <p:nvPr/>
            </p:nvSpPr>
            <p:spPr>
              <a:xfrm>
                <a:off x="1131155" y="2768875"/>
                <a:ext cx="540000" cy="495300"/>
              </a:xfrm>
              <a:prstGeom prst="rect">
                <a:avLst/>
              </a:prstGeom>
              <a:solidFill>
                <a:srgbClr val="D9D9D9"/>
              </a:solidFill>
              <a:ln w="19050" cap="flat" cmpd="sng">
                <a:solidFill>
                  <a:srgbClr val="666666"/>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800">
                    <a:latin typeface="Calibri"/>
                    <a:ea typeface="Calibri"/>
                    <a:cs typeface="Calibri"/>
                    <a:sym typeface="Calibri"/>
                  </a:rPr>
                  <a:t>5</a:t>
                </a:r>
                <a:endParaRPr sz="1800">
                  <a:latin typeface="Calibri"/>
                  <a:ea typeface="Calibri"/>
                  <a:cs typeface="Calibri"/>
                  <a:sym typeface="Calibri"/>
                </a:endParaRPr>
              </a:p>
            </p:txBody>
          </p:sp>
          <p:sp>
            <p:nvSpPr>
              <p:cNvPr id="1299" name="Google Shape;1299;p88"/>
              <p:cNvSpPr/>
              <p:nvPr/>
            </p:nvSpPr>
            <p:spPr>
              <a:xfrm>
                <a:off x="1664737" y="2768875"/>
                <a:ext cx="540000" cy="495300"/>
              </a:xfrm>
              <a:prstGeom prst="rect">
                <a:avLst/>
              </a:prstGeom>
              <a:solidFill>
                <a:srgbClr val="D9D9D9"/>
              </a:solidFill>
              <a:ln w="19050" cap="flat" cmpd="sng">
                <a:solidFill>
                  <a:srgbClr val="666666"/>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800">
                    <a:latin typeface="Calibri"/>
                    <a:ea typeface="Calibri"/>
                    <a:cs typeface="Calibri"/>
                    <a:sym typeface="Calibri"/>
                  </a:rPr>
                  <a:t>9</a:t>
                </a:r>
                <a:endParaRPr sz="1800">
                  <a:latin typeface="Calibri"/>
                  <a:ea typeface="Calibri"/>
                  <a:cs typeface="Calibri"/>
                  <a:sym typeface="Calibri"/>
                </a:endParaRPr>
              </a:p>
            </p:txBody>
          </p:sp>
          <p:sp>
            <p:nvSpPr>
              <p:cNvPr id="1300" name="Google Shape;1300;p88"/>
              <p:cNvSpPr/>
              <p:nvPr/>
            </p:nvSpPr>
            <p:spPr>
              <a:xfrm>
                <a:off x="2193791" y="2768875"/>
                <a:ext cx="540000" cy="495300"/>
              </a:xfrm>
              <a:prstGeom prst="rect">
                <a:avLst/>
              </a:prstGeom>
              <a:solidFill>
                <a:srgbClr val="B1DD8B"/>
              </a:solidFill>
              <a:ln w="19050" cap="flat" cmpd="sng">
                <a:solidFill>
                  <a:srgbClr val="666666"/>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800">
                    <a:latin typeface="Calibri"/>
                    <a:ea typeface="Calibri"/>
                    <a:cs typeface="Calibri"/>
                    <a:sym typeface="Calibri"/>
                  </a:rPr>
                  <a:t>10</a:t>
                </a:r>
                <a:endParaRPr sz="1800">
                  <a:latin typeface="Calibri"/>
                  <a:ea typeface="Calibri"/>
                  <a:cs typeface="Calibri"/>
                  <a:sym typeface="Calibri"/>
                </a:endParaRPr>
              </a:p>
            </p:txBody>
          </p:sp>
          <p:sp>
            <p:nvSpPr>
              <p:cNvPr id="1301" name="Google Shape;1301;p88"/>
              <p:cNvSpPr/>
              <p:nvPr/>
            </p:nvSpPr>
            <p:spPr>
              <a:xfrm>
                <a:off x="2722359" y="2768875"/>
                <a:ext cx="540000" cy="495300"/>
              </a:xfrm>
              <a:prstGeom prst="rect">
                <a:avLst/>
              </a:prstGeom>
              <a:solidFill>
                <a:srgbClr val="D9D9D9"/>
              </a:solidFill>
              <a:ln w="19050" cap="flat" cmpd="sng">
                <a:solidFill>
                  <a:srgbClr val="666666"/>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800">
                    <a:latin typeface="Calibri"/>
                    <a:ea typeface="Calibri"/>
                    <a:cs typeface="Calibri"/>
                    <a:sym typeface="Calibri"/>
                  </a:rPr>
                  <a:t>10</a:t>
                </a:r>
                <a:endParaRPr sz="1800">
                  <a:latin typeface="Calibri"/>
                  <a:ea typeface="Calibri"/>
                  <a:cs typeface="Calibri"/>
                  <a:sym typeface="Calibri"/>
                </a:endParaRPr>
              </a:p>
            </p:txBody>
          </p:sp>
          <p:sp>
            <p:nvSpPr>
              <p:cNvPr id="1302" name="Google Shape;1302;p88"/>
              <p:cNvSpPr/>
              <p:nvPr/>
            </p:nvSpPr>
            <p:spPr>
              <a:xfrm>
                <a:off x="3251413" y="2768875"/>
                <a:ext cx="540000" cy="495300"/>
              </a:xfrm>
              <a:prstGeom prst="rect">
                <a:avLst/>
              </a:prstGeom>
              <a:solidFill>
                <a:srgbClr val="D9D9D9"/>
              </a:solidFill>
              <a:ln w="19050" cap="flat" cmpd="sng">
                <a:solidFill>
                  <a:srgbClr val="666666"/>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800">
                    <a:latin typeface="Calibri"/>
                    <a:ea typeface="Calibri"/>
                    <a:cs typeface="Calibri"/>
                    <a:sym typeface="Calibri"/>
                  </a:rPr>
                  <a:t>330</a:t>
                </a:r>
                <a:endParaRPr sz="1800">
                  <a:latin typeface="Calibri"/>
                  <a:ea typeface="Calibri"/>
                  <a:cs typeface="Calibri"/>
                  <a:sym typeface="Calibri"/>
                </a:endParaRPr>
              </a:p>
            </p:txBody>
          </p:sp>
          <p:sp>
            <p:nvSpPr>
              <p:cNvPr id="1303" name="Google Shape;1303;p88"/>
              <p:cNvSpPr/>
              <p:nvPr/>
            </p:nvSpPr>
            <p:spPr>
              <a:xfrm>
                <a:off x="3784995" y="2768875"/>
                <a:ext cx="540000" cy="495300"/>
              </a:xfrm>
              <a:prstGeom prst="rect">
                <a:avLst/>
              </a:prstGeom>
              <a:solidFill>
                <a:srgbClr val="D9D9D9"/>
              </a:solidFill>
              <a:ln w="19050" cap="flat" cmpd="sng">
                <a:solidFill>
                  <a:srgbClr val="666666"/>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800">
                    <a:latin typeface="Calibri"/>
                    <a:ea typeface="Calibri"/>
                    <a:cs typeface="Calibri"/>
                    <a:sym typeface="Calibri"/>
                  </a:rPr>
                  <a:t>550</a:t>
                </a:r>
                <a:endParaRPr sz="1800">
                  <a:latin typeface="Calibri"/>
                  <a:ea typeface="Calibri"/>
                  <a:cs typeface="Calibri"/>
                  <a:sym typeface="Calibri"/>
                </a:endParaRPr>
              </a:p>
            </p:txBody>
          </p:sp>
          <p:sp>
            <p:nvSpPr>
              <p:cNvPr id="1304" name="Google Shape;1304;p88"/>
              <p:cNvSpPr/>
              <p:nvPr/>
            </p:nvSpPr>
            <p:spPr>
              <a:xfrm>
                <a:off x="602100" y="3607075"/>
                <a:ext cx="540000" cy="495300"/>
              </a:xfrm>
              <a:prstGeom prst="rect">
                <a:avLst/>
              </a:prstGeom>
              <a:solidFill>
                <a:srgbClr val="D9D9D9"/>
              </a:solidFill>
              <a:ln w="19050" cap="flat" cmpd="sng">
                <a:solidFill>
                  <a:srgbClr val="666666"/>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800">
                    <a:latin typeface="Calibri"/>
                    <a:ea typeface="Calibri"/>
                    <a:cs typeface="Calibri"/>
                    <a:sym typeface="Calibri"/>
                  </a:rPr>
                  <a:t>5</a:t>
                </a:r>
                <a:endParaRPr sz="1800">
                  <a:latin typeface="Calibri"/>
                  <a:ea typeface="Calibri"/>
                  <a:cs typeface="Calibri"/>
                  <a:sym typeface="Calibri"/>
                </a:endParaRPr>
              </a:p>
            </p:txBody>
          </p:sp>
          <p:sp>
            <p:nvSpPr>
              <p:cNvPr id="1305" name="Google Shape;1305;p88"/>
              <p:cNvSpPr/>
              <p:nvPr/>
            </p:nvSpPr>
            <p:spPr>
              <a:xfrm>
                <a:off x="1131155" y="3607075"/>
                <a:ext cx="540000" cy="495300"/>
              </a:xfrm>
              <a:prstGeom prst="rect">
                <a:avLst/>
              </a:prstGeom>
              <a:solidFill>
                <a:srgbClr val="D9D9D9"/>
              </a:solidFill>
              <a:ln w="19050" cap="flat" cmpd="sng">
                <a:solidFill>
                  <a:srgbClr val="666666"/>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800">
                    <a:latin typeface="Calibri"/>
                    <a:ea typeface="Calibri"/>
                    <a:cs typeface="Calibri"/>
                    <a:sym typeface="Calibri"/>
                  </a:rPr>
                  <a:t>9</a:t>
                </a:r>
                <a:endParaRPr sz="1800">
                  <a:latin typeface="Calibri"/>
                  <a:ea typeface="Calibri"/>
                  <a:cs typeface="Calibri"/>
                  <a:sym typeface="Calibri"/>
                </a:endParaRPr>
              </a:p>
            </p:txBody>
          </p:sp>
          <p:sp>
            <p:nvSpPr>
              <p:cNvPr id="1306" name="Google Shape;1306;p88"/>
              <p:cNvSpPr/>
              <p:nvPr/>
            </p:nvSpPr>
            <p:spPr>
              <a:xfrm>
                <a:off x="1664737" y="3607075"/>
                <a:ext cx="540000" cy="495300"/>
              </a:xfrm>
              <a:prstGeom prst="rect">
                <a:avLst/>
              </a:prstGeom>
              <a:solidFill>
                <a:srgbClr val="D9D9D9"/>
              </a:solidFill>
              <a:ln w="19050" cap="flat" cmpd="sng">
                <a:solidFill>
                  <a:srgbClr val="666666"/>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800">
                    <a:latin typeface="Calibri"/>
                    <a:ea typeface="Calibri"/>
                    <a:cs typeface="Calibri"/>
                    <a:sym typeface="Calibri"/>
                  </a:rPr>
                  <a:t>10</a:t>
                </a:r>
                <a:endParaRPr sz="1800">
                  <a:latin typeface="Calibri"/>
                  <a:ea typeface="Calibri"/>
                  <a:cs typeface="Calibri"/>
                  <a:sym typeface="Calibri"/>
                </a:endParaRPr>
              </a:p>
            </p:txBody>
          </p:sp>
          <p:sp>
            <p:nvSpPr>
              <p:cNvPr id="1307" name="Google Shape;1307;p88"/>
              <p:cNvSpPr/>
              <p:nvPr/>
            </p:nvSpPr>
            <p:spPr>
              <a:xfrm>
                <a:off x="2193791" y="3607075"/>
                <a:ext cx="540000" cy="495300"/>
              </a:xfrm>
              <a:prstGeom prst="rect">
                <a:avLst/>
              </a:prstGeom>
              <a:solidFill>
                <a:srgbClr val="D9D9D9"/>
              </a:solidFill>
              <a:ln w="19050" cap="flat" cmpd="sng">
                <a:solidFill>
                  <a:srgbClr val="666666"/>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800">
                    <a:latin typeface="Calibri"/>
                    <a:ea typeface="Calibri"/>
                    <a:cs typeface="Calibri"/>
                    <a:sym typeface="Calibri"/>
                  </a:rPr>
                  <a:t>4</a:t>
                </a:r>
                <a:endParaRPr sz="1800">
                  <a:latin typeface="Calibri"/>
                  <a:ea typeface="Calibri"/>
                  <a:cs typeface="Calibri"/>
                  <a:sym typeface="Calibri"/>
                </a:endParaRPr>
              </a:p>
            </p:txBody>
          </p:sp>
          <p:sp>
            <p:nvSpPr>
              <p:cNvPr id="1308" name="Google Shape;1308;p88"/>
              <p:cNvSpPr/>
              <p:nvPr/>
            </p:nvSpPr>
            <p:spPr>
              <a:xfrm>
                <a:off x="2722359" y="3607075"/>
                <a:ext cx="540000" cy="495300"/>
              </a:xfrm>
              <a:prstGeom prst="rect">
                <a:avLst/>
              </a:prstGeom>
              <a:solidFill>
                <a:srgbClr val="B1DD8B"/>
              </a:solidFill>
              <a:ln w="19050" cap="flat" cmpd="sng">
                <a:solidFill>
                  <a:srgbClr val="666666"/>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800">
                    <a:latin typeface="Calibri"/>
                    <a:ea typeface="Calibri"/>
                    <a:cs typeface="Calibri"/>
                    <a:sym typeface="Calibri"/>
                  </a:rPr>
                  <a:t>10</a:t>
                </a:r>
                <a:endParaRPr sz="1800">
                  <a:latin typeface="Calibri"/>
                  <a:ea typeface="Calibri"/>
                  <a:cs typeface="Calibri"/>
                  <a:sym typeface="Calibri"/>
                </a:endParaRPr>
              </a:p>
            </p:txBody>
          </p:sp>
          <p:sp>
            <p:nvSpPr>
              <p:cNvPr id="1309" name="Google Shape;1309;p88"/>
              <p:cNvSpPr/>
              <p:nvPr/>
            </p:nvSpPr>
            <p:spPr>
              <a:xfrm>
                <a:off x="3251413" y="3607075"/>
                <a:ext cx="540000" cy="495300"/>
              </a:xfrm>
              <a:prstGeom prst="rect">
                <a:avLst/>
              </a:prstGeom>
              <a:solidFill>
                <a:srgbClr val="D9D9D9"/>
              </a:solidFill>
              <a:ln w="19050" cap="flat" cmpd="sng">
                <a:solidFill>
                  <a:srgbClr val="666666"/>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800">
                    <a:latin typeface="Calibri"/>
                    <a:ea typeface="Calibri"/>
                    <a:cs typeface="Calibri"/>
                    <a:sym typeface="Calibri"/>
                  </a:rPr>
                  <a:t>550</a:t>
                </a:r>
                <a:endParaRPr sz="1800">
                  <a:latin typeface="Calibri"/>
                  <a:ea typeface="Calibri"/>
                  <a:cs typeface="Calibri"/>
                  <a:sym typeface="Calibri"/>
                </a:endParaRPr>
              </a:p>
            </p:txBody>
          </p:sp>
          <p:sp>
            <p:nvSpPr>
              <p:cNvPr id="1310" name="Google Shape;1310;p88"/>
              <p:cNvSpPr/>
              <p:nvPr/>
            </p:nvSpPr>
            <p:spPr>
              <a:xfrm>
                <a:off x="3784995" y="3607075"/>
                <a:ext cx="540000" cy="495300"/>
              </a:xfrm>
              <a:prstGeom prst="rect">
                <a:avLst/>
              </a:prstGeom>
              <a:solidFill>
                <a:srgbClr val="D9D9D9"/>
              </a:solidFill>
              <a:ln w="19050" cap="flat" cmpd="sng">
                <a:solidFill>
                  <a:srgbClr val="666666"/>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800">
                    <a:latin typeface="Calibri"/>
                    <a:ea typeface="Calibri"/>
                    <a:cs typeface="Calibri"/>
                    <a:sym typeface="Calibri"/>
                  </a:rPr>
                  <a:t>330</a:t>
                </a:r>
                <a:endParaRPr sz="1800">
                  <a:latin typeface="Calibri"/>
                  <a:ea typeface="Calibri"/>
                  <a:cs typeface="Calibri"/>
                  <a:sym typeface="Calibri"/>
                </a:endParaRPr>
              </a:p>
            </p:txBody>
          </p:sp>
          <p:sp>
            <p:nvSpPr>
              <p:cNvPr id="1311" name="Google Shape;1311;p88"/>
              <p:cNvSpPr/>
              <p:nvPr/>
            </p:nvSpPr>
            <p:spPr>
              <a:xfrm>
                <a:off x="5062700" y="2768875"/>
                <a:ext cx="540000" cy="495300"/>
              </a:xfrm>
              <a:prstGeom prst="rect">
                <a:avLst/>
              </a:prstGeom>
              <a:solidFill>
                <a:srgbClr val="D9D9D9"/>
              </a:solidFill>
              <a:ln w="19050" cap="flat" cmpd="sng">
                <a:solidFill>
                  <a:srgbClr val="666666"/>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800">
                    <a:latin typeface="Calibri"/>
                    <a:ea typeface="Calibri"/>
                    <a:cs typeface="Calibri"/>
                    <a:sym typeface="Calibri"/>
                  </a:rPr>
                  <a:t>5</a:t>
                </a:r>
                <a:endParaRPr sz="1800">
                  <a:latin typeface="Calibri"/>
                  <a:ea typeface="Calibri"/>
                  <a:cs typeface="Calibri"/>
                  <a:sym typeface="Calibri"/>
                </a:endParaRPr>
              </a:p>
            </p:txBody>
          </p:sp>
          <p:sp>
            <p:nvSpPr>
              <p:cNvPr id="1312" name="Google Shape;1312;p88"/>
              <p:cNvSpPr/>
              <p:nvPr/>
            </p:nvSpPr>
            <p:spPr>
              <a:xfrm>
                <a:off x="5591755" y="2768875"/>
                <a:ext cx="540000" cy="495300"/>
              </a:xfrm>
              <a:prstGeom prst="rect">
                <a:avLst/>
              </a:prstGeom>
              <a:solidFill>
                <a:srgbClr val="D9D9D9"/>
              </a:solidFill>
              <a:ln w="19050" cap="flat" cmpd="sng">
                <a:solidFill>
                  <a:srgbClr val="666666"/>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800">
                    <a:latin typeface="Calibri"/>
                    <a:ea typeface="Calibri"/>
                    <a:cs typeface="Calibri"/>
                    <a:sym typeface="Calibri"/>
                  </a:rPr>
                  <a:t>4</a:t>
                </a:r>
                <a:endParaRPr sz="1800">
                  <a:latin typeface="Calibri"/>
                  <a:ea typeface="Calibri"/>
                  <a:cs typeface="Calibri"/>
                  <a:sym typeface="Calibri"/>
                </a:endParaRPr>
              </a:p>
            </p:txBody>
          </p:sp>
          <p:sp>
            <p:nvSpPr>
              <p:cNvPr id="1313" name="Google Shape;1313;p88"/>
              <p:cNvSpPr/>
              <p:nvPr/>
            </p:nvSpPr>
            <p:spPr>
              <a:xfrm>
                <a:off x="6125336" y="2768875"/>
                <a:ext cx="540000" cy="495300"/>
              </a:xfrm>
              <a:prstGeom prst="rect">
                <a:avLst/>
              </a:prstGeom>
              <a:solidFill>
                <a:srgbClr val="D9D9D9"/>
              </a:solidFill>
              <a:ln w="19050" cap="flat" cmpd="sng">
                <a:solidFill>
                  <a:srgbClr val="666666"/>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800">
                    <a:latin typeface="Calibri"/>
                    <a:ea typeface="Calibri"/>
                    <a:cs typeface="Calibri"/>
                    <a:sym typeface="Calibri"/>
                  </a:rPr>
                  <a:t>9</a:t>
                </a:r>
                <a:endParaRPr sz="1800">
                  <a:latin typeface="Calibri"/>
                  <a:ea typeface="Calibri"/>
                  <a:cs typeface="Calibri"/>
                  <a:sym typeface="Calibri"/>
                </a:endParaRPr>
              </a:p>
            </p:txBody>
          </p:sp>
          <p:sp>
            <p:nvSpPr>
              <p:cNvPr id="1314" name="Google Shape;1314;p88"/>
              <p:cNvSpPr/>
              <p:nvPr/>
            </p:nvSpPr>
            <p:spPr>
              <a:xfrm>
                <a:off x="6654391" y="2768875"/>
                <a:ext cx="540000" cy="495300"/>
              </a:xfrm>
              <a:prstGeom prst="rect">
                <a:avLst/>
              </a:prstGeom>
              <a:solidFill>
                <a:srgbClr val="B1DD8B"/>
              </a:solidFill>
              <a:ln w="19050" cap="flat" cmpd="sng">
                <a:solidFill>
                  <a:srgbClr val="666666"/>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800">
                    <a:latin typeface="Calibri"/>
                    <a:ea typeface="Calibri"/>
                    <a:cs typeface="Calibri"/>
                    <a:sym typeface="Calibri"/>
                  </a:rPr>
                  <a:t>10</a:t>
                </a:r>
                <a:endParaRPr sz="1800">
                  <a:latin typeface="Calibri"/>
                  <a:ea typeface="Calibri"/>
                  <a:cs typeface="Calibri"/>
                  <a:sym typeface="Calibri"/>
                </a:endParaRPr>
              </a:p>
            </p:txBody>
          </p:sp>
          <p:sp>
            <p:nvSpPr>
              <p:cNvPr id="1315" name="Google Shape;1315;p88"/>
              <p:cNvSpPr/>
              <p:nvPr/>
            </p:nvSpPr>
            <p:spPr>
              <a:xfrm>
                <a:off x="7182959" y="2768875"/>
                <a:ext cx="540000" cy="495300"/>
              </a:xfrm>
              <a:prstGeom prst="rect">
                <a:avLst/>
              </a:prstGeom>
              <a:solidFill>
                <a:srgbClr val="D9D9D9"/>
              </a:solidFill>
              <a:ln w="19050" cap="flat" cmpd="sng">
                <a:solidFill>
                  <a:srgbClr val="666666"/>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800">
                    <a:latin typeface="Calibri"/>
                    <a:ea typeface="Calibri"/>
                    <a:cs typeface="Calibri"/>
                    <a:sym typeface="Calibri"/>
                  </a:rPr>
                  <a:t>10</a:t>
                </a:r>
                <a:endParaRPr sz="1800">
                  <a:latin typeface="Calibri"/>
                  <a:ea typeface="Calibri"/>
                  <a:cs typeface="Calibri"/>
                  <a:sym typeface="Calibri"/>
                </a:endParaRPr>
              </a:p>
            </p:txBody>
          </p:sp>
          <p:sp>
            <p:nvSpPr>
              <p:cNvPr id="1316" name="Google Shape;1316;p88"/>
              <p:cNvSpPr/>
              <p:nvPr/>
            </p:nvSpPr>
            <p:spPr>
              <a:xfrm>
                <a:off x="7712013" y="2768875"/>
                <a:ext cx="540000" cy="495300"/>
              </a:xfrm>
              <a:prstGeom prst="rect">
                <a:avLst/>
              </a:prstGeom>
              <a:solidFill>
                <a:srgbClr val="D9D9D9"/>
              </a:solidFill>
              <a:ln w="19050" cap="flat" cmpd="sng">
                <a:solidFill>
                  <a:srgbClr val="666666"/>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800">
                    <a:latin typeface="Calibri"/>
                    <a:ea typeface="Calibri"/>
                    <a:cs typeface="Calibri"/>
                    <a:sym typeface="Calibri"/>
                  </a:rPr>
                  <a:t>550</a:t>
                </a:r>
                <a:endParaRPr sz="1800">
                  <a:latin typeface="Calibri"/>
                  <a:ea typeface="Calibri"/>
                  <a:cs typeface="Calibri"/>
                  <a:sym typeface="Calibri"/>
                </a:endParaRPr>
              </a:p>
            </p:txBody>
          </p:sp>
          <p:sp>
            <p:nvSpPr>
              <p:cNvPr id="1317" name="Google Shape;1317;p88"/>
              <p:cNvSpPr/>
              <p:nvPr/>
            </p:nvSpPr>
            <p:spPr>
              <a:xfrm>
                <a:off x="8245595" y="2768875"/>
                <a:ext cx="540000" cy="495300"/>
              </a:xfrm>
              <a:prstGeom prst="rect">
                <a:avLst/>
              </a:prstGeom>
              <a:solidFill>
                <a:srgbClr val="D9D9D9"/>
              </a:solidFill>
              <a:ln w="19050" cap="flat" cmpd="sng">
                <a:solidFill>
                  <a:srgbClr val="666666"/>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800">
                    <a:latin typeface="Calibri"/>
                    <a:ea typeface="Calibri"/>
                    <a:cs typeface="Calibri"/>
                    <a:sym typeface="Calibri"/>
                  </a:rPr>
                  <a:t>330</a:t>
                </a:r>
                <a:endParaRPr sz="1800">
                  <a:latin typeface="Calibri"/>
                  <a:ea typeface="Calibri"/>
                  <a:cs typeface="Calibri"/>
                  <a:sym typeface="Calibri"/>
                </a:endParaRPr>
              </a:p>
            </p:txBody>
          </p:sp>
          <p:sp>
            <p:nvSpPr>
              <p:cNvPr id="1318" name="Google Shape;1318;p88"/>
              <p:cNvSpPr/>
              <p:nvPr/>
            </p:nvSpPr>
            <p:spPr>
              <a:xfrm>
                <a:off x="5062700" y="3607075"/>
                <a:ext cx="540000" cy="495300"/>
              </a:xfrm>
              <a:prstGeom prst="rect">
                <a:avLst/>
              </a:prstGeom>
              <a:solidFill>
                <a:srgbClr val="D9D9D9"/>
              </a:solidFill>
              <a:ln w="19050" cap="flat" cmpd="sng">
                <a:solidFill>
                  <a:srgbClr val="666666"/>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800">
                    <a:latin typeface="Calibri"/>
                    <a:ea typeface="Calibri"/>
                    <a:cs typeface="Calibri"/>
                    <a:sym typeface="Calibri"/>
                  </a:rPr>
                  <a:t>5</a:t>
                </a:r>
                <a:endParaRPr sz="1800">
                  <a:latin typeface="Calibri"/>
                  <a:ea typeface="Calibri"/>
                  <a:cs typeface="Calibri"/>
                  <a:sym typeface="Calibri"/>
                </a:endParaRPr>
              </a:p>
            </p:txBody>
          </p:sp>
          <p:sp>
            <p:nvSpPr>
              <p:cNvPr id="1319" name="Google Shape;1319;p88"/>
              <p:cNvSpPr/>
              <p:nvPr/>
            </p:nvSpPr>
            <p:spPr>
              <a:xfrm>
                <a:off x="5591755" y="3607075"/>
                <a:ext cx="540000" cy="495300"/>
              </a:xfrm>
              <a:prstGeom prst="rect">
                <a:avLst/>
              </a:prstGeom>
              <a:solidFill>
                <a:srgbClr val="D9D9D9"/>
              </a:solidFill>
              <a:ln w="19050" cap="flat" cmpd="sng">
                <a:solidFill>
                  <a:srgbClr val="666666"/>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800">
                    <a:latin typeface="Calibri"/>
                    <a:ea typeface="Calibri"/>
                    <a:cs typeface="Calibri"/>
                    <a:sym typeface="Calibri"/>
                  </a:rPr>
                  <a:t>9</a:t>
                </a:r>
                <a:endParaRPr sz="1800">
                  <a:latin typeface="Calibri"/>
                  <a:ea typeface="Calibri"/>
                  <a:cs typeface="Calibri"/>
                  <a:sym typeface="Calibri"/>
                </a:endParaRPr>
              </a:p>
            </p:txBody>
          </p:sp>
          <p:sp>
            <p:nvSpPr>
              <p:cNvPr id="1320" name="Google Shape;1320;p88"/>
              <p:cNvSpPr/>
              <p:nvPr/>
            </p:nvSpPr>
            <p:spPr>
              <a:xfrm>
                <a:off x="6125336" y="3607075"/>
                <a:ext cx="540000" cy="495300"/>
              </a:xfrm>
              <a:prstGeom prst="rect">
                <a:avLst/>
              </a:prstGeom>
              <a:solidFill>
                <a:srgbClr val="B1DD8B"/>
              </a:solidFill>
              <a:ln w="19050" cap="flat" cmpd="sng">
                <a:solidFill>
                  <a:srgbClr val="666666"/>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800">
                    <a:latin typeface="Calibri"/>
                    <a:ea typeface="Calibri"/>
                    <a:cs typeface="Calibri"/>
                    <a:sym typeface="Calibri"/>
                  </a:rPr>
                  <a:t>10</a:t>
                </a:r>
                <a:endParaRPr sz="1800">
                  <a:latin typeface="Calibri"/>
                  <a:ea typeface="Calibri"/>
                  <a:cs typeface="Calibri"/>
                  <a:sym typeface="Calibri"/>
                </a:endParaRPr>
              </a:p>
            </p:txBody>
          </p:sp>
          <p:sp>
            <p:nvSpPr>
              <p:cNvPr id="1321" name="Google Shape;1321;p88"/>
              <p:cNvSpPr/>
              <p:nvPr/>
            </p:nvSpPr>
            <p:spPr>
              <a:xfrm>
                <a:off x="6654391" y="3607075"/>
                <a:ext cx="540000" cy="495300"/>
              </a:xfrm>
              <a:prstGeom prst="rect">
                <a:avLst/>
              </a:prstGeom>
              <a:solidFill>
                <a:srgbClr val="D9D9D9"/>
              </a:solidFill>
              <a:ln w="19050" cap="flat" cmpd="sng">
                <a:solidFill>
                  <a:srgbClr val="666666"/>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800">
                    <a:latin typeface="Calibri"/>
                    <a:ea typeface="Calibri"/>
                    <a:cs typeface="Calibri"/>
                    <a:sym typeface="Calibri"/>
                  </a:rPr>
                  <a:t>4</a:t>
                </a:r>
                <a:endParaRPr sz="1800">
                  <a:latin typeface="Calibri"/>
                  <a:ea typeface="Calibri"/>
                  <a:cs typeface="Calibri"/>
                  <a:sym typeface="Calibri"/>
                </a:endParaRPr>
              </a:p>
            </p:txBody>
          </p:sp>
          <p:sp>
            <p:nvSpPr>
              <p:cNvPr id="1322" name="Google Shape;1322;p88"/>
              <p:cNvSpPr/>
              <p:nvPr/>
            </p:nvSpPr>
            <p:spPr>
              <a:xfrm>
                <a:off x="7182959" y="3607075"/>
                <a:ext cx="540000" cy="495300"/>
              </a:xfrm>
              <a:prstGeom prst="rect">
                <a:avLst/>
              </a:prstGeom>
              <a:solidFill>
                <a:srgbClr val="D9D9D9"/>
              </a:solidFill>
              <a:ln w="19050" cap="flat" cmpd="sng">
                <a:solidFill>
                  <a:srgbClr val="666666"/>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800">
                    <a:latin typeface="Calibri"/>
                    <a:ea typeface="Calibri"/>
                    <a:cs typeface="Calibri"/>
                    <a:sym typeface="Calibri"/>
                  </a:rPr>
                  <a:t>10</a:t>
                </a:r>
                <a:endParaRPr sz="1800">
                  <a:latin typeface="Calibri"/>
                  <a:ea typeface="Calibri"/>
                  <a:cs typeface="Calibri"/>
                  <a:sym typeface="Calibri"/>
                </a:endParaRPr>
              </a:p>
            </p:txBody>
          </p:sp>
          <p:sp>
            <p:nvSpPr>
              <p:cNvPr id="1323" name="Google Shape;1323;p88"/>
              <p:cNvSpPr/>
              <p:nvPr/>
            </p:nvSpPr>
            <p:spPr>
              <a:xfrm>
                <a:off x="7712013" y="3607075"/>
                <a:ext cx="540000" cy="495300"/>
              </a:xfrm>
              <a:prstGeom prst="rect">
                <a:avLst/>
              </a:prstGeom>
              <a:solidFill>
                <a:srgbClr val="D9D9D9"/>
              </a:solidFill>
              <a:ln w="19050" cap="flat" cmpd="sng">
                <a:solidFill>
                  <a:srgbClr val="666666"/>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800">
                    <a:latin typeface="Calibri"/>
                    <a:ea typeface="Calibri"/>
                    <a:cs typeface="Calibri"/>
                    <a:sym typeface="Calibri"/>
                  </a:rPr>
                  <a:t>550</a:t>
                </a:r>
                <a:endParaRPr sz="1800">
                  <a:latin typeface="Calibri"/>
                  <a:ea typeface="Calibri"/>
                  <a:cs typeface="Calibri"/>
                  <a:sym typeface="Calibri"/>
                </a:endParaRPr>
              </a:p>
            </p:txBody>
          </p:sp>
          <p:sp>
            <p:nvSpPr>
              <p:cNvPr id="1324" name="Google Shape;1324;p88"/>
              <p:cNvSpPr/>
              <p:nvPr/>
            </p:nvSpPr>
            <p:spPr>
              <a:xfrm>
                <a:off x="8245595" y="3607075"/>
                <a:ext cx="540000" cy="495300"/>
              </a:xfrm>
              <a:prstGeom prst="rect">
                <a:avLst/>
              </a:prstGeom>
              <a:solidFill>
                <a:srgbClr val="D9D9D9"/>
              </a:solidFill>
              <a:ln w="19050" cap="flat" cmpd="sng">
                <a:solidFill>
                  <a:srgbClr val="666666"/>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800">
                    <a:latin typeface="Calibri"/>
                    <a:ea typeface="Calibri"/>
                    <a:cs typeface="Calibri"/>
                    <a:sym typeface="Calibri"/>
                  </a:rPr>
                  <a:t>330</a:t>
                </a:r>
                <a:endParaRPr sz="1800">
                  <a:latin typeface="Calibri"/>
                  <a:ea typeface="Calibri"/>
                  <a:cs typeface="Calibri"/>
                  <a:sym typeface="Calibri"/>
                </a:endParaRPr>
              </a:p>
            </p:txBody>
          </p:sp>
          <p:sp>
            <p:nvSpPr>
              <p:cNvPr id="1325" name="Google Shape;1325;p88"/>
              <p:cNvSpPr txBox="1"/>
              <p:nvPr/>
            </p:nvSpPr>
            <p:spPr>
              <a:xfrm>
                <a:off x="118850" y="2731650"/>
                <a:ext cx="540000" cy="3087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2400">
                    <a:latin typeface="Consolas"/>
                    <a:ea typeface="Consolas"/>
                    <a:cs typeface="Consolas"/>
                    <a:sym typeface="Consolas"/>
                  </a:rPr>
                  <a:t>A.</a:t>
                </a:r>
                <a:endParaRPr sz="2400">
                  <a:latin typeface="Consolas"/>
                  <a:ea typeface="Consolas"/>
                  <a:cs typeface="Consolas"/>
                  <a:sym typeface="Consolas"/>
                </a:endParaRPr>
              </a:p>
            </p:txBody>
          </p:sp>
          <p:sp>
            <p:nvSpPr>
              <p:cNvPr id="1326" name="Google Shape;1326;p88"/>
              <p:cNvSpPr txBox="1"/>
              <p:nvPr/>
            </p:nvSpPr>
            <p:spPr>
              <a:xfrm>
                <a:off x="118850" y="3569850"/>
                <a:ext cx="540000" cy="3087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2400">
                    <a:latin typeface="Consolas"/>
                    <a:ea typeface="Consolas"/>
                    <a:cs typeface="Consolas"/>
                    <a:sym typeface="Consolas"/>
                  </a:rPr>
                  <a:t>C.</a:t>
                </a:r>
                <a:endParaRPr sz="2400">
                  <a:latin typeface="Consolas"/>
                  <a:ea typeface="Consolas"/>
                  <a:cs typeface="Consolas"/>
                  <a:sym typeface="Consolas"/>
                </a:endParaRPr>
              </a:p>
            </p:txBody>
          </p:sp>
          <p:sp>
            <p:nvSpPr>
              <p:cNvPr id="1327" name="Google Shape;1327;p88"/>
              <p:cNvSpPr txBox="1"/>
              <p:nvPr/>
            </p:nvSpPr>
            <p:spPr>
              <a:xfrm>
                <a:off x="4583218" y="2750339"/>
                <a:ext cx="540000" cy="3087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2400">
                    <a:latin typeface="Consolas"/>
                    <a:ea typeface="Consolas"/>
                    <a:cs typeface="Consolas"/>
                    <a:sym typeface="Consolas"/>
                  </a:rPr>
                  <a:t>B.</a:t>
                </a:r>
                <a:endParaRPr sz="2400">
                  <a:latin typeface="Consolas"/>
                  <a:ea typeface="Consolas"/>
                  <a:cs typeface="Consolas"/>
                  <a:sym typeface="Consolas"/>
                </a:endParaRPr>
              </a:p>
            </p:txBody>
          </p:sp>
          <p:sp>
            <p:nvSpPr>
              <p:cNvPr id="1328" name="Google Shape;1328;p88"/>
              <p:cNvSpPr txBox="1"/>
              <p:nvPr/>
            </p:nvSpPr>
            <p:spPr>
              <a:xfrm>
                <a:off x="4583218" y="3588539"/>
                <a:ext cx="540000" cy="3087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2400">
                    <a:latin typeface="Consolas"/>
                    <a:ea typeface="Consolas"/>
                    <a:cs typeface="Consolas"/>
                    <a:sym typeface="Consolas"/>
                  </a:rPr>
                  <a:t>D.</a:t>
                </a:r>
                <a:endParaRPr sz="2400">
                  <a:latin typeface="Consolas"/>
                  <a:ea typeface="Consolas"/>
                  <a:cs typeface="Consolas"/>
                  <a:sym typeface="Consolas"/>
                </a:endParaRPr>
              </a:p>
            </p:txBody>
          </p:sp>
        </p:grpSp>
        <p:sp>
          <p:nvSpPr>
            <p:cNvPr id="1329" name="Google Shape;1329;p88"/>
            <p:cNvSpPr txBox="1"/>
            <p:nvPr/>
          </p:nvSpPr>
          <p:spPr>
            <a:xfrm>
              <a:off x="2331225" y="2435550"/>
              <a:ext cx="268200" cy="2199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a:latin typeface="Consolas"/>
                  <a:ea typeface="Consolas"/>
                  <a:cs typeface="Consolas"/>
                  <a:sym typeface="Consolas"/>
                </a:rPr>
                <a:t>j</a:t>
              </a:r>
              <a:endParaRPr>
                <a:latin typeface="Consolas"/>
                <a:ea typeface="Consolas"/>
                <a:cs typeface="Consolas"/>
                <a:sym typeface="Consolas"/>
              </a:endParaRPr>
            </a:p>
          </p:txBody>
        </p:sp>
        <p:sp>
          <p:nvSpPr>
            <p:cNvPr id="1330" name="Google Shape;1330;p88"/>
            <p:cNvSpPr txBox="1"/>
            <p:nvPr/>
          </p:nvSpPr>
          <p:spPr>
            <a:xfrm>
              <a:off x="6759000" y="2444850"/>
              <a:ext cx="268200" cy="2199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a:latin typeface="Consolas"/>
                  <a:ea typeface="Consolas"/>
                  <a:cs typeface="Consolas"/>
                  <a:sym typeface="Consolas"/>
                </a:rPr>
                <a:t>j</a:t>
              </a:r>
              <a:endParaRPr>
                <a:latin typeface="Consolas"/>
                <a:ea typeface="Consolas"/>
                <a:cs typeface="Consolas"/>
                <a:sym typeface="Consolas"/>
              </a:endParaRPr>
            </a:p>
          </p:txBody>
        </p:sp>
        <p:sp>
          <p:nvSpPr>
            <p:cNvPr id="1331" name="Google Shape;1331;p88"/>
            <p:cNvSpPr txBox="1"/>
            <p:nvPr/>
          </p:nvSpPr>
          <p:spPr>
            <a:xfrm>
              <a:off x="2837000" y="3281293"/>
              <a:ext cx="268200" cy="2199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a:latin typeface="Consolas"/>
                  <a:ea typeface="Consolas"/>
                  <a:cs typeface="Consolas"/>
                  <a:sym typeface="Consolas"/>
                </a:rPr>
                <a:t>j</a:t>
              </a:r>
              <a:endParaRPr>
                <a:latin typeface="Consolas"/>
                <a:ea typeface="Consolas"/>
                <a:cs typeface="Consolas"/>
                <a:sym typeface="Consolas"/>
              </a:endParaRPr>
            </a:p>
          </p:txBody>
        </p:sp>
        <p:sp>
          <p:nvSpPr>
            <p:cNvPr id="1332" name="Google Shape;1332;p88"/>
            <p:cNvSpPr txBox="1"/>
            <p:nvPr/>
          </p:nvSpPr>
          <p:spPr>
            <a:xfrm>
              <a:off x="6225600" y="3283050"/>
              <a:ext cx="268200" cy="2199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a:latin typeface="Consolas"/>
                  <a:ea typeface="Consolas"/>
                  <a:cs typeface="Consolas"/>
                  <a:sym typeface="Consolas"/>
                </a:rPr>
                <a:t>j</a:t>
              </a:r>
              <a:endParaRPr>
                <a:latin typeface="Consolas"/>
                <a:ea typeface="Consolas"/>
                <a:cs typeface="Consolas"/>
                <a:sym typeface="Consolas"/>
              </a:endParaRPr>
            </a:p>
          </p:txBody>
        </p:sp>
      </p:grpSp>
      <p:cxnSp>
        <p:nvCxnSpPr>
          <p:cNvPr id="1333" name="Google Shape;1333;p88"/>
          <p:cNvCxnSpPr/>
          <p:nvPr/>
        </p:nvCxnSpPr>
        <p:spPr>
          <a:xfrm flipH="1">
            <a:off x="6854325" y="1433275"/>
            <a:ext cx="389400" cy="202500"/>
          </a:xfrm>
          <a:prstGeom prst="straightConnector1">
            <a:avLst/>
          </a:prstGeom>
          <a:noFill/>
          <a:ln w="19050" cap="flat" cmpd="sng">
            <a:solidFill>
              <a:schemeClr val="dk2"/>
            </a:solidFill>
            <a:prstDash val="solid"/>
            <a:round/>
            <a:headEnd type="none" w="med" len="med"/>
            <a:tailEnd type="triangle" w="med" len="med"/>
          </a:ln>
        </p:spPr>
      </p:cxnSp>
      <p:sp>
        <p:nvSpPr>
          <p:cNvPr id="1334" name="Google Shape;1334;p88"/>
          <p:cNvSpPr txBox="1"/>
          <p:nvPr/>
        </p:nvSpPr>
        <p:spPr>
          <a:xfrm>
            <a:off x="7181400" y="1137300"/>
            <a:ext cx="1680300" cy="3072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a:t>Called the ‘pivot’.</a:t>
            </a:r>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295"/>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29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1338"/>
        <p:cNvGrpSpPr/>
        <p:nvPr/>
      </p:nvGrpSpPr>
      <p:grpSpPr>
        <a:xfrm>
          <a:off x="0" y="0"/>
          <a:ext cx="0" cy="0"/>
          <a:chOff x="0" y="0"/>
          <a:chExt cx="0" cy="0"/>
        </a:xfrm>
      </p:grpSpPr>
      <p:sp>
        <p:nvSpPr>
          <p:cNvPr id="1339" name="Google Shape;1339;p89"/>
          <p:cNvSpPr txBox="1">
            <a:spLocks noGrp="1"/>
          </p:cNvSpPr>
          <p:nvPr>
            <p:ph type="title"/>
          </p:nvPr>
        </p:nvSpPr>
        <p:spPr>
          <a:xfrm>
            <a:off x="0" y="0"/>
            <a:ext cx="8520600" cy="3936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The Core Idea of Tony’s Sort: Partitioning</a:t>
            </a:r>
            <a:endParaRPr/>
          </a:p>
        </p:txBody>
      </p:sp>
      <p:sp>
        <p:nvSpPr>
          <p:cNvPr id="1340" name="Google Shape;1340;p89"/>
          <p:cNvSpPr txBox="1">
            <a:spLocks noGrp="1"/>
          </p:cNvSpPr>
          <p:nvPr>
            <p:ph type="body" idx="1"/>
          </p:nvPr>
        </p:nvSpPr>
        <p:spPr>
          <a:xfrm>
            <a:off x="107044" y="402200"/>
            <a:ext cx="8520600" cy="3416400"/>
          </a:xfrm>
          <a:prstGeom prst="rect">
            <a:avLst/>
          </a:prstGeom>
        </p:spPr>
        <p:txBody>
          <a:bodyPr spcFirstLastPara="1" wrap="square" lIns="91425" tIns="91425" rIns="91425" bIns="91425" anchor="t" anchorCtr="0">
            <a:noAutofit/>
          </a:bodyPr>
          <a:lstStyle/>
          <a:p>
            <a:pPr marL="0" lvl="0" indent="0" algn="l" rtl="0">
              <a:spcBef>
                <a:spcPts val="600"/>
              </a:spcBef>
              <a:spcAft>
                <a:spcPts val="0"/>
              </a:spcAft>
              <a:buNone/>
            </a:pPr>
            <a:r>
              <a:rPr lang="en"/>
              <a:t>To partition an array a[] on element </a:t>
            </a:r>
            <a:r>
              <a:rPr lang="en">
                <a:solidFill>
                  <a:srgbClr val="000000"/>
                </a:solidFill>
                <a:highlight>
                  <a:srgbClr val="B1DD8B"/>
                </a:highlight>
              </a:rPr>
              <a:t>x=a[i]</a:t>
            </a:r>
            <a:r>
              <a:rPr lang="en"/>
              <a:t> is to rearrange a[] so that:</a:t>
            </a:r>
            <a:endParaRPr/>
          </a:p>
          <a:p>
            <a:pPr marL="457200" lvl="0" indent="-342900" algn="l" rtl="0">
              <a:spcBef>
                <a:spcPts val="600"/>
              </a:spcBef>
              <a:spcAft>
                <a:spcPts val="0"/>
              </a:spcAft>
              <a:buSzPts val="1800"/>
              <a:buChar char="●"/>
            </a:pPr>
            <a:r>
              <a:rPr lang="en"/>
              <a:t>x moves to position j (may be the same as i)</a:t>
            </a:r>
            <a:endParaRPr/>
          </a:p>
          <a:p>
            <a:pPr marL="457200" lvl="0" indent="-342900" algn="l" rtl="0">
              <a:spcBef>
                <a:spcPts val="0"/>
              </a:spcBef>
              <a:spcAft>
                <a:spcPts val="0"/>
              </a:spcAft>
              <a:buSzPts val="1800"/>
              <a:buChar char="●"/>
            </a:pPr>
            <a:r>
              <a:rPr lang="en"/>
              <a:t>All entries to the left of </a:t>
            </a:r>
            <a:r>
              <a:rPr lang="en">
                <a:solidFill>
                  <a:srgbClr val="000000"/>
                </a:solidFill>
                <a:highlight>
                  <a:srgbClr val="B1DD8B"/>
                </a:highlight>
              </a:rPr>
              <a:t>x</a:t>
            </a:r>
            <a:r>
              <a:rPr lang="en"/>
              <a:t> are &lt;= </a:t>
            </a:r>
            <a:r>
              <a:rPr lang="en">
                <a:highlight>
                  <a:srgbClr val="B1DD8B"/>
                </a:highlight>
              </a:rPr>
              <a:t>x</a:t>
            </a:r>
            <a:r>
              <a:rPr lang="en"/>
              <a:t>.</a:t>
            </a:r>
            <a:endParaRPr/>
          </a:p>
          <a:p>
            <a:pPr marL="457200" lvl="0" indent="-342900" algn="l" rtl="0">
              <a:spcBef>
                <a:spcPts val="0"/>
              </a:spcBef>
              <a:spcAft>
                <a:spcPts val="0"/>
              </a:spcAft>
              <a:buSzPts val="1800"/>
              <a:buChar char="●"/>
            </a:pPr>
            <a:r>
              <a:rPr lang="en"/>
              <a:t>All entries to the right of </a:t>
            </a:r>
            <a:r>
              <a:rPr lang="en">
                <a:solidFill>
                  <a:srgbClr val="000000"/>
                </a:solidFill>
                <a:highlight>
                  <a:srgbClr val="B1DD8B"/>
                </a:highlight>
              </a:rPr>
              <a:t>x</a:t>
            </a:r>
            <a:r>
              <a:rPr lang="en"/>
              <a:t> are &gt;= </a:t>
            </a:r>
            <a:r>
              <a:rPr lang="en">
                <a:highlight>
                  <a:srgbClr val="B1DD8B"/>
                </a:highlight>
              </a:rPr>
              <a:t>x</a:t>
            </a:r>
            <a:r>
              <a:rPr lang="en"/>
              <a:t>.</a:t>
            </a:r>
            <a:endParaRPr/>
          </a:p>
        </p:txBody>
      </p:sp>
      <p:sp>
        <p:nvSpPr>
          <p:cNvPr id="1341" name="Google Shape;1341;p89"/>
          <p:cNvSpPr/>
          <p:nvPr/>
        </p:nvSpPr>
        <p:spPr>
          <a:xfrm>
            <a:off x="5291050" y="1740625"/>
            <a:ext cx="540000" cy="495300"/>
          </a:xfrm>
          <a:prstGeom prst="rect">
            <a:avLst/>
          </a:prstGeom>
          <a:solidFill>
            <a:srgbClr val="D9D9D9"/>
          </a:solidFill>
          <a:ln w="19050" cap="flat" cmpd="sng">
            <a:solidFill>
              <a:srgbClr val="666666"/>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800">
                <a:latin typeface="Calibri"/>
                <a:ea typeface="Calibri"/>
                <a:cs typeface="Calibri"/>
                <a:sym typeface="Calibri"/>
              </a:rPr>
              <a:t>5</a:t>
            </a:r>
            <a:endParaRPr sz="1800">
              <a:latin typeface="Calibri"/>
              <a:ea typeface="Calibri"/>
              <a:cs typeface="Calibri"/>
              <a:sym typeface="Calibri"/>
            </a:endParaRPr>
          </a:p>
        </p:txBody>
      </p:sp>
      <p:sp>
        <p:nvSpPr>
          <p:cNvPr id="1342" name="Google Shape;1342;p89"/>
          <p:cNvSpPr/>
          <p:nvPr/>
        </p:nvSpPr>
        <p:spPr>
          <a:xfrm>
            <a:off x="5820105" y="1740625"/>
            <a:ext cx="540000" cy="495300"/>
          </a:xfrm>
          <a:prstGeom prst="rect">
            <a:avLst/>
          </a:prstGeom>
          <a:solidFill>
            <a:srgbClr val="D9D9D9"/>
          </a:solidFill>
          <a:ln w="19050" cap="flat" cmpd="sng">
            <a:solidFill>
              <a:srgbClr val="666666"/>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800">
                <a:latin typeface="Calibri"/>
                <a:ea typeface="Calibri"/>
                <a:cs typeface="Calibri"/>
                <a:sym typeface="Calibri"/>
              </a:rPr>
              <a:t>550</a:t>
            </a:r>
            <a:endParaRPr sz="1800">
              <a:latin typeface="Calibri"/>
              <a:ea typeface="Calibri"/>
              <a:cs typeface="Calibri"/>
              <a:sym typeface="Calibri"/>
            </a:endParaRPr>
          </a:p>
        </p:txBody>
      </p:sp>
      <p:sp>
        <p:nvSpPr>
          <p:cNvPr id="1343" name="Google Shape;1343;p89"/>
          <p:cNvSpPr/>
          <p:nvPr/>
        </p:nvSpPr>
        <p:spPr>
          <a:xfrm>
            <a:off x="6353686" y="1740625"/>
            <a:ext cx="540000" cy="495300"/>
          </a:xfrm>
          <a:prstGeom prst="rect">
            <a:avLst/>
          </a:prstGeom>
          <a:solidFill>
            <a:srgbClr val="B1DD8B"/>
          </a:solidFill>
          <a:ln w="19050" cap="flat" cmpd="sng">
            <a:solidFill>
              <a:srgbClr val="666666"/>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800">
                <a:latin typeface="Calibri"/>
                <a:ea typeface="Calibri"/>
                <a:cs typeface="Calibri"/>
                <a:sym typeface="Calibri"/>
              </a:rPr>
              <a:t>10</a:t>
            </a:r>
            <a:endParaRPr sz="1800">
              <a:latin typeface="Calibri"/>
              <a:ea typeface="Calibri"/>
              <a:cs typeface="Calibri"/>
              <a:sym typeface="Calibri"/>
            </a:endParaRPr>
          </a:p>
        </p:txBody>
      </p:sp>
      <p:sp>
        <p:nvSpPr>
          <p:cNvPr id="1344" name="Google Shape;1344;p89"/>
          <p:cNvSpPr/>
          <p:nvPr/>
        </p:nvSpPr>
        <p:spPr>
          <a:xfrm>
            <a:off x="6882741" y="1740625"/>
            <a:ext cx="540000" cy="495300"/>
          </a:xfrm>
          <a:prstGeom prst="rect">
            <a:avLst/>
          </a:prstGeom>
          <a:solidFill>
            <a:srgbClr val="D9D9D9"/>
          </a:solidFill>
          <a:ln w="19050" cap="flat" cmpd="sng">
            <a:solidFill>
              <a:srgbClr val="666666"/>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800">
                <a:latin typeface="Calibri"/>
                <a:ea typeface="Calibri"/>
                <a:cs typeface="Calibri"/>
                <a:sym typeface="Calibri"/>
              </a:rPr>
              <a:t>4</a:t>
            </a:r>
            <a:endParaRPr sz="1800">
              <a:latin typeface="Calibri"/>
              <a:ea typeface="Calibri"/>
              <a:cs typeface="Calibri"/>
              <a:sym typeface="Calibri"/>
            </a:endParaRPr>
          </a:p>
        </p:txBody>
      </p:sp>
      <p:sp>
        <p:nvSpPr>
          <p:cNvPr id="1345" name="Google Shape;1345;p89"/>
          <p:cNvSpPr/>
          <p:nvPr/>
        </p:nvSpPr>
        <p:spPr>
          <a:xfrm>
            <a:off x="7411309" y="1740625"/>
            <a:ext cx="540000" cy="495300"/>
          </a:xfrm>
          <a:prstGeom prst="rect">
            <a:avLst/>
          </a:prstGeom>
          <a:solidFill>
            <a:srgbClr val="D9D9D9"/>
          </a:solidFill>
          <a:ln w="19050" cap="flat" cmpd="sng">
            <a:solidFill>
              <a:srgbClr val="666666"/>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800">
                <a:latin typeface="Calibri"/>
                <a:ea typeface="Calibri"/>
                <a:cs typeface="Calibri"/>
                <a:sym typeface="Calibri"/>
              </a:rPr>
              <a:t>10</a:t>
            </a:r>
            <a:endParaRPr sz="1800">
              <a:latin typeface="Calibri"/>
              <a:ea typeface="Calibri"/>
              <a:cs typeface="Calibri"/>
              <a:sym typeface="Calibri"/>
            </a:endParaRPr>
          </a:p>
        </p:txBody>
      </p:sp>
      <p:sp>
        <p:nvSpPr>
          <p:cNvPr id="1346" name="Google Shape;1346;p89"/>
          <p:cNvSpPr/>
          <p:nvPr/>
        </p:nvSpPr>
        <p:spPr>
          <a:xfrm>
            <a:off x="7940363" y="1740625"/>
            <a:ext cx="540000" cy="495300"/>
          </a:xfrm>
          <a:prstGeom prst="rect">
            <a:avLst/>
          </a:prstGeom>
          <a:solidFill>
            <a:srgbClr val="D9D9D9"/>
          </a:solidFill>
          <a:ln w="19050" cap="flat" cmpd="sng">
            <a:solidFill>
              <a:srgbClr val="666666"/>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800">
                <a:latin typeface="Calibri"/>
                <a:ea typeface="Calibri"/>
                <a:cs typeface="Calibri"/>
                <a:sym typeface="Calibri"/>
              </a:rPr>
              <a:t>9</a:t>
            </a:r>
            <a:endParaRPr sz="1800">
              <a:latin typeface="Calibri"/>
              <a:ea typeface="Calibri"/>
              <a:cs typeface="Calibri"/>
              <a:sym typeface="Calibri"/>
            </a:endParaRPr>
          </a:p>
        </p:txBody>
      </p:sp>
      <p:sp>
        <p:nvSpPr>
          <p:cNvPr id="1347" name="Google Shape;1347;p89"/>
          <p:cNvSpPr/>
          <p:nvPr/>
        </p:nvSpPr>
        <p:spPr>
          <a:xfrm>
            <a:off x="8473945" y="1740625"/>
            <a:ext cx="540000" cy="495300"/>
          </a:xfrm>
          <a:prstGeom prst="rect">
            <a:avLst/>
          </a:prstGeom>
          <a:solidFill>
            <a:srgbClr val="D9D9D9"/>
          </a:solidFill>
          <a:ln w="19050" cap="flat" cmpd="sng">
            <a:solidFill>
              <a:srgbClr val="666666"/>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800">
                <a:latin typeface="Calibri"/>
                <a:ea typeface="Calibri"/>
                <a:cs typeface="Calibri"/>
                <a:sym typeface="Calibri"/>
              </a:rPr>
              <a:t>330</a:t>
            </a:r>
            <a:endParaRPr sz="1800">
              <a:latin typeface="Calibri"/>
              <a:ea typeface="Calibri"/>
              <a:cs typeface="Calibri"/>
              <a:sym typeface="Calibri"/>
            </a:endParaRPr>
          </a:p>
        </p:txBody>
      </p:sp>
      <p:sp>
        <p:nvSpPr>
          <p:cNvPr id="1348" name="Google Shape;1348;p89"/>
          <p:cNvSpPr txBox="1">
            <a:spLocks noGrp="1"/>
          </p:cNvSpPr>
          <p:nvPr>
            <p:ph type="body" idx="1"/>
          </p:nvPr>
        </p:nvSpPr>
        <p:spPr>
          <a:xfrm>
            <a:off x="243000" y="4255650"/>
            <a:ext cx="8618700" cy="882600"/>
          </a:xfrm>
          <a:prstGeom prst="rect">
            <a:avLst/>
          </a:prstGeom>
        </p:spPr>
        <p:txBody>
          <a:bodyPr spcFirstLastPara="1" wrap="square" lIns="91425" tIns="91425" rIns="91425" bIns="91425" anchor="t" anchorCtr="0">
            <a:noAutofit/>
          </a:bodyPr>
          <a:lstStyle/>
          <a:p>
            <a:pPr marL="0" lvl="0" indent="0" algn="l" rtl="0">
              <a:spcBef>
                <a:spcPts val="600"/>
              </a:spcBef>
              <a:spcAft>
                <a:spcPts val="0"/>
              </a:spcAft>
              <a:buNone/>
            </a:pPr>
            <a:r>
              <a:rPr lang="en"/>
              <a:t>Which partitions are valid?</a:t>
            </a:r>
            <a:endParaRPr/>
          </a:p>
        </p:txBody>
      </p:sp>
      <p:sp>
        <p:nvSpPr>
          <p:cNvPr id="1349" name="Google Shape;1349;p89"/>
          <p:cNvSpPr txBox="1"/>
          <p:nvPr/>
        </p:nvSpPr>
        <p:spPr>
          <a:xfrm>
            <a:off x="6490800" y="1444475"/>
            <a:ext cx="268200" cy="2199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a:latin typeface="Consolas"/>
                <a:ea typeface="Consolas"/>
                <a:cs typeface="Consolas"/>
                <a:sym typeface="Consolas"/>
              </a:rPr>
              <a:t>i</a:t>
            </a:r>
            <a:endParaRPr>
              <a:latin typeface="Consolas"/>
              <a:ea typeface="Consolas"/>
              <a:cs typeface="Consolas"/>
              <a:sym typeface="Consolas"/>
            </a:endParaRPr>
          </a:p>
        </p:txBody>
      </p:sp>
      <p:grpSp>
        <p:nvGrpSpPr>
          <p:cNvPr id="1350" name="Google Shape;1350;p89"/>
          <p:cNvGrpSpPr/>
          <p:nvPr/>
        </p:nvGrpSpPr>
        <p:grpSpPr>
          <a:xfrm>
            <a:off x="118850" y="2435550"/>
            <a:ext cx="8666745" cy="1666825"/>
            <a:chOff x="118850" y="2435550"/>
            <a:chExt cx="8666745" cy="1666825"/>
          </a:xfrm>
        </p:grpSpPr>
        <p:grpSp>
          <p:nvGrpSpPr>
            <p:cNvPr id="1351" name="Google Shape;1351;p89"/>
            <p:cNvGrpSpPr/>
            <p:nvPr/>
          </p:nvGrpSpPr>
          <p:grpSpPr>
            <a:xfrm>
              <a:off x="118850" y="2731650"/>
              <a:ext cx="8666745" cy="1370725"/>
              <a:chOff x="118850" y="2731650"/>
              <a:chExt cx="8666745" cy="1370725"/>
            </a:xfrm>
          </p:grpSpPr>
          <p:sp>
            <p:nvSpPr>
              <p:cNvPr id="1352" name="Google Shape;1352;p89"/>
              <p:cNvSpPr/>
              <p:nvPr/>
            </p:nvSpPr>
            <p:spPr>
              <a:xfrm>
                <a:off x="602100" y="2768875"/>
                <a:ext cx="540000" cy="495300"/>
              </a:xfrm>
              <a:prstGeom prst="rect">
                <a:avLst/>
              </a:prstGeom>
              <a:solidFill>
                <a:srgbClr val="D9D9D9"/>
              </a:solidFill>
              <a:ln w="19050" cap="flat" cmpd="sng">
                <a:solidFill>
                  <a:srgbClr val="666666"/>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800">
                    <a:latin typeface="Calibri"/>
                    <a:ea typeface="Calibri"/>
                    <a:cs typeface="Calibri"/>
                    <a:sym typeface="Calibri"/>
                  </a:rPr>
                  <a:t>4</a:t>
                </a:r>
                <a:endParaRPr sz="1800">
                  <a:latin typeface="Calibri"/>
                  <a:ea typeface="Calibri"/>
                  <a:cs typeface="Calibri"/>
                  <a:sym typeface="Calibri"/>
                </a:endParaRPr>
              </a:p>
            </p:txBody>
          </p:sp>
          <p:sp>
            <p:nvSpPr>
              <p:cNvPr id="1353" name="Google Shape;1353;p89"/>
              <p:cNvSpPr/>
              <p:nvPr/>
            </p:nvSpPr>
            <p:spPr>
              <a:xfrm>
                <a:off x="1131155" y="2768875"/>
                <a:ext cx="540000" cy="495300"/>
              </a:xfrm>
              <a:prstGeom prst="rect">
                <a:avLst/>
              </a:prstGeom>
              <a:solidFill>
                <a:srgbClr val="D9D9D9"/>
              </a:solidFill>
              <a:ln w="19050" cap="flat" cmpd="sng">
                <a:solidFill>
                  <a:srgbClr val="666666"/>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800">
                    <a:latin typeface="Calibri"/>
                    <a:ea typeface="Calibri"/>
                    <a:cs typeface="Calibri"/>
                    <a:sym typeface="Calibri"/>
                  </a:rPr>
                  <a:t>5</a:t>
                </a:r>
                <a:endParaRPr sz="1800">
                  <a:latin typeface="Calibri"/>
                  <a:ea typeface="Calibri"/>
                  <a:cs typeface="Calibri"/>
                  <a:sym typeface="Calibri"/>
                </a:endParaRPr>
              </a:p>
            </p:txBody>
          </p:sp>
          <p:sp>
            <p:nvSpPr>
              <p:cNvPr id="1354" name="Google Shape;1354;p89"/>
              <p:cNvSpPr/>
              <p:nvPr/>
            </p:nvSpPr>
            <p:spPr>
              <a:xfrm>
                <a:off x="1664737" y="2768875"/>
                <a:ext cx="540000" cy="495300"/>
              </a:xfrm>
              <a:prstGeom prst="rect">
                <a:avLst/>
              </a:prstGeom>
              <a:solidFill>
                <a:srgbClr val="D9D9D9"/>
              </a:solidFill>
              <a:ln w="19050" cap="flat" cmpd="sng">
                <a:solidFill>
                  <a:srgbClr val="666666"/>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800">
                    <a:latin typeface="Calibri"/>
                    <a:ea typeface="Calibri"/>
                    <a:cs typeface="Calibri"/>
                    <a:sym typeface="Calibri"/>
                  </a:rPr>
                  <a:t>9</a:t>
                </a:r>
                <a:endParaRPr sz="1800">
                  <a:latin typeface="Calibri"/>
                  <a:ea typeface="Calibri"/>
                  <a:cs typeface="Calibri"/>
                  <a:sym typeface="Calibri"/>
                </a:endParaRPr>
              </a:p>
            </p:txBody>
          </p:sp>
          <p:sp>
            <p:nvSpPr>
              <p:cNvPr id="1355" name="Google Shape;1355;p89"/>
              <p:cNvSpPr/>
              <p:nvPr/>
            </p:nvSpPr>
            <p:spPr>
              <a:xfrm>
                <a:off x="2193791" y="2768875"/>
                <a:ext cx="540000" cy="495300"/>
              </a:xfrm>
              <a:prstGeom prst="rect">
                <a:avLst/>
              </a:prstGeom>
              <a:solidFill>
                <a:srgbClr val="B1DD8B"/>
              </a:solidFill>
              <a:ln w="19050" cap="flat" cmpd="sng">
                <a:solidFill>
                  <a:srgbClr val="666666"/>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800">
                    <a:latin typeface="Calibri"/>
                    <a:ea typeface="Calibri"/>
                    <a:cs typeface="Calibri"/>
                    <a:sym typeface="Calibri"/>
                  </a:rPr>
                  <a:t>10</a:t>
                </a:r>
                <a:endParaRPr sz="1800">
                  <a:latin typeface="Calibri"/>
                  <a:ea typeface="Calibri"/>
                  <a:cs typeface="Calibri"/>
                  <a:sym typeface="Calibri"/>
                </a:endParaRPr>
              </a:p>
            </p:txBody>
          </p:sp>
          <p:sp>
            <p:nvSpPr>
              <p:cNvPr id="1356" name="Google Shape;1356;p89"/>
              <p:cNvSpPr/>
              <p:nvPr/>
            </p:nvSpPr>
            <p:spPr>
              <a:xfrm>
                <a:off x="2722359" y="2768875"/>
                <a:ext cx="540000" cy="495300"/>
              </a:xfrm>
              <a:prstGeom prst="rect">
                <a:avLst/>
              </a:prstGeom>
              <a:solidFill>
                <a:srgbClr val="D9D9D9"/>
              </a:solidFill>
              <a:ln w="19050" cap="flat" cmpd="sng">
                <a:solidFill>
                  <a:srgbClr val="666666"/>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800">
                    <a:latin typeface="Calibri"/>
                    <a:ea typeface="Calibri"/>
                    <a:cs typeface="Calibri"/>
                    <a:sym typeface="Calibri"/>
                  </a:rPr>
                  <a:t>10</a:t>
                </a:r>
                <a:endParaRPr sz="1800">
                  <a:latin typeface="Calibri"/>
                  <a:ea typeface="Calibri"/>
                  <a:cs typeface="Calibri"/>
                  <a:sym typeface="Calibri"/>
                </a:endParaRPr>
              </a:p>
            </p:txBody>
          </p:sp>
          <p:sp>
            <p:nvSpPr>
              <p:cNvPr id="1357" name="Google Shape;1357;p89"/>
              <p:cNvSpPr/>
              <p:nvPr/>
            </p:nvSpPr>
            <p:spPr>
              <a:xfrm>
                <a:off x="3251413" y="2768875"/>
                <a:ext cx="540000" cy="495300"/>
              </a:xfrm>
              <a:prstGeom prst="rect">
                <a:avLst/>
              </a:prstGeom>
              <a:solidFill>
                <a:srgbClr val="D9D9D9"/>
              </a:solidFill>
              <a:ln w="19050" cap="flat" cmpd="sng">
                <a:solidFill>
                  <a:srgbClr val="666666"/>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800">
                    <a:latin typeface="Calibri"/>
                    <a:ea typeface="Calibri"/>
                    <a:cs typeface="Calibri"/>
                    <a:sym typeface="Calibri"/>
                  </a:rPr>
                  <a:t>330</a:t>
                </a:r>
                <a:endParaRPr sz="1800">
                  <a:latin typeface="Calibri"/>
                  <a:ea typeface="Calibri"/>
                  <a:cs typeface="Calibri"/>
                  <a:sym typeface="Calibri"/>
                </a:endParaRPr>
              </a:p>
            </p:txBody>
          </p:sp>
          <p:sp>
            <p:nvSpPr>
              <p:cNvPr id="1358" name="Google Shape;1358;p89"/>
              <p:cNvSpPr/>
              <p:nvPr/>
            </p:nvSpPr>
            <p:spPr>
              <a:xfrm>
                <a:off x="3784995" y="2768875"/>
                <a:ext cx="540000" cy="495300"/>
              </a:xfrm>
              <a:prstGeom prst="rect">
                <a:avLst/>
              </a:prstGeom>
              <a:solidFill>
                <a:srgbClr val="D9D9D9"/>
              </a:solidFill>
              <a:ln w="19050" cap="flat" cmpd="sng">
                <a:solidFill>
                  <a:srgbClr val="666666"/>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800">
                    <a:latin typeface="Calibri"/>
                    <a:ea typeface="Calibri"/>
                    <a:cs typeface="Calibri"/>
                    <a:sym typeface="Calibri"/>
                  </a:rPr>
                  <a:t>550</a:t>
                </a:r>
                <a:endParaRPr sz="1800">
                  <a:latin typeface="Calibri"/>
                  <a:ea typeface="Calibri"/>
                  <a:cs typeface="Calibri"/>
                  <a:sym typeface="Calibri"/>
                </a:endParaRPr>
              </a:p>
            </p:txBody>
          </p:sp>
          <p:sp>
            <p:nvSpPr>
              <p:cNvPr id="1359" name="Google Shape;1359;p89"/>
              <p:cNvSpPr/>
              <p:nvPr/>
            </p:nvSpPr>
            <p:spPr>
              <a:xfrm>
                <a:off x="602100" y="3607075"/>
                <a:ext cx="540000" cy="495300"/>
              </a:xfrm>
              <a:prstGeom prst="rect">
                <a:avLst/>
              </a:prstGeom>
              <a:solidFill>
                <a:srgbClr val="D9D9D9"/>
              </a:solidFill>
              <a:ln w="19050" cap="flat" cmpd="sng">
                <a:solidFill>
                  <a:srgbClr val="666666"/>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800">
                    <a:latin typeface="Calibri"/>
                    <a:ea typeface="Calibri"/>
                    <a:cs typeface="Calibri"/>
                    <a:sym typeface="Calibri"/>
                  </a:rPr>
                  <a:t>5</a:t>
                </a:r>
                <a:endParaRPr sz="1800">
                  <a:latin typeface="Calibri"/>
                  <a:ea typeface="Calibri"/>
                  <a:cs typeface="Calibri"/>
                  <a:sym typeface="Calibri"/>
                </a:endParaRPr>
              </a:p>
            </p:txBody>
          </p:sp>
          <p:sp>
            <p:nvSpPr>
              <p:cNvPr id="1360" name="Google Shape;1360;p89"/>
              <p:cNvSpPr/>
              <p:nvPr/>
            </p:nvSpPr>
            <p:spPr>
              <a:xfrm>
                <a:off x="1131155" y="3607075"/>
                <a:ext cx="540000" cy="495300"/>
              </a:xfrm>
              <a:prstGeom prst="rect">
                <a:avLst/>
              </a:prstGeom>
              <a:solidFill>
                <a:srgbClr val="D9D9D9"/>
              </a:solidFill>
              <a:ln w="19050" cap="flat" cmpd="sng">
                <a:solidFill>
                  <a:srgbClr val="666666"/>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800">
                    <a:latin typeface="Calibri"/>
                    <a:ea typeface="Calibri"/>
                    <a:cs typeface="Calibri"/>
                    <a:sym typeface="Calibri"/>
                  </a:rPr>
                  <a:t>9</a:t>
                </a:r>
                <a:endParaRPr sz="1800">
                  <a:latin typeface="Calibri"/>
                  <a:ea typeface="Calibri"/>
                  <a:cs typeface="Calibri"/>
                  <a:sym typeface="Calibri"/>
                </a:endParaRPr>
              </a:p>
            </p:txBody>
          </p:sp>
          <p:sp>
            <p:nvSpPr>
              <p:cNvPr id="1361" name="Google Shape;1361;p89"/>
              <p:cNvSpPr/>
              <p:nvPr/>
            </p:nvSpPr>
            <p:spPr>
              <a:xfrm>
                <a:off x="1664737" y="3607075"/>
                <a:ext cx="540000" cy="495300"/>
              </a:xfrm>
              <a:prstGeom prst="rect">
                <a:avLst/>
              </a:prstGeom>
              <a:solidFill>
                <a:srgbClr val="D9D9D9"/>
              </a:solidFill>
              <a:ln w="19050" cap="flat" cmpd="sng">
                <a:solidFill>
                  <a:srgbClr val="666666"/>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800">
                    <a:latin typeface="Calibri"/>
                    <a:ea typeface="Calibri"/>
                    <a:cs typeface="Calibri"/>
                    <a:sym typeface="Calibri"/>
                  </a:rPr>
                  <a:t>10</a:t>
                </a:r>
                <a:endParaRPr sz="1800">
                  <a:latin typeface="Calibri"/>
                  <a:ea typeface="Calibri"/>
                  <a:cs typeface="Calibri"/>
                  <a:sym typeface="Calibri"/>
                </a:endParaRPr>
              </a:p>
            </p:txBody>
          </p:sp>
          <p:sp>
            <p:nvSpPr>
              <p:cNvPr id="1362" name="Google Shape;1362;p89"/>
              <p:cNvSpPr/>
              <p:nvPr/>
            </p:nvSpPr>
            <p:spPr>
              <a:xfrm>
                <a:off x="2193791" y="3607075"/>
                <a:ext cx="540000" cy="495300"/>
              </a:xfrm>
              <a:prstGeom prst="rect">
                <a:avLst/>
              </a:prstGeom>
              <a:solidFill>
                <a:srgbClr val="D9D9D9"/>
              </a:solidFill>
              <a:ln w="19050" cap="flat" cmpd="sng">
                <a:solidFill>
                  <a:srgbClr val="666666"/>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800">
                    <a:latin typeface="Calibri"/>
                    <a:ea typeface="Calibri"/>
                    <a:cs typeface="Calibri"/>
                    <a:sym typeface="Calibri"/>
                  </a:rPr>
                  <a:t>4</a:t>
                </a:r>
                <a:endParaRPr sz="1800">
                  <a:latin typeface="Calibri"/>
                  <a:ea typeface="Calibri"/>
                  <a:cs typeface="Calibri"/>
                  <a:sym typeface="Calibri"/>
                </a:endParaRPr>
              </a:p>
            </p:txBody>
          </p:sp>
          <p:sp>
            <p:nvSpPr>
              <p:cNvPr id="1363" name="Google Shape;1363;p89"/>
              <p:cNvSpPr/>
              <p:nvPr/>
            </p:nvSpPr>
            <p:spPr>
              <a:xfrm>
                <a:off x="2722359" y="3607075"/>
                <a:ext cx="540000" cy="495300"/>
              </a:xfrm>
              <a:prstGeom prst="rect">
                <a:avLst/>
              </a:prstGeom>
              <a:solidFill>
                <a:srgbClr val="B1DD8B"/>
              </a:solidFill>
              <a:ln w="19050" cap="flat" cmpd="sng">
                <a:solidFill>
                  <a:srgbClr val="666666"/>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800">
                    <a:latin typeface="Calibri"/>
                    <a:ea typeface="Calibri"/>
                    <a:cs typeface="Calibri"/>
                    <a:sym typeface="Calibri"/>
                  </a:rPr>
                  <a:t>10</a:t>
                </a:r>
                <a:endParaRPr sz="1800">
                  <a:latin typeface="Calibri"/>
                  <a:ea typeface="Calibri"/>
                  <a:cs typeface="Calibri"/>
                  <a:sym typeface="Calibri"/>
                </a:endParaRPr>
              </a:p>
            </p:txBody>
          </p:sp>
          <p:sp>
            <p:nvSpPr>
              <p:cNvPr id="1364" name="Google Shape;1364;p89"/>
              <p:cNvSpPr/>
              <p:nvPr/>
            </p:nvSpPr>
            <p:spPr>
              <a:xfrm>
                <a:off x="3251413" y="3607075"/>
                <a:ext cx="540000" cy="495300"/>
              </a:xfrm>
              <a:prstGeom prst="rect">
                <a:avLst/>
              </a:prstGeom>
              <a:solidFill>
                <a:srgbClr val="D9D9D9"/>
              </a:solidFill>
              <a:ln w="19050" cap="flat" cmpd="sng">
                <a:solidFill>
                  <a:srgbClr val="666666"/>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800">
                    <a:latin typeface="Calibri"/>
                    <a:ea typeface="Calibri"/>
                    <a:cs typeface="Calibri"/>
                    <a:sym typeface="Calibri"/>
                  </a:rPr>
                  <a:t>550</a:t>
                </a:r>
                <a:endParaRPr sz="1800">
                  <a:latin typeface="Calibri"/>
                  <a:ea typeface="Calibri"/>
                  <a:cs typeface="Calibri"/>
                  <a:sym typeface="Calibri"/>
                </a:endParaRPr>
              </a:p>
            </p:txBody>
          </p:sp>
          <p:sp>
            <p:nvSpPr>
              <p:cNvPr id="1365" name="Google Shape;1365;p89"/>
              <p:cNvSpPr/>
              <p:nvPr/>
            </p:nvSpPr>
            <p:spPr>
              <a:xfrm>
                <a:off x="3784995" y="3607075"/>
                <a:ext cx="540000" cy="495300"/>
              </a:xfrm>
              <a:prstGeom prst="rect">
                <a:avLst/>
              </a:prstGeom>
              <a:solidFill>
                <a:srgbClr val="D9D9D9"/>
              </a:solidFill>
              <a:ln w="19050" cap="flat" cmpd="sng">
                <a:solidFill>
                  <a:srgbClr val="666666"/>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800">
                    <a:latin typeface="Calibri"/>
                    <a:ea typeface="Calibri"/>
                    <a:cs typeface="Calibri"/>
                    <a:sym typeface="Calibri"/>
                  </a:rPr>
                  <a:t>330</a:t>
                </a:r>
                <a:endParaRPr sz="1800">
                  <a:latin typeface="Calibri"/>
                  <a:ea typeface="Calibri"/>
                  <a:cs typeface="Calibri"/>
                  <a:sym typeface="Calibri"/>
                </a:endParaRPr>
              </a:p>
            </p:txBody>
          </p:sp>
          <p:sp>
            <p:nvSpPr>
              <p:cNvPr id="1366" name="Google Shape;1366;p89"/>
              <p:cNvSpPr/>
              <p:nvPr/>
            </p:nvSpPr>
            <p:spPr>
              <a:xfrm>
                <a:off x="5062700" y="2768875"/>
                <a:ext cx="540000" cy="495300"/>
              </a:xfrm>
              <a:prstGeom prst="rect">
                <a:avLst/>
              </a:prstGeom>
              <a:solidFill>
                <a:srgbClr val="D9D9D9"/>
              </a:solidFill>
              <a:ln w="19050" cap="flat" cmpd="sng">
                <a:solidFill>
                  <a:srgbClr val="666666"/>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800">
                    <a:latin typeface="Calibri"/>
                    <a:ea typeface="Calibri"/>
                    <a:cs typeface="Calibri"/>
                    <a:sym typeface="Calibri"/>
                  </a:rPr>
                  <a:t>5</a:t>
                </a:r>
                <a:endParaRPr sz="1800">
                  <a:latin typeface="Calibri"/>
                  <a:ea typeface="Calibri"/>
                  <a:cs typeface="Calibri"/>
                  <a:sym typeface="Calibri"/>
                </a:endParaRPr>
              </a:p>
            </p:txBody>
          </p:sp>
          <p:sp>
            <p:nvSpPr>
              <p:cNvPr id="1367" name="Google Shape;1367;p89"/>
              <p:cNvSpPr/>
              <p:nvPr/>
            </p:nvSpPr>
            <p:spPr>
              <a:xfrm>
                <a:off x="5591755" y="2768875"/>
                <a:ext cx="540000" cy="495300"/>
              </a:xfrm>
              <a:prstGeom prst="rect">
                <a:avLst/>
              </a:prstGeom>
              <a:solidFill>
                <a:srgbClr val="D9D9D9"/>
              </a:solidFill>
              <a:ln w="19050" cap="flat" cmpd="sng">
                <a:solidFill>
                  <a:srgbClr val="666666"/>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800">
                    <a:latin typeface="Calibri"/>
                    <a:ea typeface="Calibri"/>
                    <a:cs typeface="Calibri"/>
                    <a:sym typeface="Calibri"/>
                  </a:rPr>
                  <a:t>4</a:t>
                </a:r>
                <a:endParaRPr sz="1800">
                  <a:latin typeface="Calibri"/>
                  <a:ea typeface="Calibri"/>
                  <a:cs typeface="Calibri"/>
                  <a:sym typeface="Calibri"/>
                </a:endParaRPr>
              </a:p>
            </p:txBody>
          </p:sp>
          <p:sp>
            <p:nvSpPr>
              <p:cNvPr id="1368" name="Google Shape;1368;p89"/>
              <p:cNvSpPr/>
              <p:nvPr/>
            </p:nvSpPr>
            <p:spPr>
              <a:xfrm>
                <a:off x="6125336" y="2768875"/>
                <a:ext cx="540000" cy="495300"/>
              </a:xfrm>
              <a:prstGeom prst="rect">
                <a:avLst/>
              </a:prstGeom>
              <a:solidFill>
                <a:srgbClr val="D9D9D9"/>
              </a:solidFill>
              <a:ln w="19050" cap="flat" cmpd="sng">
                <a:solidFill>
                  <a:srgbClr val="666666"/>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800">
                    <a:latin typeface="Calibri"/>
                    <a:ea typeface="Calibri"/>
                    <a:cs typeface="Calibri"/>
                    <a:sym typeface="Calibri"/>
                  </a:rPr>
                  <a:t>9</a:t>
                </a:r>
                <a:endParaRPr sz="1800">
                  <a:latin typeface="Calibri"/>
                  <a:ea typeface="Calibri"/>
                  <a:cs typeface="Calibri"/>
                  <a:sym typeface="Calibri"/>
                </a:endParaRPr>
              </a:p>
            </p:txBody>
          </p:sp>
          <p:sp>
            <p:nvSpPr>
              <p:cNvPr id="1369" name="Google Shape;1369;p89"/>
              <p:cNvSpPr/>
              <p:nvPr/>
            </p:nvSpPr>
            <p:spPr>
              <a:xfrm>
                <a:off x="6654391" y="2768875"/>
                <a:ext cx="540000" cy="495300"/>
              </a:xfrm>
              <a:prstGeom prst="rect">
                <a:avLst/>
              </a:prstGeom>
              <a:solidFill>
                <a:srgbClr val="B1DD8B"/>
              </a:solidFill>
              <a:ln w="19050" cap="flat" cmpd="sng">
                <a:solidFill>
                  <a:srgbClr val="666666"/>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800">
                    <a:latin typeface="Calibri"/>
                    <a:ea typeface="Calibri"/>
                    <a:cs typeface="Calibri"/>
                    <a:sym typeface="Calibri"/>
                  </a:rPr>
                  <a:t>10</a:t>
                </a:r>
                <a:endParaRPr sz="1800">
                  <a:latin typeface="Calibri"/>
                  <a:ea typeface="Calibri"/>
                  <a:cs typeface="Calibri"/>
                  <a:sym typeface="Calibri"/>
                </a:endParaRPr>
              </a:p>
            </p:txBody>
          </p:sp>
          <p:sp>
            <p:nvSpPr>
              <p:cNvPr id="1370" name="Google Shape;1370;p89"/>
              <p:cNvSpPr/>
              <p:nvPr/>
            </p:nvSpPr>
            <p:spPr>
              <a:xfrm>
                <a:off x="7182959" y="2768875"/>
                <a:ext cx="540000" cy="495300"/>
              </a:xfrm>
              <a:prstGeom prst="rect">
                <a:avLst/>
              </a:prstGeom>
              <a:solidFill>
                <a:srgbClr val="D9D9D9"/>
              </a:solidFill>
              <a:ln w="19050" cap="flat" cmpd="sng">
                <a:solidFill>
                  <a:srgbClr val="666666"/>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800">
                    <a:latin typeface="Calibri"/>
                    <a:ea typeface="Calibri"/>
                    <a:cs typeface="Calibri"/>
                    <a:sym typeface="Calibri"/>
                  </a:rPr>
                  <a:t>10</a:t>
                </a:r>
                <a:endParaRPr sz="1800">
                  <a:latin typeface="Calibri"/>
                  <a:ea typeface="Calibri"/>
                  <a:cs typeface="Calibri"/>
                  <a:sym typeface="Calibri"/>
                </a:endParaRPr>
              </a:p>
            </p:txBody>
          </p:sp>
          <p:sp>
            <p:nvSpPr>
              <p:cNvPr id="1371" name="Google Shape;1371;p89"/>
              <p:cNvSpPr/>
              <p:nvPr/>
            </p:nvSpPr>
            <p:spPr>
              <a:xfrm>
                <a:off x="7712013" y="2768875"/>
                <a:ext cx="540000" cy="495300"/>
              </a:xfrm>
              <a:prstGeom prst="rect">
                <a:avLst/>
              </a:prstGeom>
              <a:solidFill>
                <a:srgbClr val="D9D9D9"/>
              </a:solidFill>
              <a:ln w="19050" cap="flat" cmpd="sng">
                <a:solidFill>
                  <a:srgbClr val="666666"/>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800">
                    <a:latin typeface="Calibri"/>
                    <a:ea typeface="Calibri"/>
                    <a:cs typeface="Calibri"/>
                    <a:sym typeface="Calibri"/>
                  </a:rPr>
                  <a:t>550</a:t>
                </a:r>
                <a:endParaRPr sz="1800">
                  <a:latin typeface="Calibri"/>
                  <a:ea typeface="Calibri"/>
                  <a:cs typeface="Calibri"/>
                  <a:sym typeface="Calibri"/>
                </a:endParaRPr>
              </a:p>
            </p:txBody>
          </p:sp>
          <p:sp>
            <p:nvSpPr>
              <p:cNvPr id="1372" name="Google Shape;1372;p89"/>
              <p:cNvSpPr/>
              <p:nvPr/>
            </p:nvSpPr>
            <p:spPr>
              <a:xfrm>
                <a:off x="8245595" y="2768875"/>
                <a:ext cx="540000" cy="495300"/>
              </a:xfrm>
              <a:prstGeom prst="rect">
                <a:avLst/>
              </a:prstGeom>
              <a:solidFill>
                <a:srgbClr val="D9D9D9"/>
              </a:solidFill>
              <a:ln w="19050" cap="flat" cmpd="sng">
                <a:solidFill>
                  <a:srgbClr val="666666"/>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800">
                    <a:latin typeface="Calibri"/>
                    <a:ea typeface="Calibri"/>
                    <a:cs typeface="Calibri"/>
                    <a:sym typeface="Calibri"/>
                  </a:rPr>
                  <a:t>330</a:t>
                </a:r>
                <a:endParaRPr sz="1800">
                  <a:latin typeface="Calibri"/>
                  <a:ea typeface="Calibri"/>
                  <a:cs typeface="Calibri"/>
                  <a:sym typeface="Calibri"/>
                </a:endParaRPr>
              </a:p>
            </p:txBody>
          </p:sp>
          <p:sp>
            <p:nvSpPr>
              <p:cNvPr id="1373" name="Google Shape;1373;p89"/>
              <p:cNvSpPr/>
              <p:nvPr/>
            </p:nvSpPr>
            <p:spPr>
              <a:xfrm>
                <a:off x="5062700" y="3607075"/>
                <a:ext cx="540000" cy="495300"/>
              </a:xfrm>
              <a:prstGeom prst="rect">
                <a:avLst/>
              </a:prstGeom>
              <a:solidFill>
                <a:srgbClr val="D9D9D9"/>
              </a:solidFill>
              <a:ln w="19050" cap="flat" cmpd="sng">
                <a:solidFill>
                  <a:srgbClr val="666666"/>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800">
                    <a:latin typeface="Calibri"/>
                    <a:ea typeface="Calibri"/>
                    <a:cs typeface="Calibri"/>
                    <a:sym typeface="Calibri"/>
                  </a:rPr>
                  <a:t>5</a:t>
                </a:r>
                <a:endParaRPr sz="1800">
                  <a:latin typeface="Calibri"/>
                  <a:ea typeface="Calibri"/>
                  <a:cs typeface="Calibri"/>
                  <a:sym typeface="Calibri"/>
                </a:endParaRPr>
              </a:p>
            </p:txBody>
          </p:sp>
          <p:sp>
            <p:nvSpPr>
              <p:cNvPr id="1374" name="Google Shape;1374;p89"/>
              <p:cNvSpPr/>
              <p:nvPr/>
            </p:nvSpPr>
            <p:spPr>
              <a:xfrm>
                <a:off x="5591755" y="3607075"/>
                <a:ext cx="540000" cy="495300"/>
              </a:xfrm>
              <a:prstGeom prst="rect">
                <a:avLst/>
              </a:prstGeom>
              <a:solidFill>
                <a:srgbClr val="D9D9D9"/>
              </a:solidFill>
              <a:ln w="19050" cap="flat" cmpd="sng">
                <a:solidFill>
                  <a:srgbClr val="666666"/>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800">
                    <a:latin typeface="Calibri"/>
                    <a:ea typeface="Calibri"/>
                    <a:cs typeface="Calibri"/>
                    <a:sym typeface="Calibri"/>
                  </a:rPr>
                  <a:t>9</a:t>
                </a:r>
                <a:endParaRPr sz="1800">
                  <a:latin typeface="Calibri"/>
                  <a:ea typeface="Calibri"/>
                  <a:cs typeface="Calibri"/>
                  <a:sym typeface="Calibri"/>
                </a:endParaRPr>
              </a:p>
            </p:txBody>
          </p:sp>
          <p:sp>
            <p:nvSpPr>
              <p:cNvPr id="1375" name="Google Shape;1375;p89"/>
              <p:cNvSpPr/>
              <p:nvPr/>
            </p:nvSpPr>
            <p:spPr>
              <a:xfrm>
                <a:off x="6125336" y="3607075"/>
                <a:ext cx="540000" cy="495300"/>
              </a:xfrm>
              <a:prstGeom prst="rect">
                <a:avLst/>
              </a:prstGeom>
              <a:solidFill>
                <a:srgbClr val="B1DD8B"/>
              </a:solidFill>
              <a:ln w="19050" cap="flat" cmpd="sng">
                <a:solidFill>
                  <a:srgbClr val="666666"/>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800">
                    <a:latin typeface="Calibri"/>
                    <a:ea typeface="Calibri"/>
                    <a:cs typeface="Calibri"/>
                    <a:sym typeface="Calibri"/>
                  </a:rPr>
                  <a:t>10</a:t>
                </a:r>
                <a:endParaRPr sz="1800">
                  <a:latin typeface="Calibri"/>
                  <a:ea typeface="Calibri"/>
                  <a:cs typeface="Calibri"/>
                  <a:sym typeface="Calibri"/>
                </a:endParaRPr>
              </a:p>
            </p:txBody>
          </p:sp>
          <p:sp>
            <p:nvSpPr>
              <p:cNvPr id="1376" name="Google Shape;1376;p89"/>
              <p:cNvSpPr/>
              <p:nvPr/>
            </p:nvSpPr>
            <p:spPr>
              <a:xfrm>
                <a:off x="6654391" y="3607075"/>
                <a:ext cx="540000" cy="495300"/>
              </a:xfrm>
              <a:prstGeom prst="rect">
                <a:avLst/>
              </a:prstGeom>
              <a:solidFill>
                <a:srgbClr val="D9D9D9"/>
              </a:solidFill>
              <a:ln w="19050" cap="flat" cmpd="sng">
                <a:solidFill>
                  <a:srgbClr val="666666"/>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800">
                    <a:latin typeface="Calibri"/>
                    <a:ea typeface="Calibri"/>
                    <a:cs typeface="Calibri"/>
                    <a:sym typeface="Calibri"/>
                  </a:rPr>
                  <a:t>4</a:t>
                </a:r>
                <a:endParaRPr sz="1800">
                  <a:latin typeface="Calibri"/>
                  <a:ea typeface="Calibri"/>
                  <a:cs typeface="Calibri"/>
                  <a:sym typeface="Calibri"/>
                </a:endParaRPr>
              </a:p>
            </p:txBody>
          </p:sp>
          <p:sp>
            <p:nvSpPr>
              <p:cNvPr id="1377" name="Google Shape;1377;p89"/>
              <p:cNvSpPr/>
              <p:nvPr/>
            </p:nvSpPr>
            <p:spPr>
              <a:xfrm>
                <a:off x="7182959" y="3607075"/>
                <a:ext cx="540000" cy="495300"/>
              </a:xfrm>
              <a:prstGeom prst="rect">
                <a:avLst/>
              </a:prstGeom>
              <a:solidFill>
                <a:srgbClr val="D9D9D9"/>
              </a:solidFill>
              <a:ln w="19050" cap="flat" cmpd="sng">
                <a:solidFill>
                  <a:srgbClr val="666666"/>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800">
                    <a:latin typeface="Calibri"/>
                    <a:ea typeface="Calibri"/>
                    <a:cs typeface="Calibri"/>
                    <a:sym typeface="Calibri"/>
                  </a:rPr>
                  <a:t>10</a:t>
                </a:r>
                <a:endParaRPr sz="1800">
                  <a:latin typeface="Calibri"/>
                  <a:ea typeface="Calibri"/>
                  <a:cs typeface="Calibri"/>
                  <a:sym typeface="Calibri"/>
                </a:endParaRPr>
              </a:p>
            </p:txBody>
          </p:sp>
          <p:sp>
            <p:nvSpPr>
              <p:cNvPr id="1378" name="Google Shape;1378;p89"/>
              <p:cNvSpPr/>
              <p:nvPr/>
            </p:nvSpPr>
            <p:spPr>
              <a:xfrm>
                <a:off x="7712013" y="3607075"/>
                <a:ext cx="540000" cy="495300"/>
              </a:xfrm>
              <a:prstGeom prst="rect">
                <a:avLst/>
              </a:prstGeom>
              <a:solidFill>
                <a:srgbClr val="D9D9D9"/>
              </a:solidFill>
              <a:ln w="19050" cap="flat" cmpd="sng">
                <a:solidFill>
                  <a:srgbClr val="666666"/>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800">
                    <a:latin typeface="Calibri"/>
                    <a:ea typeface="Calibri"/>
                    <a:cs typeface="Calibri"/>
                    <a:sym typeface="Calibri"/>
                  </a:rPr>
                  <a:t>550</a:t>
                </a:r>
                <a:endParaRPr sz="1800">
                  <a:latin typeface="Calibri"/>
                  <a:ea typeface="Calibri"/>
                  <a:cs typeface="Calibri"/>
                  <a:sym typeface="Calibri"/>
                </a:endParaRPr>
              </a:p>
            </p:txBody>
          </p:sp>
          <p:sp>
            <p:nvSpPr>
              <p:cNvPr id="1379" name="Google Shape;1379;p89"/>
              <p:cNvSpPr/>
              <p:nvPr/>
            </p:nvSpPr>
            <p:spPr>
              <a:xfrm>
                <a:off x="8245595" y="3607075"/>
                <a:ext cx="540000" cy="495300"/>
              </a:xfrm>
              <a:prstGeom prst="rect">
                <a:avLst/>
              </a:prstGeom>
              <a:solidFill>
                <a:srgbClr val="D9D9D9"/>
              </a:solidFill>
              <a:ln w="19050" cap="flat" cmpd="sng">
                <a:solidFill>
                  <a:srgbClr val="666666"/>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800">
                    <a:latin typeface="Calibri"/>
                    <a:ea typeface="Calibri"/>
                    <a:cs typeface="Calibri"/>
                    <a:sym typeface="Calibri"/>
                  </a:rPr>
                  <a:t>330</a:t>
                </a:r>
                <a:endParaRPr sz="1800">
                  <a:latin typeface="Calibri"/>
                  <a:ea typeface="Calibri"/>
                  <a:cs typeface="Calibri"/>
                  <a:sym typeface="Calibri"/>
                </a:endParaRPr>
              </a:p>
            </p:txBody>
          </p:sp>
          <p:sp>
            <p:nvSpPr>
              <p:cNvPr id="1380" name="Google Shape;1380;p89"/>
              <p:cNvSpPr txBox="1"/>
              <p:nvPr/>
            </p:nvSpPr>
            <p:spPr>
              <a:xfrm>
                <a:off x="118850" y="2731650"/>
                <a:ext cx="540000" cy="3087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2400">
                    <a:latin typeface="Consolas"/>
                    <a:ea typeface="Consolas"/>
                    <a:cs typeface="Consolas"/>
                    <a:sym typeface="Consolas"/>
                  </a:rPr>
                  <a:t>A.</a:t>
                </a:r>
                <a:endParaRPr sz="2400">
                  <a:latin typeface="Consolas"/>
                  <a:ea typeface="Consolas"/>
                  <a:cs typeface="Consolas"/>
                  <a:sym typeface="Consolas"/>
                </a:endParaRPr>
              </a:p>
            </p:txBody>
          </p:sp>
          <p:sp>
            <p:nvSpPr>
              <p:cNvPr id="1381" name="Google Shape;1381;p89"/>
              <p:cNvSpPr txBox="1"/>
              <p:nvPr/>
            </p:nvSpPr>
            <p:spPr>
              <a:xfrm>
                <a:off x="118850" y="3569850"/>
                <a:ext cx="540000" cy="3087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2400">
                    <a:latin typeface="Consolas"/>
                    <a:ea typeface="Consolas"/>
                    <a:cs typeface="Consolas"/>
                    <a:sym typeface="Consolas"/>
                  </a:rPr>
                  <a:t>C.</a:t>
                </a:r>
                <a:endParaRPr sz="2400">
                  <a:latin typeface="Consolas"/>
                  <a:ea typeface="Consolas"/>
                  <a:cs typeface="Consolas"/>
                  <a:sym typeface="Consolas"/>
                </a:endParaRPr>
              </a:p>
            </p:txBody>
          </p:sp>
          <p:sp>
            <p:nvSpPr>
              <p:cNvPr id="1382" name="Google Shape;1382;p89"/>
              <p:cNvSpPr txBox="1"/>
              <p:nvPr/>
            </p:nvSpPr>
            <p:spPr>
              <a:xfrm>
                <a:off x="4583218" y="2750339"/>
                <a:ext cx="540000" cy="3087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2400">
                    <a:latin typeface="Consolas"/>
                    <a:ea typeface="Consolas"/>
                    <a:cs typeface="Consolas"/>
                    <a:sym typeface="Consolas"/>
                  </a:rPr>
                  <a:t>B.</a:t>
                </a:r>
                <a:endParaRPr sz="2400">
                  <a:latin typeface="Consolas"/>
                  <a:ea typeface="Consolas"/>
                  <a:cs typeface="Consolas"/>
                  <a:sym typeface="Consolas"/>
                </a:endParaRPr>
              </a:p>
            </p:txBody>
          </p:sp>
          <p:sp>
            <p:nvSpPr>
              <p:cNvPr id="1383" name="Google Shape;1383;p89"/>
              <p:cNvSpPr txBox="1"/>
              <p:nvPr/>
            </p:nvSpPr>
            <p:spPr>
              <a:xfrm>
                <a:off x="4583218" y="3588539"/>
                <a:ext cx="540000" cy="3087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2400">
                    <a:latin typeface="Consolas"/>
                    <a:ea typeface="Consolas"/>
                    <a:cs typeface="Consolas"/>
                    <a:sym typeface="Consolas"/>
                  </a:rPr>
                  <a:t>D.</a:t>
                </a:r>
                <a:endParaRPr sz="2400">
                  <a:latin typeface="Consolas"/>
                  <a:ea typeface="Consolas"/>
                  <a:cs typeface="Consolas"/>
                  <a:sym typeface="Consolas"/>
                </a:endParaRPr>
              </a:p>
            </p:txBody>
          </p:sp>
        </p:grpSp>
        <p:sp>
          <p:nvSpPr>
            <p:cNvPr id="1384" name="Google Shape;1384;p89"/>
            <p:cNvSpPr txBox="1"/>
            <p:nvPr/>
          </p:nvSpPr>
          <p:spPr>
            <a:xfrm>
              <a:off x="2331225" y="2435550"/>
              <a:ext cx="268200" cy="2199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a:latin typeface="Consolas"/>
                  <a:ea typeface="Consolas"/>
                  <a:cs typeface="Consolas"/>
                  <a:sym typeface="Consolas"/>
                </a:rPr>
                <a:t>j</a:t>
              </a:r>
              <a:endParaRPr>
                <a:latin typeface="Consolas"/>
                <a:ea typeface="Consolas"/>
                <a:cs typeface="Consolas"/>
                <a:sym typeface="Consolas"/>
              </a:endParaRPr>
            </a:p>
          </p:txBody>
        </p:sp>
        <p:sp>
          <p:nvSpPr>
            <p:cNvPr id="1385" name="Google Shape;1385;p89"/>
            <p:cNvSpPr txBox="1"/>
            <p:nvPr/>
          </p:nvSpPr>
          <p:spPr>
            <a:xfrm>
              <a:off x="6759000" y="2444850"/>
              <a:ext cx="268200" cy="2199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a:latin typeface="Consolas"/>
                  <a:ea typeface="Consolas"/>
                  <a:cs typeface="Consolas"/>
                  <a:sym typeface="Consolas"/>
                </a:rPr>
                <a:t>j</a:t>
              </a:r>
              <a:endParaRPr>
                <a:latin typeface="Consolas"/>
                <a:ea typeface="Consolas"/>
                <a:cs typeface="Consolas"/>
                <a:sym typeface="Consolas"/>
              </a:endParaRPr>
            </a:p>
          </p:txBody>
        </p:sp>
        <p:sp>
          <p:nvSpPr>
            <p:cNvPr id="1386" name="Google Shape;1386;p89"/>
            <p:cNvSpPr txBox="1"/>
            <p:nvPr/>
          </p:nvSpPr>
          <p:spPr>
            <a:xfrm>
              <a:off x="2837000" y="3281293"/>
              <a:ext cx="268200" cy="2199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a:latin typeface="Consolas"/>
                  <a:ea typeface="Consolas"/>
                  <a:cs typeface="Consolas"/>
                  <a:sym typeface="Consolas"/>
                </a:rPr>
                <a:t>j</a:t>
              </a:r>
              <a:endParaRPr>
                <a:latin typeface="Consolas"/>
                <a:ea typeface="Consolas"/>
                <a:cs typeface="Consolas"/>
                <a:sym typeface="Consolas"/>
              </a:endParaRPr>
            </a:p>
          </p:txBody>
        </p:sp>
        <p:sp>
          <p:nvSpPr>
            <p:cNvPr id="1387" name="Google Shape;1387;p89"/>
            <p:cNvSpPr txBox="1"/>
            <p:nvPr/>
          </p:nvSpPr>
          <p:spPr>
            <a:xfrm>
              <a:off x="6225600" y="3283050"/>
              <a:ext cx="268200" cy="2199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a:latin typeface="Consolas"/>
                  <a:ea typeface="Consolas"/>
                  <a:cs typeface="Consolas"/>
                  <a:sym typeface="Consolas"/>
                </a:rPr>
                <a:t>j</a:t>
              </a:r>
              <a:endParaRPr>
                <a:latin typeface="Consolas"/>
                <a:ea typeface="Consolas"/>
                <a:cs typeface="Consolas"/>
                <a:sym typeface="Consolas"/>
              </a:endParaRPr>
            </a:p>
          </p:txBody>
        </p:sp>
      </p:grpSp>
      <p:cxnSp>
        <p:nvCxnSpPr>
          <p:cNvPr id="1388" name="Google Shape;1388;p89"/>
          <p:cNvCxnSpPr/>
          <p:nvPr/>
        </p:nvCxnSpPr>
        <p:spPr>
          <a:xfrm flipH="1">
            <a:off x="6668858" y="3457726"/>
            <a:ext cx="510900" cy="843300"/>
          </a:xfrm>
          <a:prstGeom prst="straightConnector1">
            <a:avLst/>
          </a:prstGeom>
          <a:noFill/>
          <a:ln w="19050" cap="flat" cmpd="sng">
            <a:solidFill>
              <a:srgbClr val="FF0000"/>
            </a:solidFill>
            <a:prstDash val="solid"/>
            <a:round/>
            <a:headEnd type="none" w="med" len="med"/>
            <a:tailEnd type="none" w="med" len="med"/>
          </a:ln>
        </p:spPr>
      </p:cxnSp>
      <p:cxnSp>
        <p:nvCxnSpPr>
          <p:cNvPr id="1389" name="Google Shape;1389;p89"/>
          <p:cNvCxnSpPr/>
          <p:nvPr/>
        </p:nvCxnSpPr>
        <p:spPr>
          <a:xfrm>
            <a:off x="6657083" y="3529001"/>
            <a:ext cx="570300" cy="783900"/>
          </a:xfrm>
          <a:prstGeom prst="straightConnector1">
            <a:avLst/>
          </a:prstGeom>
          <a:noFill/>
          <a:ln w="19050" cap="flat" cmpd="sng">
            <a:solidFill>
              <a:srgbClr val="FF0000"/>
            </a:solidFill>
            <a:prstDash val="solid"/>
            <a:round/>
            <a:headEnd type="none" w="med" len="med"/>
            <a:tailEnd type="none" w="med" len="med"/>
          </a:ln>
        </p:spPr>
      </p:cxnSp>
      <p:sp>
        <p:nvSpPr>
          <p:cNvPr id="1390" name="Google Shape;1390;p89"/>
          <p:cNvSpPr txBox="1"/>
          <p:nvPr/>
        </p:nvSpPr>
        <p:spPr>
          <a:xfrm>
            <a:off x="7181400" y="1137300"/>
            <a:ext cx="1680300" cy="3072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a:t>Called the ‘pivot’.</a:t>
            </a:r>
            <a:endParaRPr/>
          </a:p>
        </p:txBody>
      </p:sp>
      <p:cxnSp>
        <p:nvCxnSpPr>
          <p:cNvPr id="1391" name="Google Shape;1391;p89"/>
          <p:cNvCxnSpPr/>
          <p:nvPr/>
        </p:nvCxnSpPr>
        <p:spPr>
          <a:xfrm flipH="1">
            <a:off x="6854325" y="1433275"/>
            <a:ext cx="389400" cy="202500"/>
          </a:xfrm>
          <a:prstGeom prst="straightConnector1">
            <a:avLst/>
          </a:prstGeom>
          <a:noFill/>
          <a:ln w="19050" cap="flat" cmpd="sng">
            <a:solidFill>
              <a:schemeClr val="dk2"/>
            </a:solidFill>
            <a:prstDash val="solid"/>
            <a:round/>
            <a:headEnd type="none" w="med" len="med"/>
            <a:tailEnd type="triangle" w="med" len="med"/>
          </a:ln>
        </p:spPr>
      </p:cxn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bg>
      <p:bgPr>
        <a:solidFill>
          <a:srgbClr val="CFE2F3"/>
        </a:solidFill>
        <a:effectLst/>
      </p:bgPr>
    </p:bg>
    <p:spTree>
      <p:nvGrpSpPr>
        <p:cNvPr id="1" name="Shape 1395"/>
        <p:cNvGrpSpPr/>
        <p:nvPr/>
      </p:nvGrpSpPr>
      <p:grpSpPr>
        <a:xfrm>
          <a:off x="0" y="0"/>
          <a:ext cx="0" cy="0"/>
          <a:chOff x="0" y="0"/>
          <a:chExt cx="0" cy="0"/>
        </a:xfrm>
      </p:grpSpPr>
      <p:sp>
        <p:nvSpPr>
          <p:cNvPr id="1396" name="Google Shape;1396;p90"/>
          <p:cNvSpPr txBox="1">
            <a:spLocks noGrp="1"/>
          </p:cNvSpPr>
          <p:nvPr>
            <p:ph type="title"/>
          </p:nvPr>
        </p:nvSpPr>
        <p:spPr>
          <a:xfrm>
            <a:off x="0" y="0"/>
            <a:ext cx="8520600" cy="3936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Job Interview Style Question (Partitioning)</a:t>
            </a:r>
            <a:endParaRPr/>
          </a:p>
        </p:txBody>
      </p:sp>
      <p:sp>
        <p:nvSpPr>
          <p:cNvPr id="1397" name="Google Shape;1397;p90"/>
          <p:cNvSpPr txBox="1">
            <a:spLocks noGrp="1"/>
          </p:cNvSpPr>
          <p:nvPr>
            <p:ph type="body" idx="1"/>
          </p:nvPr>
        </p:nvSpPr>
        <p:spPr>
          <a:xfrm>
            <a:off x="107044" y="402200"/>
            <a:ext cx="8520600" cy="3416400"/>
          </a:xfrm>
          <a:prstGeom prst="rect">
            <a:avLst/>
          </a:prstGeom>
        </p:spPr>
        <p:txBody>
          <a:bodyPr spcFirstLastPara="1" wrap="square" lIns="91425" tIns="91425" rIns="91425" bIns="91425" anchor="t" anchorCtr="0">
            <a:noAutofit/>
          </a:bodyPr>
          <a:lstStyle/>
          <a:p>
            <a:pPr marL="0" lvl="0" indent="0" algn="l" rtl="0">
              <a:spcBef>
                <a:spcPts val="600"/>
              </a:spcBef>
              <a:spcAft>
                <a:spcPts val="0"/>
              </a:spcAft>
              <a:buNone/>
            </a:pPr>
            <a:r>
              <a:rPr lang="en"/>
              <a:t>Given an array of colors where the 0th element is white (and maybe a few more), and the remaining elements are red (less) or blue (greater), rearrange the array so that all red squares are to the left of the white square, the white squares end up together, and all blue squares are to the right. Your algorithm must complete in Θ(N) time (no space restriction).</a:t>
            </a:r>
            <a:endParaRPr/>
          </a:p>
          <a:p>
            <a:pPr marL="457200" lvl="0" indent="-342900" algn="l" rtl="0">
              <a:spcBef>
                <a:spcPts val="600"/>
              </a:spcBef>
              <a:spcAft>
                <a:spcPts val="0"/>
              </a:spcAft>
              <a:buSzPts val="1800"/>
              <a:buChar char="●"/>
            </a:pPr>
            <a:r>
              <a:rPr lang="en"/>
              <a:t>Relative order of red and blues does NOT need to stay the same.</a:t>
            </a:r>
            <a:endParaRPr/>
          </a:p>
        </p:txBody>
      </p:sp>
      <p:sp>
        <p:nvSpPr>
          <p:cNvPr id="1398" name="Google Shape;1398;p90"/>
          <p:cNvSpPr/>
          <p:nvPr/>
        </p:nvSpPr>
        <p:spPr>
          <a:xfrm>
            <a:off x="194625" y="4192500"/>
            <a:ext cx="540000" cy="495300"/>
          </a:xfrm>
          <a:prstGeom prst="rect">
            <a:avLst/>
          </a:prstGeom>
          <a:solidFill>
            <a:srgbClr val="EA9999"/>
          </a:solidFill>
          <a:ln w="19050" cap="flat" cmpd="sng">
            <a:solidFill>
              <a:srgbClr val="666666"/>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800">
                <a:latin typeface="Calibri"/>
                <a:ea typeface="Calibri"/>
                <a:cs typeface="Calibri"/>
                <a:sym typeface="Calibri"/>
              </a:rPr>
              <a:t>3</a:t>
            </a:r>
            <a:endParaRPr sz="1800">
              <a:latin typeface="Calibri"/>
              <a:ea typeface="Calibri"/>
              <a:cs typeface="Calibri"/>
              <a:sym typeface="Calibri"/>
            </a:endParaRPr>
          </a:p>
        </p:txBody>
      </p:sp>
      <p:sp>
        <p:nvSpPr>
          <p:cNvPr id="1399" name="Google Shape;1399;p90"/>
          <p:cNvSpPr/>
          <p:nvPr/>
        </p:nvSpPr>
        <p:spPr>
          <a:xfrm>
            <a:off x="723680" y="4192500"/>
            <a:ext cx="540000" cy="495300"/>
          </a:xfrm>
          <a:prstGeom prst="rect">
            <a:avLst/>
          </a:prstGeom>
          <a:solidFill>
            <a:srgbClr val="EA9999"/>
          </a:solidFill>
          <a:ln w="19050" cap="flat" cmpd="sng">
            <a:solidFill>
              <a:srgbClr val="666666"/>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800">
                <a:latin typeface="Calibri"/>
                <a:ea typeface="Calibri"/>
                <a:cs typeface="Calibri"/>
                <a:sym typeface="Calibri"/>
              </a:rPr>
              <a:t>1</a:t>
            </a:r>
            <a:endParaRPr sz="1800">
              <a:latin typeface="Calibri"/>
              <a:ea typeface="Calibri"/>
              <a:cs typeface="Calibri"/>
              <a:sym typeface="Calibri"/>
            </a:endParaRPr>
          </a:p>
        </p:txBody>
      </p:sp>
      <p:sp>
        <p:nvSpPr>
          <p:cNvPr id="1400" name="Google Shape;1400;p90"/>
          <p:cNvSpPr/>
          <p:nvPr/>
        </p:nvSpPr>
        <p:spPr>
          <a:xfrm>
            <a:off x="1257261" y="4192500"/>
            <a:ext cx="540000" cy="495300"/>
          </a:xfrm>
          <a:prstGeom prst="rect">
            <a:avLst/>
          </a:prstGeom>
          <a:solidFill>
            <a:srgbClr val="EA9999"/>
          </a:solidFill>
          <a:ln w="19050" cap="flat" cmpd="sng">
            <a:solidFill>
              <a:srgbClr val="666666"/>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800">
                <a:latin typeface="Calibri"/>
                <a:ea typeface="Calibri"/>
                <a:cs typeface="Calibri"/>
                <a:sym typeface="Calibri"/>
              </a:rPr>
              <a:t>2</a:t>
            </a:r>
            <a:endParaRPr sz="1800">
              <a:latin typeface="Calibri"/>
              <a:ea typeface="Calibri"/>
              <a:cs typeface="Calibri"/>
              <a:sym typeface="Calibri"/>
            </a:endParaRPr>
          </a:p>
        </p:txBody>
      </p:sp>
      <p:sp>
        <p:nvSpPr>
          <p:cNvPr id="1401" name="Google Shape;1401;p90"/>
          <p:cNvSpPr/>
          <p:nvPr/>
        </p:nvSpPr>
        <p:spPr>
          <a:xfrm>
            <a:off x="1786316" y="4192500"/>
            <a:ext cx="540000" cy="495300"/>
          </a:xfrm>
          <a:prstGeom prst="rect">
            <a:avLst/>
          </a:prstGeom>
          <a:solidFill>
            <a:srgbClr val="EA9999"/>
          </a:solidFill>
          <a:ln w="19050" cap="flat" cmpd="sng">
            <a:solidFill>
              <a:srgbClr val="666666"/>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800">
                <a:latin typeface="Calibri"/>
                <a:ea typeface="Calibri"/>
                <a:cs typeface="Calibri"/>
                <a:sym typeface="Calibri"/>
              </a:rPr>
              <a:t>4</a:t>
            </a:r>
            <a:endParaRPr sz="1800">
              <a:latin typeface="Calibri"/>
              <a:ea typeface="Calibri"/>
              <a:cs typeface="Calibri"/>
              <a:sym typeface="Calibri"/>
            </a:endParaRPr>
          </a:p>
        </p:txBody>
      </p:sp>
      <p:sp>
        <p:nvSpPr>
          <p:cNvPr id="1402" name="Google Shape;1402;p90"/>
          <p:cNvSpPr/>
          <p:nvPr/>
        </p:nvSpPr>
        <p:spPr>
          <a:xfrm>
            <a:off x="2314884" y="4192500"/>
            <a:ext cx="540000" cy="495300"/>
          </a:xfrm>
          <a:prstGeom prst="rect">
            <a:avLst/>
          </a:prstGeom>
          <a:solidFill>
            <a:srgbClr val="FFFFFF"/>
          </a:solidFill>
          <a:ln w="19050" cap="flat" cmpd="sng">
            <a:solidFill>
              <a:srgbClr val="666666"/>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800">
                <a:latin typeface="Calibri"/>
                <a:ea typeface="Calibri"/>
                <a:cs typeface="Calibri"/>
                <a:sym typeface="Calibri"/>
              </a:rPr>
              <a:t>6</a:t>
            </a:r>
            <a:endParaRPr sz="1800">
              <a:latin typeface="Calibri"/>
              <a:ea typeface="Calibri"/>
              <a:cs typeface="Calibri"/>
              <a:sym typeface="Calibri"/>
            </a:endParaRPr>
          </a:p>
        </p:txBody>
      </p:sp>
      <p:sp>
        <p:nvSpPr>
          <p:cNvPr id="1403" name="Google Shape;1403;p90"/>
          <p:cNvSpPr/>
          <p:nvPr/>
        </p:nvSpPr>
        <p:spPr>
          <a:xfrm>
            <a:off x="3377338" y="4192500"/>
            <a:ext cx="540000" cy="495300"/>
          </a:xfrm>
          <a:prstGeom prst="rect">
            <a:avLst/>
          </a:prstGeom>
          <a:solidFill>
            <a:srgbClr val="A4C2F4"/>
          </a:solidFill>
          <a:ln w="19050" cap="flat" cmpd="sng">
            <a:solidFill>
              <a:srgbClr val="666666"/>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800">
                <a:latin typeface="Calibri"/>
                <a:ea typeface="Calibri"/>
                <a:cs typeface="Calibri"/>
                <a:sym typeface="Calibri"/>
              </a:rPr>
              <a:t>8</a:t>
            </a:r>
            <a:endParaRPr sz="1800">
              <a:latin typeface="Calibri"/>
              <a:ea typeface="Calibri"/>
              <a:cs typeface="Calibri"/>
              <a:sym typeface="Calibri"/>
            </a:endParaRPr>
          </a:p>
        </p:txBody>
      </p:sp>
      <p:sp>
        <p:nvSpPr>
          <p:cNvPr id="1404" name="Google Shape;1404;p90"/>
          <p:cNvSpPr/>
          <p:nvPr/>
        </p:nvSpPr>
        <p:spPr>
          <a:xfrm>
            <a:off x="3910920" y="4192500"/>
            <a:ext cx="540000" cy="495300"/>
          </a:xfrm>
          <a:prstGeom prst="rect">
            <a:avLst/>
          </a:prstGeom>
          <a:solidFill>
            <a:srgbClr val="A4C2F4"/>
          </a:solidFill>
          <a:ln w="19050" cap="flat" cmpd="sng">
            <a:solidFill>
              <a:srgbClr val="666666"/>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800">
                <a:latin typeface="Calibri"/>
                <a:ea typeface="Calibri"/>
                <a:cs typeface="Calibri"/>
                <a:sym typeface="Calibri"/>
              </a:rPr>
              <a:t>7</a:t>
            </a:r>
            <a:endParaRPr sz="1800">
              <a:latin typeface="Calibri"/>
              <a:ea typeface="Calibri"/>
              <a:cs typeface="Calibri"/>
              <a:sym typeface="Calibri"/>
            </a:endParaRPr>
          </a:p>
        </p:txBody>
      </p:sp>
      <p:sp>
        <p:nvSpPr>
          <p:cNvPr id="1405" name="Google Shape;1405;p90"/>
          <p:cNvSpPr/>
          <p:nvPr/>
        </p:nvSpPr>
        <p:spPr>
          <a:xfrm>
            <a:off x="4792925" y="4192500"/>
            <a:ext cx="540000" cy="495300"/>
          </a:xfrm>
          <a:prstGeom prst="rect">
            <a:avLst/>
          </a:prstGeom>
          <a:solidFill>
            <a:srgbClr val="EA9999"/>
          </a:solidFill>
          <a:ln w="19050" cap="flat" cmpd="sng">
            <a:solidFill>
              <a:srgbClr val="666666"/>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800">
                <a:latin typeface="Calibri"/>
                <a:ea typeface="Calibri"/>
                <a:cs typeface="Calibri"/>
                <a:sym typeface="Calibri"/>
              </a:rPr>
              <a:t>3</a:t>
            </a:r>
            <a:endParaRPr sz="1800">
              <a:latin typeface="Calibri"/>
              <a:ea typeface="Calibri"/>
              <a:cs typeface="Calibri"/>
              <a:sym typeface="Calibri"/>
            </a:endParaRPr>
          </a:p>
        </p:txBody>
      </p:sp>
      <p:sp>
        <p:nvSpPr>
          <p:cNvPr id="1406" name="Google Shape;1406;p90"/>
          <p:cNvSpPr/>
          <p:nvPr/>
        </p:nvSpPr>
        <p:spPr>
          <a:xfrm>
            <a:off x="5321980" y="4192500"/>
            <a:ext cx="540000" cy="495300"/>
          </a:xfrm>
          <a:prstGeom prst="rect">
            <a:avLst/>
          </a:prstGeom>
          <a:solidFill>
            <a:srgbClr val="EA9999"/>
          </a:solidFill>
          <a:ln w="19050" cap="flat" cmpd="sng">
            <a:solidFill>
              <a:srgbClr val="666666"/>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800">
                <a:latin typeface="Calibri"/>
                <a:ea typeface="Calibri"/>
                <a:cs typeface="Calibri"/>
                <a:sym typeface="Calibri"/>
              </a:rPr>
              <a:t>4</a:t>
            </a:r>
            <a:endParaRPr sz="1800">
              <a:latin typeface="Calibri"/>
              <a:ea typeface="Calibri"/>
              <a:cs typeface="Calibri"/>
              <a:sym typeface="Calibri"/>
            </a:endParaRPr>
          </a:p>
        </p:txBody>
      </p:sp>
      <p:sp>
        <p:nvSpPr>
          <p:cNvPr id="1407" name="Google Shape;1407;p90"/>
          <p:cNvSpPr/>
          <p:nvPr/>
        </p:nvSpPr>
        <p:spPr>
          <a:xfrm>
            <a:off x="5855561" y="4192500"/>
            <a:ext cx="540000" cy="495300"/>
          </a:xfrm>
          <a:prstGeom prst="rect">
            <a:avLst/>
          </a:prstGeom>
          <a:solidFill>
            <a:srgbClr val="EA9999"/>
          </a:solidFill>
          <a:ln w="19050" cap="flat" cmpd="sng">
            <a:solidFill>
              <a:srgbClr val="666666"/>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800">
                <a:latin typeface="Calibri"/>
                <a:ea typeface="Calibri"/>
                <a:cs typeface="Calibri"/>
                <a:sym typeface="Calibri"/>
              </a:rPr>
              <a:t>1</a:t>
            </a:r>
            <a:endParaRPr sz="1800">
              <a:latin typeface="Calibri"/>
              <a:ea typeface="Calibri"/>
              <a:cs typeface="Calibri"/>
              <a:sym typeface="Calibri"/>
            </a:endParaRPr>
          </a:p>
        </p:txBody>
      </p:sp>
      <p:sp>
        <p:nvSpPr>
          <p:cNvPr id="1408" name="Google Shape;1408;p90"/>
          <p:cNvSpPr/>
          <p:nvPr/>
        </p:nvSpPr>
        <p:spPr>
          <a:xfrm>
            <a:off x="6384616" y="4192500"/>
            <a:ext cx="540000" cy="495300"/>
          </a:xfrm>
          <a:prstGeom prst="rect">
            <a:avLst/>
          </a:prstGeom>
          <a:solidFill>
            <a:srgbClr val="EA9999"/>
          </a:solidFill>
          <a:ln w="19050" cap="flat" cmpd="sng">
            <a:solidFill>
              <a:srgbClr val="666666"/>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800">
                <a:latin typeface="Calibri"/>
                <a:ea typeface="Calibri"/>
                <a:cs typeface="Calibri"/>
                <a:sym typeface="Calibri"/>
              </a:rPr>
              <a:t>2</a:t>
            </a:r>
            <a:endParaRPr sz="1800">
              <a:latin typeface="Calibri"/>
              <a:ea typeface="Calibri"/>
              <a:cs typeface="Calibri"/>
              <a:sym typeface="Calibri"/>
            </a:endParaRPr>
          </a:p>
        </p:txBody>
      </p:sp>
      <p:sp>
        <p:nvSpPr>
          <p:cNvPr id="1409" name="Google Shape;1409;p90"/>
          <p:cNvSpPr/>
          <p:nvPr/>
        </p:nvSpPr>
        <p:spPr>
          <a:xfrm>
            <a:off x="6913184" y="4192500"/>
            <a:ext cx="540000" cy="495300"/>
          </a:xfrm>
          <a:prstGeom prst="rect">
            <a:avLst/>
          </a:prstGeom>
          <a:solidFill>
            <a:srgbClr val="FFFFFF"/>
          </a:solidFill>
          <a:ln w="19050" cap="flat" cmpd="sng">
            <a:solidFill>
              <a:srgbClr val="666666"/>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800">
                <a:latin typeface="Calibri"/>
                <a:ea typeface="Calibri"/>
                <a:cs typeface="Calibri"/>
                <a:sym typeface="Calibri"/>
              </a:rPr>
              <a:t>6</a:t>
            </a:r>
            <a:endParaRPr sz="1800">
              <a:latin typeface="Calibri"/>
              <a:ea typeface="Calibri"/>
              <a:cs typeface="Calibri"/>
              <a:sym typeface="Calibri"/>
            </a:endParaRPr>
          </a:p>
        </p:txBody>
      </p:sp>
      <p:sp>
        <p:nvSpPr>
          <p:cNvPr id="1410" name="Google Shape;1410;p90"/>
          <p:cNvSpPr/>
          <p:nvPr/>
        </p:nvSpPr>
        <p:spPr>
          <a:xfrm>
            <a:off x="7975638" y="4192500"/>
            <a:ext cx="540000" cy="495300"/>
          </a:xfrm>
          <a:prstGeom prst="rect">
            <a:avLst/>
          </a:prstGeom>
          <a:solidFill>
            <a:srgbClr val="A4C2F4"/>
          </a:solidFill>
          <a:ln w="19050" cap="flat" cmpd="sng">
            <a:solidFill>
              <a:srgbClr val="666666"/>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800">
                <a:latin typeface="Calibri"/>
                <a:ea typeface="Calibri"/>
                <a:cs typeface="Calibri"/>
                <a:sym typeface="Calibri"/>
              </a:rPr>
              <a:t>7</a:t>
            </a:r>
            <a:endParaRPr sz="1800">
              <a:latin typeface="Calibri"/>
              <a:ea typeface="Calibri"/>
              <a:cs typeface="Calibri"/>
              <a:sym typeface="Calibri"/>
            </a:endParaRPr>
          </a:p>
        </p:txBody>
      </p:sp>
      <p:sp>
        <p:nvSpPr>
          <p:cNvPr id="1411" name="Google Shape;1411;p90"/>
          <p:cNvSpPr/>
          <p:nvPr/>
        </p:nvSpPr>
        <p:spPr>
          <a:xfrm>
            <a:off x="8509220" y="4192500"/>
            <a:ext cx="540000" cy="495300"/>
          </a:xfrm>
          <a:prstGeom prst="rect">
            <a:avLst/>
          </a:prstGeom>
          <a:solidFill>
            <a:srgbClr val="A4C2F4"/>
          </a:solidFill>
          <a:ln w="19050" cap="flat" cmpd="sng">
            <a:solidFill>
              <a:srgbClr val="666666"/>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800">
                <a:latin typeface="Calibri"/>
                <a:ea typeface="Calibri"/>
                <a:cs typeface="Calibri"/>
                <a:sym typeface="Calibri"/>
              </a:rPr>
              <a:t>8</a:t>
            </a:r>
            <a:endParaRPr sz="1800">
              <a:latin typeface="Calibri"/>
              <a:ea typeface="Calibri"/>
              <a:cs typeface="Calibri"/>
              <a:sym typeface="Calibri"/>
            </a:endParaRPr>
          </a:p>
        </p:txBody>
      </p:sp>
      <p:sp>
        <p:nvSpPr>
          <p:cNvPr id="1412" name="Google Shape;1412;p90"/>
          <p:cNvSpPr txBox="1"/>
          <p:nvPr/>
        </p:nvSpPr>
        <p:spPr>
          <a:xfrm>
            <a:off x="142559" y="3844596"/>
            <a:ext cx="3491100" cy="4596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a:t>Example of a valid output</a:t>
            </a:r>
            <a:endParaRPr/>
          </a:p>
        </p:txBody>
      </p:sp>
      <p:sp>
        <p:nvSpPr>
          <p:cNvPr id="1413" name="Google Shape;1413;p90"/>
          <p:cNvSpPr txBox="1"/>
          <p:nvPr/>
        </p:nvSpPr>
        <p:spPr>
          <a:xfrm>
            <a:off x="4792934" y="3838000"/>
            <a:ext cx="3491100" cy="4596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a:t>Another example of a valid output</a:t>
            </a:r>
            <a:endParaRPr/>
          </a:p>
        </p:txBody>
      </p:sp>
      <p:sp>
        <p:nvSpPr>
          <p:cNvPr id="1414" name="Google Shape;1414;p90"/>
          <p:cNvSpPr/>
          <p:nvPr/>
        </p:nvSpPr>
        <p:spPr>
          <a:xfrm>
            <a:off x="2710550" y="2652898"/>
            <a:ext cx="540000" cy="495300"/>
          </a:xfrm>
          <a:prstGeom prst="rect">
            <a:avLst/>
          </a:prstGeom>
          <a:solidFill>
            <a:srgbClr val="FFFFFF"/>
          </a:solidFill>
          <a:ln w="19050" cap="flat" cmpd="sng">
            <a:solidFill>
              <a:srgbClr val="666666"/>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800">
                <a:latin typeface="Calibri"/>
                <a:ea typeface="Calibri"/>
                <a:cs typeface="Calibri"/>
                <a:sym typeface="Calibri"/>
              </a:rPr>
              <a:t>6</a:t>
            </a:r>
            <a:endParaRPr sz="1800">
              <a:latin typeface="Calibri"/>
              <a:ea typeface="Calibri"/>
              <a:cs typeface="Calibri"/>
              <a:sym typeface="Calibri"/>
            </a:endParaRPr>
          </a:p>
        </p:txBody>
      </p:sp>
      <p:sp>
        <p:nvSpPr>
          <p:cNvPr id="1415" name="Google Shape;1415;p90"/>
          <p:cNvSpPr/>
          <p:nvPr/>
        </p:nvSpPr>
        <p:spPr>
          <a:xfrm>
            <a:off x="3239605" y="2652898"/>
            <a:ext cx="540000" cy="495300"/>
          </a:xfrm>
          <a:prstGeom prst="rect">
            <a:avLst/>
          </a:prstGeom>
          <a:solidFill>
            <a:srgbClr val="A4C2F4"/>
          </a:solidFill>
          <a:ln w="19050" cap="flat" cmpd="sng">
            <a:solidFill>
              <a:srgbClr val="666666"/>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800">
                <a:latin typeface="Calibri"/>
                <a:ea typeface="Calibri"/>
                <a:cs typeface="Calibri"/>
                <a:sym typeface="Calibri"/>
              </a:rPr>
              <a:t>8</a:t>
            </a:r>
            <a:endParaRPr sz="1800">
              <a:latin typeface="Calibri"/>
              <a:ea typeface="Calibri"/>
              <a:cs typeface="Calibri"/>
              <a:sym typeface="Calibri"/>
            </a:endParaRPr>
          </a:p>
        </p:txBody>
      </p:sp>
      <p:sp>
        <p:nvSpPr>
          <p:cNvPr id="1416" name="Google Shape;1416;p90"/>
          <p:cNvSpPr/>
          <p:nvPr/>
        </p:nvSpPr>
        <p:spPr>
          <a:xfrm>
            <a:off x="3773186" y="2652898"/>
            <a:ext cx="540000" cy="495300"/>
          </a:xfrm>
          <a:prstGeom prst="rect">
            <a:avLst/>
          </a:prstGeom>
          <a:solidFill>
            <a:srgbClr val="EA9999"/>
          </a:solidFill>
          <a:ln w="19050" cap="flat" cmpd="sng">
            <a:solidFill>
              <a:srgbClr val="666666"/>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800">
                <a:latin typeface="Calibri"/>
                <a:ea typeface="Calibri"/>
                <a:cs typeface="Calibri"/>
                <a:sym typeface="Calibri"/>
              </a:rPr>
              <a:t>3</a:t>
            </a:r>
            <a:endParaRPr sz="1800">
              <a:latin typeface="Calibri"/>
              <a:ea typeface="Calibri"/>
              <a:cs typeface="Calibri"/>
              <a:sym typeface="Calibri"/>
            </a:endParaRPr>
          </a:p>
        </p:txBody>
      </p:sp>
      <p:sp>
        <p:nvSpPr>
          <p:cNvPr id="1417" name="Google Shape;1417;p90"/>
          <p:cNvSpPr/>
          <p:nvPr/>
        </p:nvSpPr>
        <p:spPr>
          <a:xfrm>
            <a:off x="4302241" y="2652898"/>
            <a:ext cx="540000" cy="495300"/>
          </a:xfrm>
          <a:prstGeom prst="rect">
            <a:avLst/>
          </a:prstGeom>
          <a:solidFill>
            <a:srgbClr val="EA9999"/>
          </a:solidFill>
          <a:ln w="19050" cap="flat" cmpd="sng">
            <a:solidFill>
              <a:srgbClr val="666666"/>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800">
                <a:latin typeface="Calibri"/>
                <a:ea typeface="Calibri"/>
                <a:cs typeface="Calibri"/>
                <a:sym typeface="Calibri"/>
              </a:rPr>
              <a:t>1</a:t>
            </a:r>
            <a:endParaRPr sz="1800">
              <a:latin typeface="Calibri"/>
              <a:ea typeface="Calibri"/>
              <a:cs typeface="Calibri"/>
              <a:sym typeface="Calibri"/>
            </a:endParaRPr>
          </a:p>
        </p:txBody>
      </p:sp>
      <p:sp>
        <p:nvSpPr>
          <p:cNvPr id="1418" name="Google Shape;1418;p90"/>
          <p:cNvSpPr/>
          <p:nvPr/>
        </p:nvSpPr>
        <p:spPr>
          <a:xfrm>
            <a:off x="4830809" y="2652898"/>
            <a:ext cx="540000" cy="495300"/>
          </a:xfrm>
          <a:prstGeom prst="rect">
            <a:avLst/>
          </a:prstGeom>
          <a:solidFill>
            <a:srgbClr val="EA9999"/>
          </a:solidFill>
          <a:ln w="19050" cap="flat" cmpd="sng">
            <a:solidFill>
              <a:srgbClr val="666666"/>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800">
                <a:latin typeface="Calibri"/>
                <a:ea typeface="Calibri"/>
                <a:cs typeface="Calibri"/>
                <a:sym typeface="Calibri"/>
              </a:rPr>
              <a:t>2</a:t>
            </a:r>
            <a:endParaRPr sz="1800">
              <a:latin typeface="Calibri"/>
              <a:ea typeface="Calibri"/>
              <a:cs typeface="Calibri"/>
              <a:sym typeface="Calibri"/>
            </a:endParaRPr>
          </a:p>
        </p:txBody>
      </p:sp>
      <p:sp>
        <p:nvSpPr>
          <p:cNvPr id="1419" name="Google Shape;1419;p90"/>
          <p:cNvSpPr/>
          <p:nvPr/>
        </p:nvSpPr>
        <p:spPr>
          <a:xfrm>
            <a:off x="5359863" y="2652898"/>
            <a:ext cx="540000" cy="495300"/>
          </a:xfrm>
          <a:prstGeom prst="rect">
            <a:avLst/>
          </a:prstGeom>
          <a:solidFill>
            <a:srgbClr val="A4C2F4"/>
          </a:solidFill>
          <a:ln w="19050" cap="flat" cmpd="sng">
            <a:solidFill>
              <a:srgbClr val="666666"/>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800">
                <a:latin typeface="Calibri"/>
                <a:ea typeface="Calibri"/>
                <a:cs typeface="Calibri"/>
                <a:sym typeface="Calibri"/>
              </a:rPr>
              <a:t>7</a:t>
            </a:r>
            <a:endParaRPr sz="1800">
              <a:latin typeface="Calibri"/>
              <a:ea typeface="Calibri"/>
              <a:cs typeface="Calibri"/>
              <a:sym typeface="Calibri"/>
            </a:endParaRPr>
          </a:p>
        </p:txBody>
      </p:sp>
      <p:sp>
        <p:nvSpPr>
          <p:cNvPr id="1420" name="Google Shape;1420;p90"/>
          <p:cNvSpPr/>
          <p:nvPr/>
        </p:nvSpPr>
        <p:spPr>
          <a:xfrm>
            <a:off x="5893445" y="2652898"/>
            <a:ext cx="540000" cy="495300"/>
          </a:xfrm>
          <a:prstGeom prst="rect">
            <a:avLst/>
          </a:prstGeom>
          <a:solidFill>
            <a:srgbClr val="EA9999"/>
          </a:solidFill>
          <a:ln w="19050" cap="flat" cmpd="sng">
            <a:solidFill>
              <a:srgbClr val="666666"/>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800">
                <a:latin typeface="Calibri"/>
                <a:ea typeface="Calibri"/>
                <a:cs typeface="Calibri"/>
                <a:sym typeface="Calibri"/>
              </a:rPr>
              <a:t>4</a:t>
            </a:r>
            <a:endParaRPr sz="1800">
              <a:latin typeface="Calibri"/>
              <a:ea typeface="Calibri"/>
              <a:cs typeface="Calibri"/>
              <a:sym typeface="Calibri"/>
            </a:endParaRPr>
          </a:p>
        </p:txBody>
      </p:sp>
      <p:sp>
        <p:nvSpPr>
          <p:cNvPr id="1421" name="Google Shape;1421;p90"/>
          <p:cNvSpPr txBox="1"/>
          <p:nvPr/>
        </p:nvSpPr>
        <p:spPr>
          <a:xfrm>
            <a:off x="2669663" y="2317299"/>
            <a:ext cx="3491100" cy="4596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a:t>Input</a:t>
            </a:r>
            <a:endParaRPr/>
          </a:p>
        </p:txBody>
      </p:sp>
      <p:sp>
        <p:nvSpPr>
          <p:cNvPr id="1422" name="Google Shape;1422;p90"/>
          <p:cNvSpPr/>
          <p:nvPr/>
        </p:nvSpPr>
        <p:spPr>
          <a:xfrm>
            <a:off x="6426845" y="2652898"/>
            <a:ext cx="540000" cy="495300"/>
          </a:xfrm>
          <a:prstGeom prst="rect">
            <a:avLst/>
          </a:prstGeom>
          <a:solidFill>
            <a:schemeClr val="lt1"/>
          </a:solidFill>
          <a:ln w="19050" cap="flat" cmpd="sng">
            <a:solidFill>
              <a:srgbClr val="666666"/>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800">
                <a:latin typeface="Calibri"/>
                <a:ea typeface="Calibri"/>
                <a:cs typeface="Calibri"/>
                <a:sym typeface="Calibri"/>
              </a:rPr>
              <a:t>6</a:t>
            </a:r>
            <a:endParaRPr sz="1800">
              <a:latin typeface="Calibri"/>
              <a:ea typeface="Calibri"/>
              <a:cs typeface="Calibri"/>
              <a:sym typeface="Calibri"/>
            </a:endParaRPr>
          </a:p>
        </p:txBody>
      </p:sp>
      <p:sp>
        <p:nvSpPr>
          <p:cNvPr id="1423" name="Google Shape;1423;p90"/>
          <p:cNvSpPr/>
          <p:nvPr/>
        </p:nvSpPr>
        <p:spPr>
          <a:xfrm>
            <a:off x="2848284" y="4192500"/>
            <a:ext cx="540000" cy="495300"/>
          </a:xfrm>
          <a:prstGeom prst="rect">
            <a:avLst/>
          </a:prstGeom>
          <a:solidFill>
            <a:srgbClr val="FFFFFF"/>
          </a:solidFill>
          <a:ln w="19050" cap="flat" cmpd="sng">
            <a:solidFill>
              <a:srgbClr val="666666"/>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800">
                <a:latin typeface="Calibri"/>
                <a:ea typeface="Calibri"/>
                <a:cs typeface="Calibri"/>
                <a:sym typeface="Calibri"/>
              </a:rPr>
              <a:t>6</a:t>
            </a:r>
            <a:endParaRPr sz="1800">
              <a:latin typeface="Calibri"/>
              <a:ea typeface="Calibri"/>
              <a:cs typeface="Calibri"/>
              <a:sym typeface="Calibri"/>
            </a:endParaRPr>
          </a:p>
        </p:txBody>
      </p:sp>
      <p:sp>
        <p:nvSpPr>
          <p:cNvPr id="1424" name="Google Shape;1424;p90"/>
          <p:cNvSpPr/>
          <p:nvPr/>
        </p:nvSpPr>
        <p:spPr>
          <a:xfrm>
            <a:off x="7446584" y="4192500"/>
            <a:ext cx="540000" cy="495300"/>
          </a:xfrm>
          <a:prstGeom prst="rect">
            <a:avLst/>
          </a:prstGeom>
          <a:solidFill>
            <a:srgbClr val="FFFFFF"/>
          </a:solidFill>
          <a:ln w="19050" cap="flat" cmpd="sng">
            <a:solidFill>
              <a:srgbClr val="666666"/>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800">
                <a:latin typeface="Calibri"/>
                <a:ea typeface="Calibri"/>
                <a:cs typeface="Calibri"/>
                <a:sym typeface="Calibri"/>
              </a:rPr>
              <a:t>6</a:t>
            </a:r>
            <a:endParaRPr sz="1800">
              <a:latin typeface="Calibri"/>
              <a:ea typeface="Calibri"/>
              <a:cs typeface="Calibri"/>
              <a:sym typeface="Calibri"/>
            </a:endParaRPr>
          </a:p>
        </p:txBody>
      </p:sp>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Shape 1428"/>
        <p:cNvGrpSpPr/>
        <p:nvPr/>
      </p:nvGrpSpPr>
      <p:grpSpPr>
        <a:xfrm>
          <a:off x="0" y="0"/>
          <a:ext cx="0" cy="0"/>
          <a:chOff x="0" y="0"/>
          <a:chExt cx="0" cy="0"/>
        </a:xfrm>
      </p:grpSpPr>
      <p:sp>
        <p:nvSpPr>
          <p:cNvPr id="1429" name="Google Shape;1429;p91"/>
          <p:cNvSpPr txBox="1">
            <a:spLocks noGrp="1"/>
          </p:cNvSpPr>
          <p:nvPr>
            <p:ph type="subTitle" idx="2"/>
          </p:nvPr>
        </p:nvSpPr>
        <p:spPr>
          <a:xfrm>
            <a:off x="177925" y="4068000"/>
            <a:ext cx="4158000" cy="393600"/>
          </a:xfrm>
          <a:prstGeom prst="rect">
            <a:avLst/>
          </a:prstGeom>
        </p:spPr>
        <p:txBody>
          <a:bodyPr spcFirstLastPara="1" wrap="square" lIns="91425" tIns="91425" rIns="91425" bIns="91425" anchor="ctr" anchorCtr="0">
            <a:noAutofit/>
          </a:bodyPr>
          <a:lstStyle/>
          <a:p>
            <a:pPr marL="0" lvl="0" indent="0" algn="l" rtl="0">
              <a:spcBef>
                <a:spcPts val="600"/>
              </a:spcBef>
              <a:spcAft>
                <a:spcPts val="0"/>
              </a:spcAft>
              <a:buNone/>
            </a:pPr>
            <a:r>
              <a:rPr lang="en"/>
              <a:t>Lecture 30, CS61B, Fall 2023</a:t>
            </a:r>
            <a:endParaRPr/>
          </a:p>
        </p:txBody>
      </p:sp>
      <p:sp>
        <p:nvSpPr>
          <p:cNvPr id="1430" name="Google Shape;1430;p91"/>
          <p:cNvSpPr txBox="1">
            <a:spLocks noGrp="1"/>
          </p:cNvSpPr>
          <p:nvPr>
            <p:ph type="body" idx="1"/>
          </p:nvPr>
        </p:nvSpPr>
        <p:spPr>
          <a:xfrm>
            <a:off x="4812375" y="402198"/>
            <a:ext cx="3999900" cy="4260900"/>
          </a:xfrm>
          <a:prstGeom prst="rect">
            <a:avLst/>
          </a:prstGeom>
        </p:spPr>
        <p:txBody>
          <a:bodyPr spcFirstLastPara="1" wrap="square" lIns="91425" tIns="91425" rIns="91425" bIns="91425" anchor="ctr" anchorCtr="0">
            <a:noAutofit/>
          </a:bodyPr>
          <a:lstStyle/>
          <a:p>
            <a:pPr marL="0" lvl="0" indent="0" algn="l" rtl="0">
              <a:spcBef>
                <a:spcPts val="600"/>
              </a:spcBef>
              <a:spcAft>
                <a:spcPts val="0"/>
              </a:spcAft>
              <a:buClr>
                <a:schemeClr val="dk1"/>
              </a:buClr>
              <a:buSzPts val="1100"/>
              <a:buFont typeface="Arial"/>
              <a:buNone/>
            </a:pPr>
            <a:r>
              <a:rPr lang="en"/>
              <a:t>Insertion Sort</a:t>
            </a:r>
            <a:endParaRPr/>
          </a:p>
          <a:p>
            <a:pPr marL="457200" lvl="0" indent="-342900" algn="l" rtl="0">
              <a:spcBef>
                <a:spcPts val="600"/>
              </a:spcBef>
              <a:spcAft>
                <a:spcPts val="0"/>
              </a:spcAft>
              <a:buSzPts val="1800"/>
              <a:buChar char="•"/>
            </a:pPr>
            <a:r>
              <a:rPr lang="en"/>
              <a:t>Naive Insertion Sort</a:t>
            </a:r>
            <a:endParaRPr/>
          </a:p>
          <a:p>
            <a:pPr marL="457200" lvl="0" indent="-342900" algn="l" rtl="0">
              <a:spcBef>
                <a:spcPts val="0"/>
              </a:spcBef>
              <a:spcAft>
                <a:spcPts val="0"/>
              </a:spcAft>
              <a:buSzPts val="1800"/>
              <a:buChar char="•"/>
            </a:pPr>
            <a:r>
              <a:rPr lang="en"/>
              <a:t>In-Place Insertion Sort</a:t>
            </a:r>
            <a:endParaRPr/>
          </a:p>
          <a:p>
            <a:pPr marL="457200" lvl="0" indent="-342900" algn="l" rtl="0">
              <a:spcBef>
                <a:spcPts val="0"/>
              </a:spcBef>
              <a:spcAft>
                <a:spcPts val="0"/>
              </a:spcAft>
              <a:buSzPts val="1800"/>
              <a:buChar char="•"/>
            </a:pPr>
            <a:r>
              <a:rPr lang="en"/>
              <a:t>Insertion Sort Runtime</a:t>
            </a:r>
            <a:endParaRPr/>
          </a:p>
          <a:p>
            <a:pPr marL="0" lvl="0" indent="0" algn="l" rtl="0">
              <a:spcBef>
                <a:spcPts val="600"/>
              </a:spcBef>
              <a:spcAft>
                <a:spcPts val="0"/>
              </a:spcAft>
              <a:buNone/>
            </a:pPr>
            <a:r>
              <a:rPr lang="en" b="1">
                <a:solidFill>
                  <a:schemeClr val="accent3"/>
                </a:solidFill>
                <a:latin typeface="Roboto"/>
                <a:ea typeface="Roboto"/>
                <a:cs typeface="Roboto"/>
                <a:sym typeface="Roboto"/>
              </a:rPr>
              <a:t>Quicksort</a:t>
            </a:r>
            <a:endParaRPr b="1">
              <a:solidFill>
                <a:schemeClr val="accent3"/>
              </a:solidFill>
              <a:latin typeface="Roboto"/>
              <a:ea typeface="Roboto"/>
              <a:cs typeface="Roboto"/>
              <a:sym typeface="Roboto"/>
            </a:endParaRPr>
          </a:p>
          <a:p>
            <a:pPr marL="457200" lvl="0" indent="-342900" algn="l" rtl="0">
              <a:spcBef>
                <a:spcPts val="600"/>
              </a:spcBef>
              <a:spcAft>
                <a:spcPts val="0"/>
              </a:spcAft>
              <a:buSzPts val="1800"/>
              <a:buChar char="•"/>
            </a:pPr>
            <a:r>
              <a:rPr lang="en"/>
              <a:t>Quicksort Backstory,</a:t>
            </a:r>
            <a:br>
              <a:rPr lang="en"/>
            </a:br>
            <a:r>
              <a:rPr lang="en"/>
              <a:t>Partitioning</a:t>
            </a:r>
            <a:endParaRPr b="1">
              <a:solidFill>
                <a:schemeClr val="accent3"/>
              </a:solidFill>
              <a:latin typeface="Roboto"/>
              <a:ea typeface="Roboto"/>
              <a:cs typeface="Roboto"/>
              <a:sym typeface="Roboto"/>
            </a:endParaRPr>
          </a:p>
          <a:p>
            <a:pPr marL="457200" lvl="0" indent="-342900" algn="l" rtl="0">
              <a:spcBef>
                <a:spcPts val="0"/>
              </a:spcBef>
              <a:spcAft>
                <a:spcPts val="0"/>
              </a:spcAft>
              <a:buClr>
                <a:schemeClr val="accent3"/>
              </a:buClr>
              <a:buSzPts val="1800"/>
              <a:buFont typeface="Roboto"/>
              <a:buChar char="•"/>
            </a:pPr>
            <a:r>
              <a:rPr lang="en" b="1">
                <a:solidFill>
                  <a:schemeClr val="accent3"/>
                </a:solidFill>
                <a:latin typeface="Roboto"/>
                <a:ea typeface="Roboto"/>
                <a:cs typeface="Roboto"/>
                <a:sym typeface="Roboto"/>
              </a:rPr>
              <a:t>Quicksort</a:t>
            </a:r>
            <a:endParaRPr/>
          </a:p>
          <a:p>
            <a:pPr marL="0" lvl="0" indent="0" algn="l" rtl="0">
              <a:spcBef>
                <a:spcPts val="600"/>
              </a:spcBef>
              <a:spcAft>
                <a:spcPts val="0"/>
              </a:spcAft>
              <a:buNone/>
            </a:pPr>
            <a:r>
              <a:rPr lang="en"/>
              <a:t>Quicksort Performance</a:t>
            </a:r>
            <a:endParaRPr/>
          </a:p>
          <a:p>
            <a:pPr marL="457200" lvl="0" indent="-342900" algn="l" rtl="0">
              <a:spcBef>
                <a:spcPts val="600"/>
              </a:spcBef>
              <a:spcAft>
                <a:spcPts val="0"/>
              </a:spcAft>
              <a:buSzPts val="1800"/>
              <a:buChar char="•"/>
            </a:pPr>
            <a:r>
              <a:rPr lang="en"/>
              <a:t>Quicksort Runtime Analysis</a:t>
            </a:r>
            <a:endParaRPr/>
          </a:p>
          <a:p>
            <a:pPr marL="457200" lvl="0" indent="-342900" algn="l" rtl="0">
              <a:spcBef>
                <a:spcPts val="0"/>
              </a:spcBef>
              <a:spcAft>
                <a:spcPts val="0"/>
              </a:spcAft>
              <a:buSzPts val="1800"/>
              <a:buChar char="•"/>
            </a:pPr>
            <a:r>
              <a:rPr lang="en"/>
              <a:t>Avoiding Quicksort Worst Case</a:t>
            </a:r>
            <a:endParaRPr/>
          </a:p>
        </p:txBody>
      </p:sp>
      <p:sp>
        <p:nvSpPr>
          <p:cNvPr id="1431" name="Google Shape;1431;p91"/>
          <p:cNvSpPr txBox="1">
            <a:spLocks noGrp="1"/>
          </p:cNvSpPr>
          <p:nvPr>
            <p:ph type="title"/>
          </p:nvPr>
        </p:nvSpPr>
        <p:spPr>
          <a:xfrm>
            <a:off x="177925" y="2003300"/>
            <a:ext cx="4038000" cy="20379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a:t>Quicksort</a:t>
            </a:r>
            <a:endParaRPr/>
          </a:p>
        </p:txBody>
      </p:sp>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Shape 1435"/>
        <p:cNvGrpSpPr/>
        <p:nvPr/>
      </p:nvGrpSpPr>
      <p:grpSpPr>
        <a:xfrm>
          <a:off x="0" y="0"/>
          <a:ext cx="0" cy="0"/>
          <a:chOff x="0" y="0"/>
          <a:chExt cx="0" cy="0"/>
        </a:xfrm>
      </p:grpSpPr>
      <p:sp>
        <p:nvSpPr>
          <p:cNvPr id="1436" name="Google Shape;1436;p92"/>
          <p:cNvSpPr txBox="1">
            <a:spLocks noGrp="1"/>
          </p:cNvSpPr>
          <p:nvPr>
            <p:ph type="title"/>
          </p:nvPr>
        </p:nvSpPr>
        <p:spPr>
          <a:xfrm>
            <a:off x="0" y="0"/>
            <a:ext cx="8520600" cy="3936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Partition Sort, a.k.a. Quicksort</a:t>
            </a:r>
            <a:endParaRPr/>
          </a:p>
        </p:txBody>
      </p:sp>
      <p:sp>
        <p:nvSpPr>
          <p:cNvPr id="1437" name="Google Shape;1437;p92"/>
          <p:cNvSpPr txBox="1">
            <a:spLocks noGrp="1"/>
          </p:cNvSpPr>
          <p:nvPr>
            <p:ph type="body" idx="1"/>
          </p:nvPr>
        </p:nvSpPr>
        <p:spPr>
          <a:xfrm>
            <a:off x="243000" y="2169225"/>
            <a:ext cx="8555700" cy="1355100"/>
          </a:xfrm>
          <a:prstGeom prst="rect">
            <a:avLst/>
          </a:prstGeom>
        </p:spPr>
        <p:txBody>
          <a:bodyPr spcFirstLastPara="1" wrap="square" lIns="91425" tIns="91425" rIns="91425" bIns="91425" anchor="t" anchorCtr="0">
            <a:noAutofit/>
          </a:bodyPr>
          <a:lstStyle/>
          <a:p>
            <a:pPr marL="0" lvl="0" indent="0" algn="l" rtl="0">
              <a:spcBef>
                <a:spcPts val="600"/>
              </a:spcBef>
              <a:spcAft>
                <a:spcPts val="0"/>
              </a:spcAft>
              <a:buNone/>
            </a:pPr>
            <a:r>
              <a:rPr lang="en"/>
              <a:t>Observations:</a:t>
            </a:r>
            <a:endParaRPr/>
          </a:p>
          <a:p>
            <a:pPr marL="457200" lvl="0" indent="-342900" algn="l" rtl="0">
              <a:spcBef>
                <a:spcPts val="600"/>
              </a:spcBef>
              <a:spcAft>
                <a:spcPts val="0"/>
              </a:spcAft>
              <a:buSzPts val="1800"/>
              <a:buChar char="●"/>
            </a:pPr>
            <a:r>
              <a:rPr lang="en"/>
              <a:t>5 is “in its place.” Exactly where it’d be if the array were sorted.</a:t>
            </a:r>
            <a:endParaRPr/>
          </a:p>
          <a:p>
            <a:pPr marL="457200" lvl="0" indent="-342900" algn="l" rtl="0">
              <a:spcBef>
                <a:spcPts val="0"/>
              </a:spcBef>
              <a:spcAft>
                <a:spcPts val="0"/>
              </a:spcAft>
              <a:buSzPts val="1800"/>
              <a:buChar char="●"/>
            </a:pPr>
            <a:r>
              <a:rPr lang="en"/>
              <a:t>Can sort two halves separately, e.g. through recursive use of partitioning.</a:t>
            </a:r>
            <a:endParaRPr/>
          </a:p>
        </p:txBody>
      </p:sp>
      <p:sp>
        <p:nvSpPr>
          <p:cNvPr id="1438" name="Google Shape;1438;p92"/>
          <p:cNvSpPr/>
          <p:nvPr/>
        </p:nvSpPr>
        <p:spPr>
          <a:xfrm>
            <a:off x="2437900" y="785725"/>
            <a:ext cx="540000" cy="495300"/>
          </a:xfrm>
          <a:prstGeom prst="rect">
            <a:avLst/>
          </a:prstGeom>
          <a:solidFill>
            <a:srgbClr val="B1DD8B"/>
          </a:solidFill>
          <a:ln w="19050" cap="flat" cmpd="sng">
            <a:solidFill>
              <a:srgbClr val="666666"/>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800">
                <a:latin typeface="Calibri"/>
                <a:ea typeface="Calibri"/>
                <a:cs typeface="Calibri"/>
                <a:sym typeface="Calibri"/>
              </a:rPr>
              <a:t>5</a:t>
            </a:r>
            <a:endParaRPr sz="1800">
              <a:latin typeface="Calibri"/>
              <a:ea typeface="Calibri"/>
              <a:cs typeface="Calibri"/>
              <a:sym typeface="Calibri"/>
            </a:endParaRPr>
          </a:p>
        </p:txBody>
      </p:sp>
      <p:sp>
        <p:nvSpPr>
          <p:cNvPr id="1439" name="Google Shape;1439;p92"/>
          <p:cNvSpPr/>
          <p:nvPr/>
        </p:nvSpPr>
        <p:spPr>
          <a:xfrm>
            <a:off x="2970500" y="785725"/>
            <a:ext cx="540000" cy="495300"/>
          </a:xfrm>
          <a:prstGeom prst="rect">
            <a:avLst/>
          </a:prstGeom>
          <a:solidFill>
            <a:srgbClr val="D9D9D9"/>
          </a:solidFill>
          <a:ln w="19050" cap="flat" cmpd="sng">
            <a:solidFill>
              <a:srgbClr val="666666"/>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800">
                <a:latin typeface="Calibri"/>
                <a:ea typeface="Calibri"/>
                <a:cs typeface="Calibri"/>
                <a:sym typeface="Calibri"/>
              </a:rPr>
              <a:t>3</a:t>
            </a:r>
            <a:endParaRPr sz="1800">
              <a:latin typeface="Calibri"/>
              <a:ea typeface="Calibri"/>
              <a:cs typeface="Calibri"/>
              <a:sym typeface="Calibri"/>
            </a:endParaRPr>
          </a:p>
        </p:txBody>
      </p:sp>
      <p:sp>
        <p:nvSpPr>
          <p:cNvPr id="1440" name="Google Shape;1440;p92"/>
          <p:cNvSpPr/>
          <p:nvPr/>
        </p:nvSpPr>
        <p:spPr>
          <a:xfrm>
            <a:off x="3503100" y="785725"/>
            <a:ext cx="540000" cy="495300"/>
          </a:xfrm>
          <a:prstGeom prst="rect">
            <a:avLst/>
          </a:prstGeom>
          <a:solidFill>
            <a:srgbClr val="D9D9D9"/>
          </a:solidFill>
          <a:ln w="19050" cap="flat" cmpd="sng">
            <a:solidFill>
              <a:srgbClr val="666666"/>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800">
                <a:latin typeface="Calibri"/>
                <a:ea typeface="Calibri"/>
                <a:cs typeface="Calibri"/>
                <a:sym typeface="Calibri"/>
              </a:rPr>
              <a:t>2</a:t>
            </a:r>
            <a:endParaRPr sz="1800">
              <a:latin typeface="Calibri"/>
              <a:ea typeface="Calibri"/>
              <a:cs typeface="Calibri"/>
              <a:sym typeface="Calibri"/>
            </a:endParaRPr>
          </a:p>
        </p:txBody>
      </p:sp>
      <p:sp>
        <p:nvSpPr>
          <p:cNvPr id="1441" name="Google Shape;1441;p92"/>
          <p:cNvSpPr/>
          <p:nvPr/>
        </p:nvSpPr>
        <p:spPr>
          <a:xfrm>
            <a:off x="4035701" y="785725"/>
            <a:ext cx="540000" cy="495300"/>
          </a:xfrm>
          <a:prstGeom prst="rect">
            <a:avLst/>
          </a:prstGeom>
          <a:solidFill>
            <a:srgbClr val="D9D9D9"/>
          </a:solidFill>
          <a:ln w="19050" cap="flat" cmpd="sng">
            <a:solidFill>
              <a:srgbClr val="666666"/>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800">
                <a:latin typeface="Calibri"/>
                <a:ea typeface="Calibri"/>
                <a:cs typeface="Calibri"/>
                <a:sym typeface="Calibri"/>
              </a:rPr>
              <a:t>1</a:t>
            </a:r>
            <a:endParaRPr sz="1800">
              <a:latin typeface="Calibri"/>
              <a:ea typeface="Calibri"/>
              <a:cs typeface="Calibri"/>
              <a:sym typeface="Calibri"/>
            </a:endParaRPr>
          </a:p>
        </p:txBody>
      </p:sp>
      <p:sp>
        <p:nvSpPr>
          <p:cNvPr id="1442" name="Google Shape;1442;p92"/>
          <p:cNvSpPr/>
          <p:nvPr/>
        </p:nvSpPr>
        <p:spPr>
          <a:xfrm>
            <a:off x="5100901" y="785725"/>
            <a:ext cx="540000" cy="495300"/>
          </a:xfrm>
          <a:prstGeom prst="rect">
            <a:avLst/>
          </a:prstGeom>
          <a:solidFill>
            <a:srgbClr val="D9D9D9"/>
          </a:solidFill>
          <a:ln w="19050" cap="flat" cmpd="sng">
            <a:solidFill>
              <a:srgbClr val="666666"/>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800">
                <a:latin typeface="Calibri"/>
                <a:ea typeface="Calibri"/>
                <a:cs typeface="Calibri"/>
                <a:sym typeface="Calibri"/>
              </a:rPr>
              <a:t>8</a:t>
            </a:r>
            <a:endParaRPr sz="1800">
              <a:latin typeface="Calibri"/>
              <a:ea typeface="Calibri"/>
              <a:cs typeface="Calibri"/>
              <a:sym typeface="Calibri"/>
            </a:endParaRPr>
          </a:p>
        </p:txBody>
      </p:sp>
      <p:sp>
        <p:nvSpPr>
          <p:cNvPr id="1443" name="Google Shape;1443;p92"/>
          <p:cNvSpPr/>
          <p:nvPr/>
        </p:nvSpPr>
        <p:spPr>
          <a:xfrm>
            <a:off x="5633501" y="785725"/>
            <a:ext cx="540000" cy="495300"/>
          </a:xfrm>
          <a:prstGeom prst="rect">
            <a:avLst/>
          </a:prstGeom>
          <a:solidFill>
            <a:srgbClr val="D9D9D9"/>
          </a:solidFill>
          <a:ln w="19050" cap="flat" cmpd="sng">
            <a:solidFill>
              <a:srgbClr val="666666"/>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800">
                <a:latin typeface="Calibri"/>
                <a:ea typeface="Calibri"/>
                <a:cs typeface="Calibri"/>
                <a:sym typeface="Calibri"/>
              </a:rPr>
              <a:t>4</a:t>
            </a:r>
            <a:endParaRPr sz="1800">
              <a:latin typeface="Calibri"/>
              <a:ea typeface="Calibri"/>
              <a:cs typeface="Calibri"/>
              <a:sym typeface="Calibri"/>
            </a:endParaRPr>
          </a:p>
        </p:txBody>
      </p:sp>
      <p:sp>
        <p:nvSpPr>
          <p:cNvPr id="1444" name="Google Shape;1444;p92"/>
          <p:cNvSpPr/>
          <p:nvPr/>
        </p:nvSpPr>
        <p:spPr>
          <a:xfrm>
            <a:off x="6166102" y="785725"/>
            <a:ext cx="540000" cy="495300"/>
          </a:xfrm>
          <a:prstGeom prst="rect">
            <a:avLst/>
          </a:prstGeom>
          <a:solidFill>
            <a:srgbClr val="D9D9D9"/>
          </a:solidFill>
          <a:ln w="19050" cap="flat" cmpd="sng">
            <a:solidFill>
              <a:srgbClr val="666666"/>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800">
                <a:latin typeface="Calibri"/>
                <a:ea typeface="Calibri"/>
                <a:cs typeface="Calibri"/>
                <a:sym typeface="Calibri"/>
              </a:rPr>
              <a:t>6</a:t>
            </a:r>
            <a:endParaRPr sz="1800">
              <a:latin typeface="Calibri"/>
              <a:ea typeface="Calibri"/>
              <a:cs typeface="Calibri"/>
              <a:sym typeface="Calibri"/>
            </a:endParaRPr>
          </a:p>
        </p:txBody>
      </p:sp>
      <p:sp>
        <p:nvSpPr>
          <p:cNvPr id="1445" name="Google Shape;1445;p92"/>
          <p:cNvSpPr/>
          <p:nvPr/>
        </p:nvSpPr>
        <p:spPr>
          <a:xfrm>
            <a:off x="4568301" y="785725"/>
            <a:ext cx="540000" cy="495300"/>
          </a:xfrm>
          <a:prstGeom prst="rect">
            <a:avLst/>
          </a:prstGeom>
          <a:solidFill>
            <a:srgbClr val="D9D9D9"/>
          </a:solidFill>
          <a:ln w="19050" cap="flat" cmpd="sng">
            <a:solidFill>
              <a:srgbClr val="666666"/>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800">
                <a:latin typeface="Calibri"/>
                <a:ea typeface="Calibri"/>
                <a:cs typeface="Calibri"/>
                <a:sym typeface="Calibri"/>
              </a:rPr>
              <a:t>7</a:t>
            </a:r>
            <a:endParaRPr sz="1800">
              <a:latin typeface="Calibri"/>
              <a:ea typeface="Calibri"/>
              <a:cs typeface="Calibri"/>
              <a:sym typeface="Calibri"/>
            </a:endParaRPr>
          </a:p>
        </p:txBody>
      </p:sp>
      <p:grpSp>
        <p:nvGrpSpPr>
          <p:cNvPr id="1446" name="Google Shape;1446;p92"/>
          <p:cNvGrpSpPr/>
          <p:nvPr/>
        </p:nvGrpSpPr>
        <p:grpSpPr>
          <a:xfrm>
            <a:off x="2437888" y="1583425"/>
            <a:ext cx="4268202" cy="495300"/>
            <a:chOff x="2437888" y="1583425"/>
            <a:chExt cx="4268202" cy="495300"/>
          </a:xfrm>
        </p:grpSpPr>
        <p:sp>
          <p:nvSpPr>
            <p:cNvPr id="1447" name="Google Shape;1447;p92"/>
            <p:cNvSpPr/>
            <p:nvPr/>
          </p:nvSpPr>
          <p:spPr>
            <a:xfrm>
              <a:off x="2437888" y="1583425"/>
              <a:ext cx="540000" cy="495300"/>
            </a:xfrm>
            <a:prstGeom prst="rect">
              <a:avLst/>
            </a:prstGeom>
            <a:solidFill>
              <a:srgbClr val="D9D9D9"/>
            </a:solidFill>
            <a:ln w="19050" cap="flat" cmpd="sng">
              <a:solidFill>
                <a:srgbClr val="666666"/>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800">
                  <a:latin typeface="Calibri"/>
                  <a:ea typeface="Calibri"/>
                  <a:cs typeface="Calibri"/>
                  <a:sym typeface="Calibri"/>
                </a:rPr>
                <a:t>3</a:t>
              </a:r>
              <a:endParaRPr sz="1800">
                <a:latin typeface="Calibri"/>
                <a:ea typeface="Calibri"/>
                <a:cs typeface="Calibri"/>
                <a:sym typeface="Calibri"/>
              </a:endParaRPr>
            </a:p>
          </p:txBody>
        </p:sp>
        <p:sp>
          <p:nvSpPr>
            <p:cNvPr id="1448" name="Google Shape;1448;p92"/>
            <p:cNvSpPr/>
            <p:nvPr/>
          </p:nvSpPr>
          <p:spPr>
            <a:xfrm>
              <a:off x="2970488" y="1583425"/>
              <a:ext cx="540000" cy="495300"/>
            </a:xfrm>
            <a:prstGeom prst="rect">
              <a:avLst/>
            </a:prstGeom>
            <a:solidFill>
              <a:srgbClr val="D9D9D9"/>
            </a:solidFill>
            <a:ln w="19050" cap="flat" cmpd="sng">
              <a:solidFill>
                <a:srgbClr val="666666"/>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800">
                  <a:latin typeface="Calibri"/>
                  <a:ea typeface="Calibri"/>
                  <a:cs typeface="Calibri"/>
                  <a:sym typeface="Calibri"/>
                </a:rPr>
                <a:t>2</a:t>
              </a:r>
              <a:endParaRPr sz="1800">
                <a:latin typeface="Calibri"/>
                <a:ea typeface="Calibri"/>
                <a:cs typeface="Calibri"/>
                <a:sym typeface="Calibri"/>
              </a:endParaRPr>
            </a:p>
          </p:txBody>
        </p:sp>
        <p:sp>
          <p:nvSpPr>
            <p:cNvPr id="1449" name="Google Shape;1449;p92"/>
            <p:cNvSpPr/>
            <p:nvPr/>
          </p:nvSpPr>
          <p:spPr>
            <a:xfrm>
              <a:off x="3503088" y="1583425"/>
              <a:ext cx="540000" cy="495300"/>
            </a:xfrm>
            <a:prstGeom prst="rect">
              <a:avLst/>
            </a:prstGeom>
            <a:solidFill>
              <a:srgbClr val="D9D9D9"/>
            </a:solidFill>
            <a:ln w="19050" cap="flat" cmpd="sng">
              <a:solidFill>
                <a:srgbClr val="666666"/>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800">
                  <a:latin typeface="Calibri"/>
                  <a:ea typeface="Calibri"/>
                  <a:cs typeface="Calibri"/>
                  <a:sym typeface="Calibri"/>
                </a:rPr>
                <a:t>1</a:t>
              </a:r>
              <a:endParaRPr sz="1800">
                <a:latin typeface="Calibri"/>
                <a:ea typeface="Calibri"/>
                <a:cs typeface="Calibri"/>
                <a:sym typeface="Calibri"/>
              </a:endParaRPr>
            </a:p>
          </p:txBody>
        </p:sp>
        <p:sp>
          <p:nvSpPr>
            <p:cNvPr id="1450" name="Google Shape;1450;p92"/>
            <p:cNvSpPr/>
            <p:nvPr/>
          </p:nvSpPr>
          <p:spPr>
            <a:xfrm>
              <a:off x="4035688" y="1583425"/>
              <a:ext cx="540000" cy="495300"/>
            </a:xfrm>
            <a:prstGeom prst="rect">
              <a:avLst/>
            </a:prstGeom>
            <a:solidFill>
              <a:srgbClr val="D9D9D9"/>
            </a:solidFill>
            <a:ln w="19050" cap="flat" cmpd="sng">
              <a:solidFill>
                <a:srgbClr val="666666"/>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800">
                  <a:latin typeface="Calibri"/>
                  <a:ea typeface="Calibri"/>
                  <a:cs typeface="Calibri"/>
                  <a:sym typeface="Calibri"/>
                </a:rPr>
                <a:t>4</a:t>
              </a:r>
              <a:endParaRPr sz="1800">
                <a:latin typeface="Calibri"/>
                <a:ea typeface="Calibri"/>
                <a:cs typeface="Calibri"/>
                <a:sym typeface="Calibri"/>
              </a:endParaRPr>
            </a:p>
          </p:txBody>
        </p:sp>
        <p:sp>
          <p:nvSpPr>
            <p:cNvPr id="1451" name="Google Shape;1451;p92"/>
            <p:cNvSpPr/>
            <p:nvPr/>
          </p:nvSpPr>
          <p:spPr>
            <a:xfrm>
              <a:off x="5100889" y="1583425"/>
              <a:ext cx="540000" cy="495300"/>
            </a:xfrm>
            <a:prstGeom prst="rect">
              <a:avLst/>
            </a:prstGeom>
            <a:solidFill>
              <a:srgbClr val="D9D9D9"/>
            </a:solidFill>
            <a:ln w="19050" cap="flat" cmpd="sng">
              <a:solidFill>
                <a:srgbClr val="666666"/>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800">
                  <a:latin typeface="Calibri"/>
                  <a:ea typeface="Calibri"/>
                  <a:cs typeface="Calibri"/>
                  <a:sym typeface="Calibri"/>
                </a:rPr>
                <a:t>7</a:t>
              </a:r>
              <a:endParaRPr sz="1800">
                <a:latin typeface="Calibri"/>
                <a:ea typeface="Calibri"/>
                <a:cs typeface="Calibri"/>
                <a:sym typeface="Calibri"/>
              </a:endParaRPr>
            </a:p>
          </p:txBody>
        </p:sp>
        <p:sp>
          <p:nvSpPr>
            <p:cNvPr id="1452" name="Google Shape;1452;p92"/>
            <p:cNvSpPr/>
            <p:nvPr/>
          </p:nvSpPr>
          <p:spPr>
            <a:xfrm>
              <a:off x="5633489" y="1583425"/>
              <a:ext cx="540000" cy="495300"/>
            </a:xfrm>
            <a:prstGeom prst="rect">
              <a:avLst/>
            </a:prstGeom>
            <a:solidFill>
              <a:srgbClr val="D9D9D9"/>
            </a:solidFill>
            <a:ln w="19050" cap="flat" cmpd="sng">
              <a:solidFill>
                <a:srgbClr val="666666"/>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800">
                  <a:latin typeface="Calibri"/>
                  <a:ea typeface="Calibri"/>
                  <a:cs typeface="Calibri"/>
                  <a:sym typeface="Calibri"/>
                </a:rPr>
                <a:t>8</a:t>
              </a:r>
              <a:endParaRPr sz="1800">
                <a:latin typeface="Calibri"/>
                <a:ea typeface="Calibri"/>
                <a:cs typeface="Calibri"/>
                <a:sym typeface="Calibri"/>
              </a:endParaRPr>
            </a:p>
          </p:txBody>
        </p:sp>
        <p:sp>
          <p:nvSpPr>
            <p:cNvPr id="1453" name="Google Shape;1453;p92"/>
            <p:cNvSpPr/>
            <p:nvPr/>
          </p:nvSpPr>
          <p:spPr>
            <a:xfrm>
              <a:off x="6166089" y="1583425"/>
              <a:ext cx="540000" cy="495300"/>
            </a:xfrm>
            <a:prstGeom prst="rect">
              <a:avLst/>
            </a:prstGeom>
            <a:solidFill>
              <a:srgbClr val="D9D9D9"/>
            </a:solidFill>
            <a:ln w="19050" cap="flat" cmpd="sng">
              <a:solidFill>
                <a:srgbClr val="666666"/>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800">
                  <a:latin typeface="Calibri"/>
                  <a:ea typeface="Calibri"/>
                  <a:cs typeface="Calibri"/>
                  <a:sym typeface="Calibri"/>
                </a:rPr>
                <a:t>6</a:t>
              </a:r>
              <a:endParaRPr sz="1800">
                <a:latin typeface="Calibri"/>
                <a:ea typeface="Calibri"/>
                <a:cs typeface="Calibri"/>
                <a:sym typeface="Calibri"/>
              </a:endParaRPr>
            </a:p>
          </p:txBody>
        </p:sp>
        <p:sp>
          <p:nvSpPr>
            <p:cNvPr id="1454" name="Google Shape;1454;p92"/>
            <p:cNvSpPr/>
            <p:nvPr/>
          </p:nvSpPr>
          <p:spPr>
            <a:xfrm>
              <a:off x="4568288" y="1583425"/>
              <a:ext cx="540000" cy="495300"/>
            </a:xfrm>
            <a:prstGeom prst="rect">
              <a:avLst/>
            </a:prstGeom>
            <a:solidFill>
              <a:srgbClr val="B1DD8B"/>
            </a:solidFill>
            <a:ln w="19050" cap="flat" cmpd="sng">
              <a:solidFill>
                <a:srgbClr val="666666"/>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800">
                  <a:latin typeface="Calibri"/>
                  <a:ea typeface="Calibri"/>
                  <a:cs typeface="Calibri"/>
                  <a:sym typeface="Calibri"/>
                </a:rPr>
                <a:t>5</a:t>
              </a:r>
              <a:endParaRPr sz="1800">
                <a:latin typeface="Calibri"/>
                <a:ea typeface="Calibri"/>
                <a:cs typeface="Calibri"/>
                <a:sym typeface="Calibri"/>
              </a:endParaRPr>
            </a:p>
          </p:txBody>
        </p:sp>
      </p:grpSp>
      <p:grpSp>
        <p:nvGrpSpPr>
          <p:cNvPr id="1455" name="Google Shape;1455;p92"/>
          <p:cNvGrpSpPr/>
          <p:nvPr/>
        </p:nvGrpSpPr>
        <p:grpSpPr>
          <a:xfrm>
            <a:off x="411438" y="3669400"/>
            <a:ext cx="7542427" cy="495300"/>
            <a:chOff x="411438" y="3669400"/>
            <a:chExt cx="7542427" cy="495300"/>
          </a:xfrm>
        </p:grpSpPr>
        <p:sp>
          <p:nvSpPr>
            <p:cNvPr id="1456" name="Google Shape;1456;p92"/>
            <p:cNvSpPr/>
            <p:nvPr/>
          </p:nvSpPr>
          <p:spPr>
            <a:xfrm>
              <a:off x="411438" y="3669400"/>
              <a:ext cx="540000" cy="495300"/>
            </a:xfrm>
            <a:prstGeom prst="rect">
              <a:avLst/>
            </a:prstGeom>
            <a:solidFill>
              <a:srgbClr val="B1DD8B"/>
            </a:solidFill>
            <a:ln w="19050" cap="flat" cmpd="sng">
              <a:solidFill>
                <a:srgbClr val="666666"/>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800">
                  <a:latin typeface="Calibri"/>
                  <a:ea typeface="Calibri"/>
                  <a:cs typeface="Calibri"/>
                  <a:sym typeface="Calibri"/>
                </a:rPr>
                <a:t>3</a:t>
              </a:r>
              <a:endParaRPr sz="1800">
                <a:latin typeface="Calibri"/>
                <a:ea typeface="Calibri"/>
                <a:cs typeface="Calibri"/>
                <a:sym typeface="Calibri"/>
              </a:endParaRPr>
            </a:p>
          </p:txBody>
        </p:sp>
        <p:sp>
          <p:nvSpPr>
            <p:cNvPr id="1457" name="Google Shape;1457;p92"/>
            <p:cNvSpPr/>
            <p:nvPr/>
          </p:nvSpPr>
          <p:spPr>
            <a:xfrm>
              <a:off x="944038" y="3669400"/>
              <a:ext cx="540000" cy="495300"/>
            </a:xfrm>
            <a:prstGeom prst="rect">
              <a:avLst/>
            </a:prstGeom>
            <a:solidFill>
              <a:srgbClr val="D9D9D9"/>
            </a:solidFill>
            <a:ln w="19050" cap="flat" cmpd="sng">
              <a:solidFill>
                <a:srgbClr val="666666"/>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800">
                  <a:latin typeface="Calibri"/>
                  <a:ea typeface="Calibri"/>
                  <a:cs typeface="Calibri"/>
                  <a:sym typeface="Calibri"/>
                </a:rPr>
                <a:t>2</a:t>
              </a:r>
              <a:endParaRPr sz="1800">
                <a:latin typeface="Calibri"/>
                <a:ea typeface="Calibri"/>
                <a:cs typeface="Calibri"/>
                <a:sym typeface="Calibri"/>
              </a:endParaRPr>
            </a:p>
          </p:txBody>
        </p:sp>
        <p:sp>
          <p:nvSpPr>
            <p:cNvPr id="1458" name="Google Shape;1458;p92"/>
            <p:cNvSpPr/>
            <p:nvPr/>
          </p:nvSpPr>
          <p:spPr>
            <a:xfrm>
              <a:off x="1476638" y="3669400"/>
              <a:ext cx="540000" cy="495300"/>
            </a:xfrm>
            <a:prstGeom prst="rect">
              <a:avLst/>
            </a:prstGeom>
            <a:solidFill>
              <a:srgbClr val="D9D9D9"/>
            </a:solidFill>
            <a:ln w="19050" cap="flat" cmpd="sng">
              <a:solidFill>
                <a:srgbClr val="666666"/>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800">
                  <a:latin typeface="Calibri"/>
                  <a:ea typeface="Calibri"/>
                  <a:cs typeface="Calibri"/>
                  <a:sym typeface="Calibri"/>
                </a:rPr>
                <a:t>1</a:t>
              </a:r>
              <a:endParaRPr sz="1800">
                <a:latin typeface="Calibri"/>
                <a:ea typeface="Calibri"/>
                <a:cs typeface="Calibri"/>
                <a:sym typeface="Calibri"/>
              </a:endParaRPr>
            </a:p>
          </p:txBody>
        </p:sp>
        <p:sp>
          <p:nvSpPr>
            <p:cNvPr id="1459" name="Google Shape;1459;p92"/>
            <p:cNvSpPr/>
            <p:nvPr/>
          </p:nvSpPr>
          <p:spPr>
            <a:xfrm>
              <a:off x="2009238" y="3669400"/>
              <a:ext cx="540000" cy="495300"/>
            </a:xfrm>
            <a:prstGeom prst="rect">
              <a:avLst/>
            </a:prstGeom>
            <a:solidFill>
              <a:srgbClr val="D9D9D9"/>
            </a:solidFill>
            <a:ln w="19050" cap="flat" cmpd="sng">
              <a:solidFill>
                <a:srgbClr val="666666"/>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800">
                  <a:latin typeface="Calibri"/>
                  <a:ea typeface="Calibri"/>
                  <a:cs typeface="Calibri"/>
                  <a:sym typeface="Calibri"/>
                </a:rPr>
                <a:t>4</a:t>
              </a:r>
              <a:endParaRPr sz="1800">
                <a:latin typeface="Calibri"/>
                <a:ea typeface="Calibri"/>
                <a:cs typeface="Calibri"/>
                <a:sym typeface="Calibri"/>
              </a:endParaRPr>
            </a:p>
          </p:txBody>
        </p:sp>
        <p:sp>
          <p:nvSpPr>
            <p:cNvPr id="1460" name="Google Shape;1460;p92"/>
            <p:cNvSpPr/>
            <p:nvPr/>
          </p:nvSpPr>
          <p:spPr>
            <a:xfrm>
              <a:off x="2541838" y="3669400"/>
              <a:ext cx="540000" cy="495300"/>
            </a:xfrm>
            <a:prstGeom prst="rect">
              <a:avLst/>
            </a:prstGeom>
            <a:solidFill>
              <a:srgbClr val="000000"/>
            </a:solidFill>
            <a:ln w="19050" cap="flat" cmpd="sng">
              <a:solidFill>
                <a:srgbClr val="666666"/>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800">
                  <a:solidFill>
                    <a:srgbClr val="FFFFFF"/>
                  </a:solidFill>
                  <a:latin typeface="Calibri"/>
                  <a:ea typeface="Calibri"/>
                  <a:cs typeface="Calibri"/>
                  <a:sym typeface="Calibri"/>
                </a:rPr>
                <a:t>5</a:t>
              </a:r>
              <a:endParaRPr sz="1800">
                <a:solidFill>
                  <a:srgbClr val="FFFFFF"/>
                </a:solidFill>
                <a:latin typeface="Calibri"/>
                <a:ea typeface="Calibri"/>
                <a:cs typeface="Calibri"/>
                <a:sym typeface="Calibri"/>
              </a:endParaRPr>
            </a:p>
          </p:txBody>
        </p:sp>
        <p:sp>
          <p:nvSpPr>
            <p:cNvPr id="1461" name="Google Shape;1461;p92"/>
            <p:cNvSpPr/>
            <p:nvPr/>
          </p:nvSpPr>
          <p:spPr>
            <a:xfrm>
              <a:off x="6348664" y="3669400"/>
              <a:ext cx="540000" cy="495300"/>
            </a:xfrm>
            <a:prstGeom prst="rect">
              <a:avLst/>
            </a:prstGeom>
            <a:solidFill>
              <a:srgbClr val="B1DD8B"/>
            </a:solidFill>
            <a:ln w="19050" cap="flat" cmpd="sng">
              <a:solidFill>
                <a:srgbClr val="666666"/>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800">
                  <a:latin typeface="Calibri"/>
                  <a:ea typeface="Calibri"/>
                  <a:cs typeface="Calibri"/>
                  <a:sym typeface="Calibri"/>
                </a:rPr>
                <a:t>7</a:t>
              </a:r>
              <a:endParaRPr sz="1800">
                <a:latin typeface="Calibri"/>
                <a:ea typeface="Calibri"/>
                <a:cs typeface="Calibri"/>
                <a:sym typeface="Calibri"/>
              </a:endParaRPr>
            </a:p>
          </p:txBody>
        </p:sp>
        <p:sp>
          <p:nvSpPr>
            <p:cNvPr id="1462" name="Google Shape;1462;p92"/>
            <p:cNvSpPr/>
            <p:nvPr/>
          </p:nvSpPr>
          <p:spPr>
            <a:xfrm>
              <a:off x="6881264" y="3669400"/>
              <a:ext cx="540000" cy="495300"/>
            </a:xfrm>
            <a:prstGeom prst="rect">
              <a:avLst/>
            </a:prstGeom>
            <a:solidFill>
              <a:srgbClr val="D9D9D9"/>
            </a:solidFill>
            <a:ln w="19050" cap="flat" cmpd="sng">
              <a:solidFill>
                <a:srgbClr val="666666"/>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800">
                  <a:latin typeface="Calibri"/>
                  <a:ea typeface="Calibri"/>
                  <a:cs typeface="Calibri"/>
                  <a:sym typeface="Calibri"/>
                </a:rPr>
                <a:t>8</a:t>
              </a:r>
              <a:endParaRPr sz="1800">
                <a:latin typeface="Calibri"/>
                <a:ea typeface="Calibri"/>
                <a:cs typeface="Calibri"/>
                <a:sym typeface="Calibri"/>
              </a:endParaRPr>
            </a:p>
          </p:txBody>
        </p:sp>
        <p:sp>
          <p:nvSpPr>
            <p:cNvPr id="1463" name="Google Shape;1463;p92"/>
            <p:cNvSpPr/>
            <p:nvPr/>
          </p:nvSpPr>
          <p:spPr>
            <a:xfrm>
              <a:off x="7413864" y="3669400"/>
              <a:ext cx="540000" cy="495300"/>
            </a:xfrm>
            <a:prstGeom prst="rect">
              <a:avLst/>
            </a:prstGeom>
            <a:solidFill>
              <a:srgbClr val="D9D9D9"/>
            </a:solidFill>
            <a:ln w="19050" cap="flat" cmpd="sng">
              <a:solidFill>
                <a:srgbClr val="666666"/>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800">
                  <a:latin typeface="Calibri"/>
                  <a:ea typeface="Calibri"/>
                  <a:cs typeface="Calibri"/>
                  <a:sym typeface="Calibri"/>
                </a:rPr>
                <a:t>6</a:t>
              </a:r>
              <a:endParaRPr sz="1800">
                <a:latin typeface="Calibri"/>
                <a:ea typeface="Calibri"/>
                <a:cs typeface="Calibri"/>
                <a:sym typeface="Calibri"/>
              </a:endParaRPr>
            </a:p>
          </p:txBody>
        </p:sp>
        <p:sp>
          <p:nvSpPr>
            <p:cNvPr id="1464" name="Google Shape;1464;p92"/>
            <p:cNvSpPr/>
            <p:nvPr/>
          </p:nvSpPr>
          <p:spPr>
            <a:xfrm>
              <a:off x="5816063" y="3669400"/>
              <a:ext cx="540000" cy="495300"/>
            </a:xfrm>
            <a:prstGeom prst="rect">
              <a:avLst/>
            </a:prstGeom>
            <a:solidFill>
              <a:srgbClr val="000000"/>
            </a:solidFill>
            <a:ln w="19050" cap="flat" cmpd="sng">
              <a:solidFill>
                <a:srgbClr val="666666"/>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800">
                  <a:solidFill>
                    <a:srgbClr val="FFFFFF"/>
                  </a:solidFill>
                  <a:latin typeface="Calibri"/>
                  <a:ea typeface="Calibri"/>
                  <a:cs typeface="Calibri"/>
                  <a:sym typeface="Calibri"/>
                </a:rPr>
                <a:t>5</a:t>
              </a:r>
              <a:endParaRPr sz="1800">
                <a:solidFill>
                  <a:srgbClr val="FFFFFF"/>
                </a:solidFill>
                <a:latin typeface="Calibri"/>
                <a:ea typeface="Calibri"/>
                <a:cs typeface="Calibri"/>
                <a:sym typeface="Calibri"/>
              </a:endParaRPr>
            </a:p>
          </p:txBody>
        </p:sp>
      </p:grpSp>
      <p:grpSp>
        <p:nvGrpSpPr>
          <p:cNvPr id="1465" name="Google Shape;1465;p92"/>
          <p:cNvGrpSpPr/>
          <p:nvPr/>
        </p:nvGrpSpPr>
        <p:grpSpPr>
          <a:xfrm>
            <a:off x="411438" y="4431400"/>
            <a:ext cx="7542427" cy="495300"/>
            <a:chOff x="411438" y="4431400"/>
            <a:chExt cx="7542427" cy="495300"/>
          </a:xfrm>
        </p:grpSpPr>
        <p:sp>
          <p:nvSpPr>
            <p:cNvPr id="1466" name="Google Shape;1466;p92"/>
            <p:cNvSpPr/>
            <p:nvPr/>
          </p:nvSpPr>
          <p:spPr>
            <a:xfrm>
              <a:off x="411438" y="4431400"/>
              <a:ext cx="540000" cy="495300"/>
            </a:xfrm>
            <a:prstGeom prst="rect">
              <a:avLst/>
            </a:prstGeom>
            <a:solidFill>
              <a:srgbClr val="D9D9D9"/>
            </a:solidFill>
            <a:ln w="19050" cap="flat" cmpd="sng">
              <a:solidFill>
                <a:srgbClr val="666666"/>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800">
                  <a:latin typeface="Calibri"/>
                  <a:ea typeface="Calibri"/>
                  <a:cs typeface="Calibri"/>
                  <a:sym typeface="Calibri"/>
                </a:rPr>
                <a:t>2</a:t>
              </a:r>
              <a:endParaRPr sz="1800">
                <a:latin typeface="Calibri"/>
                <a:ea typeface="Calibri"/>
                <a:cs typeface="Calibri"/>
                <a:sym typeface="Calibri"/>
              </a:endParaRPr>
            </a:p>
          </p:txBody>
        </p:sp>
        <p:sp>
          <p:nvSpPr>
            <p:cNvPr id="1467" name="Google Shape;1467;p92"/>
            <p:cNvSpPr/>
            <p:nvPr/>
          </p:nvSpPr>
          <p:spPr>
            <a:xfrm>
              <a:off x="944038" y="4431400"/>
              <a:ext cx="540000" cy="495300"/>
            </a:xfrm>
            <a:prstGeom prst="rect">
              <a:avLst/>
            </a:prstGeom>
            <a:solidFill>
              <a:srgbClr val="D9D9D9"/>
            </a:solidFill>
            <a:ln w="19050" cap="flat" cmpd="sng">
              <a:solidFill>
                <a:srgbClr val="666666"/>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800">
                  <a:latin typeface="Calibri"/>
                  <a:ea typeface="Calibri"/>
                  <a:cs typeface="Calibri"/>
                  <a:sym typeface="Calibri"/>
                </a:rPr>
                <a:t>1</a:t>
              </a:r>
              <a:endParaRPr sz="1800">
                <a:latin typeface="Calibri"/>
                <a:ea typeface="Calibri"/>
                <a:cs typeface="Calibri"/>
                <a:sym typeface="Calibri"/>
              </a:endParaRPr>
            </a:p>
          </p:txBody>
        </p:sp>
        <p:sp>
          <p:nvSpPr>
            <p:cNvPr id="1468" name="Google Shape;1468;p92"/>
            <p:cNvSpPr/>
            <p:nvPr/>
          </p:nvSpPr>
          <p:spPr>
            <a:xfrm>
              <a:off x="1476638" y="4431400"/>
              <a:ext cx="540000" cy="495300"/>
            </a:xfrm>
            <a:prstGeom prst="rect">
              <a:avLst/>
            </a:prstGeom>
            <a:solidFill>
              <a:srgbClr val="B1DD8B"/>
            </a:solidFill>
            <a:ln w="19050" cap="flat" cmpd="sng">
              <a:solidFill>
                <a:srgbClr val="666666"/>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800">
                  <a:latin typeface="Calibri"/>
                  <a:ea typeface="Calibri"/>
                  <a:cs typeface="Calibri"/>
                  <a:sym typeface="Calibri"/>
                </a:rPr>
                <a:t>3</a:t>
              </a:r>
              <a:endParaRPr sz="1800">
                <a:latin typeface="Calibri"/>
                <a:ea typeface="Calibri"/>
                <a:cs typeface="Calibri"/>
                <a:sym typeface="Calibri"/>
              </a:endParaRPr>
            </a:p>
          </p:txBody>
        </p:sp>
        <p:sp>
          <p:nvSpPr>
            <p:cNvPr id="1469" name="Google Shape;1469;p92"/>
            <p:cNvSpPr/>
            <p:nvPr/>
          </p:nvSpPr>
          <p:spPr>
            <a:xfrm>
              <a:off x="2009238" y="4431400"/>
              <a:ext cx="540000" cy="495300"/>
            </a:xfrm>
            <a:prstGeom prst="rect">
              <a:avLst/>
            </a:prstGeom>
            <a:solidFill>
              <a:srgbClr val="D9D9D9"/>
            </a:solidFill>
            <a:ln w="19050" cap="flat" cmpd="sng">
              <a:solidFill>
                <a:srgbClr val="666666"/>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800">
                  <a:latin typeface="Calibri"/>
                  <a:ea typeface="Calibri"/>
                  <a:cs typeface="Calibri"/>
                  <a:sym typeface="Calibri"/>
                </a:rPr>
                <a:t>4</a:t>
              </a:r>
              <a:endParaRPr sz="1800">
                <a:latin typeface="Calibri"/>
                <a:ea typeface="Calibri"/>
                <a:cs typeface="Calibri"/>
                <a:sym typeface="Calibri"/>
              </a:endParaRPr>
            </a:p>
          </p:txBody>
        </p:sp>
        <p:sp>
          <p:nvSpPr>
            <p:cNvPr id="1470" name="Google Shape;1470;p92"/>
            <p:cNvSpPr/>
            <p:nvPr/>
          </p:nvSpPr>
          <p:spPr>
            <a:xfrm>
              <a:off x="2541838" y="4431400"/>
              <a:ext cx="540000" cy="495300"/>
            </a:xfrm>
            <a:prstGeom prst="rect">
              <a:avLst/>
            </a:prstGeom>
            <a:solidFill>
              <a:srgbClr val="000000"/>
            </a:solidFill>
            <a:ln w="19050" cap="flat" cmpd="sng">
              <a:solidFill>
                <a:srgbClr val="666666"/>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800">
                  <a:solidFill>
                    <a:srgbClr val="FFFFFF"/>
                  </a:solidFill>
                  <a:latin typeface="Calibri"/>
                  <a:ea typeface="Calibri"/>
                  <a:cs typeface="Calibri"/>
                  <a:sym typeface="Calibri"/>
                </a:rPr>
                <a:t>5</a:t>
              </a:r>
              <a:endParaRPr sz="1800">
                <a:solidFill>
                  <a:srgbClr val="FFFFFF"/>
                </a:solidFill>
                <a:latin typeface="Calibri"/>
                <a:ea typeface="Calibri"/>
                <a:cs typeface="Calibri"/>
                <a:sym typeface="Calibri"/>
              </a:endParaRPr>
            </a:p>
          </p:txBody>
        </p:sp>
        <p:sp>
          <p:nvSpPr>
            <p:cNvPr id="1471" name="Google Shape;1471;p92"/>
            <p:cNvSpPr/>
            <p:nvPr/>
          </p:nvSpPr>
          <p:spPr>
            <a:xfrm>
              <a:off x="6348664" y="4431400"/>
              <a:ext cx="540000" cy="495300"/>
            </a:xfrm>
            <a:prstGeom prst="rect">
              <a:avLst/>
            </a:prstGeom>
            <a:solidFill>
              <a:srgbClr val="D9D9D9"/>
            </a:solidFill>
            <a:ln w="19050" cap="flat" cmpd="sng">
              <a:solidFill>
                <a:srgbClr val="666666"/>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800">
                  <a:latin typeface="Calibri"/>
                  <a:ea typeface="Calibri"/>
                  <a:cs typeface="Calibri"/>
                  <a:sym typeface="Calibri"/>
                </a:rPr>
                <a:t>6</a:t>
              </a:r>
              <a:endParaRPr sz="1800">
                <a:latin typeface="Calibri"/>
                <a:ea typeface="Calibri"/>
                <a:cs typeface="Calibri"/>
                <a:sym typeface="Calibri"/>
              </a:endParaRPr>
            </a:p>
          </p:txBody>
        </p:sp>
        <p:sp>
          <p:nvSpPr>
            <p:cNvPr id="1472" name="Google Shape;1472;p92"/>
            <p:cNvSpPr/>
            <p:nvPr/>
          </p:nvSpPr>
          <p:spPr>
            <a:xfrm>
              <a:off x="6881264" y="4431400"/>
              <a:ext cx="540000" cy="495300"/>
            </a:xfrm>
            <a:prstGeom prst="rect">
              <a:avLst/>
            </a:prstGeom>
            <a:solidFill>
              <a:srgbClr val="B1DD8B"/>
            </a:solidFill>
            <a:ln w="19050" cap="flat" cmpd="sng">
              <a:solidFill>
                <a:srgbClr val="666666"/>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800">
                  <a:latin typeface="Calibri"/>
                  <a:ea typeface="Calibri"/>
                  <a:cs typeface="Calibri"/>
                  <a:sym typeface="Calibri"/>
                </a:rPr>
                <a:t>7</a:t>
              </a:r>
              <a:endParaRPr sz="1800">
                <a:latin typeface="Calibri"/>
                <a:ea typeface="Calibri"/>
                <a:cs typeface="Calibri"/>
                <a:sym typeface="Calibri"/>
              </a:endParaRPr>
            </a:p>
          </p:txBody>
        </p:sp>
        <p:sp>
          <p:nvSpPr>
            <p:cNvPr id="1473" name="Google Shape;1473;p92"/>
            <p:cNvSpPr/>
            <p:nvPr/>
          </p:nvSpPr>
          <p:spPr>
            <a:xfrm>
              <a:off x="7413864" y="4431400"/>
              <a:ext cx="540000" cy="495300"/>
            </a:xfrm>
            <a:prstGeom prst="rect">
              <a:avLst/>
            </a:prstGeom>
            <a:solidFill>
              <a:srgbClr val="D9D9D9"/>
            </a:solidFill>
            <a:ln w="19050" cap="flat" cmpd="sng">
              <a:solidFill>
                <a:srgbClr val="666666"/>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800">
                  <a:latin typeface="Calibri"/>
                  <a:ea typeface="Calibri"/>
                  <a:cs typeface="Calibri"/>
                  <a:sym typeface="Calibri"/>
                </a:rPr>
                <a:t>8</a:t>
              </a:r>
              <a:endParaRPr sz="1800">
                <a:latin typeface="Calibri"/>
                <a:ea typeface="Calibri"/>
                <a:cs typeface="Calibri"/>
                <a:sym typeface="Calibri"/>
              </a:endParaRPr>
            </a:p>
          </p:txBody>
        </p:sp>
        <p:sp>
          <p:nvSpPr>
            <p:cNvPr id="1474" name="Google Shape;1474;p92"/>
            <p:cNvSpPr/>
            <p:nvPr/>
          </p:nvSpPr>
          <p:spPr>
            <a:xfrm>
              <a:off x="5816063" y="4431400"/>
              <a:ext cx="540000" cy="495300"/>
            </a:xfrm>
            <a:prstGeom prst="rect">
              <a:avLst/>
            </a:prstGeom>
            <a:solidFill>
              <a:srgbClr val="000000"/>
            </a:solidFill>
            <a:ln w="19050" cap="flat" cmpd="sng">
              <a:solidFill>
                <a:srgbClr val="666666"/>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800">
                  <a:solidFill>
                    <a:srgbClr val="FFFFFF"/>
                  </a:solidFill>
                  <a:latin typeface="Calibri"/>
                  <a:ea typeface="Calibri"/>
                  <a:cs typeface="Calibri"/>
                  <a:sym typeface="Calibri"/>
                </a:rPr>
                <a:t>5</a:t>
              </a:r>
              <a:endParaRPr sz="1800">
                <a:solidFill>
                  <a:srgbClr val="FFFFFF"/>
                </a:solidFill>
                <a:latin typeface="Calibri"/>
                <a:ea typeface="Calibri"/>
                <a:cs typeface="Calibri"/>
                <a:sym typeface="Calibri"/>
              </a:endParaRPr>
            </a:p>
          </p:txBody>
        </p:sp>
      </p:grpSp>
      <p:grpSp>
        <p:nvGrpSpPr>
          <p:cNvPr id="1475" name="Google Shape;1475;p92"/>
          <p:cNvGrpSpPr/>
          <p:nvPr/>
        </p:nvGrpSpPr>
        <p:grpSpPr>
          <a:xfrm>
            <a:off x="2708000" y="1281025"/>
            <a:ext cx="3728101" cy="302400"/>
            <a:chOff x="2708000" y="1281025"/>
            <a:chExt cx="3728101" cy="302400"/>
          </a:xfrm>
        </p:grpSpPr>
        <p:cxnSp>
          <p:nvCxnSpPr>
            <p:cNvPr id="1476" name="Google Shape;1476;p92"/>
            <p:cNvCxnSpPr>
              <a:stCxn id="1439" idx="2"/>
              <a:endCxn id="1447" idx="0"/>
            </p:cNvCxnSpPr>
            <p:nvPr/>
          </p:nvCxnSpPr>
          <p:spPr>
            <a:xfrm flipH="1">
              <a:off x="2708000" y="1281025"/>
              <a:ext cx="532500" cy="302400"/>
            </a:xfrm>
            <a:prstGeom prst="straightConnector1">
              <a:avLst/>
            </a:prstGeom>
            <a:noFill/>
            <a:ln w="19050" cap="flat" cmpd="sng">
              <a:solidFill>
                <a:schemeClr val="dk2"/>
              </a:solidFill>
              <a:prstDash val="solid"/>
              <a:round/>
              <a:headEnd type="none" w="med" len="med"/>
              <a:tailEnd type="triangle" w="med" len="med"/>
            </a:ln>
          </p:spPr>
        </p:cxnSp>
        <p:cxnSp>
          <p:nvCxnSpPr>
            <p:cNvPr id="1477" name="Google Shape;1477;p92"/>
            <p:cNvCxnSpPr>
              <a:stCxn id="1440" idx="2"/>
              <a:endCxn id="1448" idx="0"/>
            </p:cNvCxnSpPr>
            <p:nvPr/>
          </p:nvCxnSpPr>
          <p:spPr>
            <a:xfrm flipH="1">
              <a:off x="3240600" y="1281025"/>
              <a:ext cx="532500" cy="302400"/>
            </a:xfrm>
            <a:prstGeom prst="straightConnector1">
              <a:avLst/>
            </a:prstGeom>
            <a:noFill/>
            <a:ln w="19050" cap="flat" cmpd="sng">
              <a:solidFill>
                <a:schemeClr val="dk2"/>
              </a:solidFill>
              <a:prstDash val="solid"/>
              <a:round/>
              <a:headEnd type="none" w="med" len="med"/>
              <a:tailEnd type="triangle" w="med" len="med"/>
            </a:ln>
          </p:spPr>
        </p:cxnSp>
        <p:cxnSp>
          <p:nvCxnSpPr>
            <p:cNvPr id="1478" name="Google Shape;1478;p92"/>
            <p:cNvCxnSpPr>
              <a:stCxn id="1441" idx="2"/>
              <a:endCxn id="1449" idx="0"/>
            </p:cNvCxnSpPr>
            <p:nvPr/>
          </p:nvCxnSpPr>
          <p:spPr>
            <a:xfrm flipH="1">
              <a:off x="3773201" y="1281025"/>
              <a:ext cx="532500" cy="302400"/>
            </a:xfrm>
            <a:prstGeom prst="straightConnector1">
              <a:avLst/>
            </a:prstGeom>
            <a:noFill/>
            <a:ln w="19050" cap="flat" cmpd="sng">
              <a:solidFill>
                <a:schemeClr val="dk2"/>
              </a:solidFill>
              <a:prstDash val="solid"/>
              <a:round/>
              <a:headEnd type="none" w="med" len="med"/>
              <a:tailEnd type="triangle" w="med" len="med"/>
            </a:ln>
          </p:spPr>
        </p:cxnSp>
        <p:cxnSp>
          <p:nvCxnSpPr>
            <p:cNvPr id="1479" name="Google Shape;1479;p92"/>
            <p:cNvCxnSpPr>
              <a:stCxn id="1443" idx="2"/>
              <a:endCxn id="1450" idx="0"/>
            </p:cNvCxnSpPr>
            <p:nvPr/>
          </p:nvCxnSpPr>
          <p:spPr>
            <a:xfrm flipH="1">
              <a:off x="4305701" y="1281025"/>
              <a:ext cx="1597800" cy="302400"/>
            </a:xfrm>
            <a:prstGeom prst="straightConnector1">
              <a:avLst/>
            </a:prstGeom>
            <a:noFill/>
            <a:ln w="19050" cap="flat" cmpd="sng">
              <a:solidFill>
                <a:schemeClr val="dk2"/>
              </a:solidFill>
              <a:prstDash val="solid"/>
              <a:round/>
              <a:headEnd type="none" w="med" len="med"/>
              <a:tailEnd type="triangle" w="med" len="med"/>
            </a:ln>
          </p:spPr>
        </p:cxnSp>
        <p:cxnSp>
          <p:nvCxnSpPr>
            <p:cNvPr id="1480" name="Google Shape;1480;p92"/>
            <p:cNvCxnSpPr>
              <a:stCxn id="1445" idx="2"/>
              <a:endCxn id="1451" idx="0"/>
            </p:cNvCxnSpPr>
            <p:nvPr/>
          </p:nvCxnSpPr>
          <p:spPr>
            <a:xfrm>
              <a:off x="4838301" y="1281025"/>
              <a:ext cx="532500" cy="302400"/>
            </a:xfrm>
            <a:prstGeom prst="straightConnector1">
              <a:avLst/>
            </a:prstGeom>
            <a:noFill/>
            <a:ln w="19050" cap="flat" cmpd="sng">
              <a:solidFill>
                <a:schemeClr val="dk2"/>
              </a:solidFill>
              <a:prstDash val="solid"/>
              <a:round/>
              <a:headEnd type="none" w="med" len="med"/>
              <a:tailEnd type="triangle" w="med" len="med"/>
            </a:ln>
          </p:spPr>
        </p:cxnSp>
        <p:cxnSp>
          <p:nvCxnSpPr>
            <p:cNvPr id="1481" name="Google Shape;1481;p92"/>
            <p:cNvCxnSpPr>
              <a:stCxn id="1442" idx="2"/>
              <a:endCxn id="1452" idx="0"/>
            </p:cNvCxnSpPr>
            <p:nvPr/>
          </p:nvCxnSpPr>
          <p:spPr>
            <a:xfrm>
              <a:off x="5370901" y="1281025"/>
              <a:ext cx="532500" cy="302400"/>
            </a:xfrm>
            <a:prstGeom prst="straightConnector1">
              <a:avLst/>
            </a:prstGeom>
            <a:noFill/>
            <a:ln w="19050" cap="flat" cmpd="sng">
              <a:solidFill>
                <a:schemeClr val="dk2"/>
              </a:solidFill>
              <a:prstDash val="solid"/>
              <a:round/>
              <a:headEnd type="none" w="med" len="med"/>
              <a:tailEnd type="triangle" w="med" len="med"/>
            </a:ln>
          </p:spPr>
        </p:cxnSp>
        <p:cxnSp>
          <p:nvCxnSpPr>
            <p:cNvPr id="1482" name="Google Shape;1482;p92"/>
            <p:cNvCxnSpPr>
              <a:stCxn id="1444" idx="2"/>
              <a:endCxn id="1453" idx="0"/>
            </p:cNvCxnSpPr>
            <p:nvPr/>
          </p:nvCxnSpPr>
          <p:spPr>
            <a:xfrm>
              <a:off x="6436102" y="1281025"/>
              <a:ext cx="0" cy="302400"/>
            </a:xfrm>
            <a:prstGeom prst="straightConnector1">
              <a:avLst/>
            </a:prstGeom>
            <a:noFill/>
            <a:ln w="19050" cap="flat" cmpd="sng">
              <a:solidFill>
                <a:schemeClr val="dk2"/>
              </a:solidFill>
              <a:prstDash val="solid"/>
              <a:round/>
              <a:headEnd type="none" w="med" len="med"/>
              <a:tailEnd type="triangle" w="med" len="med"/>
            </a:ln>
          </p:spPr>
        </p:cxnSp>
      </p:grpSp>
      <p:sp>
        <p:nvSpPr>
          <p:cNvPr id="1483" name="Google Shape;1483;p92"/>
          <p:cNvSpPr txBox="1"/>
          <p:nvPr/>
        </p:nvSpPr>
        <p:spPr>
          <a:xfrm>
            <a:off x="6877075" y="1095575"/>
            <a:ext cx="2266800" cy="7143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a:t>Q: How would we use this operation for sorting?</a:t>
            </a:r>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446"/>
                                        </p:tgtEl>
                                        <p:attrNameLst>
                                          <p:attrName>style.visibility</p:attrName>
                                        </p:attrNameLst>
                                      </p:cBhvr>
                                      <p:to>
                                        <p:strVal val="visible"/>
                                      </p:to>
                                    </p:set>
                                    <p:animEffect transition="in" filter="fade">
                                      <p:cBhvr>
                                        <p:cTn id="7" dur="1"/>
                                        <p:tgtEl>
                                          <p:spTgt spid="1446"/>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475"/>
                                        </p:tgtEl>
                                        <p:attrNameLst>
                                          <p:attrName>style.visibility</p:attrName>
                                        </p:attrNameLst>
                                      </p:cBhvr>
                                      <p:to>
                                        <p:strVal val="visible"/>
                                      </p:to>
                                    </p:set>
                                    <p:animEffect transition="in" filter="fade">
                                      <p:cBhvr>
                                        <p:cTn id="12" dur="1"/>
                                        <p:tgtEl>
                                          <p:spTgt spid="1475"/>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1483"/>
                                        </p:tgtEl>
                                        <p:attrNameLst>
                                          <p:attrName>style.visibility</p:attrName>
                                        </p:attrNameLst>
                                      </p:cBhvr>
                                      <p:to>
                                        <p:strVal val="visible"/>
                                      </p:to>
                                    </p:set>
                                    <p:animEffect transition="in" filter="fade">
                                      <p:cBhvr>
                                        <p:cTn id="17" dur="1"/>
                                        <p:tgtEl>
                                          <p:spTgt spid="1483"/>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1437">
                                            <p:txEl>
                                              <p:pRg st="0" end="0"/>
                                            </p:txEl>
                                          </p:spTgt>
                                        </p:tgtEl>
                                        <p:attrNameLst>
                                          <p:attrName>style.visibility</p:attrName>
                                        </p:attrNameLst>
                                      </p:cBhvr>
                                      <p:to>
                                        <p:strVal val="visible"/>
                                      </p:to>
                                    </p:set>
                                    <p:animEffect transition="in" filter="fade">
                                      <p:cBhvr>
                                        <p:cTn id="22" dur="1"/>
                                        <p:tgtEl>
                                          <p:spTgt spid="1437">
                                            <p:txEl>
                                              <p:pRg st="0" end="0"/>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1437">
                                            <p:txEl>
                                              <p:pRg st="1" end="1"/>
                                            </p:txEl>
                                          </p:spTgt>
                                        </p:tgtEl>
                                        <p:attrNameLst>
                                          <p:attrName>style.visibility</p:attrName>
                                        </p:attrNameLst>
                                      </p:cBhvr>
                                      <p:to>
                                        <p:strVal val="visible"/>
                                      </p:to>
                                    </p:set>
                                    <p:animEffect transition="in" filter="fade">
                                      <p:cBhvr>
                                        <p:cTn id="27" dur="1"/>
                                        <p:tgtEl>
                                          <p:spTgt spid="1437">
                                            <p:txEl>
                                              <p:pRg st="1" end="1"/>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1437">
                                            <p:txEl>
                                              <p:pRg st="2" end="2"/>
                                            </p:txEl>
                                          </p:spTgt>
                                        </p:tgtEl>
                                        <p:attrNameLst>
                                          <p:attrName>style.visibility</p:attrName>
                                        </p:attrNameLst>
                                      </p:cBhvr>
                                      <p:to>
                                        <p:strVal val="visible"/>
                                      </p:to>
                                    </p:set>
                                    <p:animEffect transition="in" filter="fade">
                                      <p:cBhvr>
                                        <p:cTn id="32" dur="1"/>
                                        <p:tgtEl>
                                          <p:spTgt spid="1437">
                                            <p:txEl>
                                              <p:pRg st="2" end="2"/>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nodeType="clickEffect">
                                  <p:stCondLst>
                                    <p:cond delay="0"/>
                                  </p:stCondLst>
                                  <p:childTnLst>
                                    <p:set>
                                      <p:cBhvr>
                                        <p:cTn id="36" dur="1" fill="hold">
                                          <p:stCondLst>
                                            <p:cond delay="0"/>
                                          </p:stCondLst>
                                        </p:cTn>
                                        <p:tgtEl>
                                          <p:spTgt spid="1455"/>
                                        </p:tgtEl>
                                        <p:attrNameLst>
                                          <p:attrName>style.visibility</p:attrName>
                                        </p:attrNameLst>
                                      </p:cBhvr>
                                      <p:to>
                                        <p:strVal val="visible"/>
                                      </p:to>
                                    </p:set>
                                    <p:animEffect transition="in" filter="fade">
                                      <p:cBhvr>
                                        <p:cTn id="37" dur="1"/>
                                        <p:tgtEl>
                                          <p:spTgt spid="1455"/>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nodeType="clickEffect">
                                  <p:stCondLst>
                                    <p:cond delay="0"/>
                                  </p:stCondLst>
                                  <p:childTnLst>
                                    <p:set>
                                      <p:cBhvr>
                                        <p:cTn id="41" dur="1" fill="hold">
                                          <p:stCondLst>
                                            <p:cond delay="0"/>
                                          </p:stCondLst>
                                        </p:cTn>
                                        <p:tgtEl>
                                          <p:spTgt spid="1465"/>
                                        </p:tgtEl>
                                        <p:attrNameLst>
                                          <p:attrName>style.visibility</p:attrName>
                                        </p:attrNameLst>
                                      </p:cBhvr>
                                      <p:to>
                                        <p:strVal val="visible"/>
                                      </p:to>
                                    </p:set>
                                    <p:animEffect transition="in" filter="fade">
                                      <p:cBhvr>
                                        <p:cTn id="42" dur="1"/>
                                        <p:tgtEl>
                                          <p:spTgt spid="146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Shape 1487"/>
        <p:cNvGrpSpPr/>
        <p:nvPr/>
      </p:nvGrpSpPr>
      <p:grpSpPr>
        <a:xfrm>
          <a:off x="0" y="0"/>
          <a:ext cx="0" cy="0"/>
          <a:chOff x="0" y="0"/>
          <a:chExt cx="0" cy="0"/>
        </a:xfrm>
      </p:grpSpPr>
      <p:sp>
        <p:nvSpPr>
          <p:cNvPr id="1488" name="Google Shape;1488;p93"/>
          <p:cNvSpPr txBox="1">
            <a:spLocks noGrp="1"/>
          </p:cNvSpPr>
          <p:nvPr>
            <p:ph type="title"/>
          </p:nvPr>
        </p:nvSpPr>
        <p:spPr>
          <a:xfrm>
            <a:off x="0" y="0"/>
            <a:ext cx="8520600" cy="3936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Quick Sort</a:t>
            </a:r>
            <a:endParaRPr/>
          </a:p>
        </p:txBody>
      </p:sp>
      <p:sp>
        <p:nvSpPr>
          <p:cNvPr id="1489" name="Google Shape;1489;p93"/>
          <p:cNvSpPr txBox="1">
            <a:spLocks noGrp="1"/>
          </p:cNvSpPr>
          <p:nvPr>
            <p:ph type="body" idx="1"/>
          </p:nvPr>
        </p:nvSpPr>
        <p:spPr>
          <a:xfrm>
            <a:off x="107044" y="402200"/>
            <a:ext cx="8520600" cy="3416400"/>
          </a:xfrm>
          <a:prstGeom prst="rect">
            <a:avLst/>
          </a:prstGeom>
        </p:spPr>
        <p:txBody>
          <a:bodyPr spcFirstLastPara="1" wrap="square" lIns="91425" tIns="91425" rIns="91425" bIns="91425" anchor="t" anchorCtr="0">
            <a:noAutofit/>
          </a:bodyPr>
          <a:lstStyle/>
          <a:p>
            <a:pPr marL="0" lvl="0" indent="0" algn="l" rtl="0">
              <a:spcBef>
                <a:spcPts val="600"/>
              </a:spcBef>
              <a:spcAft>
                <a:spcPts val="0"/>
              </a:spcAft>
              <a:buNone/>
            </a:pPr>
            <a:r>
              <a:rPr lang="en"/>
              <a:t>Quick sorting N items: </a:t>
            </a:r>
            <a:endParaRPr/>
          </a:p>
          <a:p>
            <a:pPr marL="457200" lvl="0" indent="-342900" algn="l" rtl="0">
              <a:spcBef>
                <a:spcPts val="600"/>
              </a:spcBef>
              <a:spcAft>
                <a:spcPts val="0"/>
              </a:spcAft>
              <a:buSzPts val="1800"/>
              <a:buChar char="●"/>
            </a:pPr>
            <a:r>
              <a:rPr lang="en"/>
              <a:t>Partition on leftmost item. </a:t>
            </a:r>
            <a:endParaRPr/>
          </a:p>
          <a:p>
            <a:pPr marL="457200" lvl="0" indent="-342900" algn="l" rtl="0">
              <a:spcBef>
                <a:spcPts val="600"/>
              </a:spcBef>
              <a:spcAft>
                <a:spcPts val="0"/>
              </a:spcAft>
              <a:buSzPts val="1800"/>
              <a:buChar char="●"/>
            </a:pPr>
            <a:r>
              <a:rPr lang="en"/>
              <a:t>Quicksort left half.</a:t>
            </a:r>
            <a:endParaRPr/>
          </a:p>
          <a:p>
            <a:pPr marL="457200" lvl="0" indent="-342900" algn="l" rtl="0">
              <a:spcBef>
                <a:spcPts val="600"/>
              </a:spcBef>
              <a:spcAft>
                <a:spcPts val="0"/>
              </a:spcAft>
              <a:buSzPts val="1800"/>
              <a:buChar char="●"/>
            </a:pPr>
            <a:r>
              <a:rPr lang="en"/>
              <a:t>Quicksort right half.</a:t>
            </a:r>
            <a:endParaRPr/>
          </a:p>
          <a:p>
            <a:pPr marL="0" lvl="0" indent="0" algn="l" rtl="0">
              <a:spcBef>
                <a:spcPts val="600"/>
              </a:spcBef>
              <a:spcAft>
                <a:spcPts val="0"/>
              </a:spcAft>
              <a:buNone/>
            </a:pPr>
            <a:endParaRPr sz="1600"/>
          </a:p>
          <a:p>
            <a:pPr marL="0" lvl="0" indent="0" algn="l" rtl="0">
              <a:spcBef>
                <a:spcPts val="600"/>
              </a:spcBef>
              <a:spcAft>
                <a:spcPts val="0"/>
              </a:spcAft>
              <a:buNone/>
            </a:pPr>
            <a:endParaRPr sz="1600"/>
          </a:p>
        </p:txBody>
      </p:sp>
      <p:sp>
        <p:nvSpPr>
          <p:cNvPr id="1490" name="Google Shape;1490;p93"/>
          <p:cNvSpPr/>
          <p:nvPr/>
        </p:nvSpPr>
        <p:spPr>
          <a:xfrm>
            <a:off x="2834175" y="4264475"/>
            <a:ext cx="495300" cy="495300"/>
          </a:xfrm>
          <a:prstGeom prst="rect">
            <a:avLst/>
          </a:prstGeom>
          <a:solidFill>
            <a:srgbClr val="B1DD8B"/>
          </a:solid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800">
                <a:latin typeface="Calibri"/>
                <a:ea typeface="Calibri"/>
                <a:cs typeface="Calibri"/>
                <a:sym typeface="Calibri"/>
              </a:rPr>
              <a:t>32</a:t>
            </a:r>
            <a:endParaRPr sz="1800">
              <a:latin typeface="Calibri"/>
              <a:ea typeface="Calibri"/>
              <a:cs typeface="Calibri"/>
              <a:sym typeface="Calibri"/>
            </a:endParaRPr>
          </a:p>
        </p:txBody>
      </p:sp>
      <p:sp>
        <p:nvSpPr>
          <p:cNvPr id="1491" name="Google Shape;1491;p93"/>
          <p:cNvSpPr/>
          <p:nvPr/>
        </p:nvSpPr>
        <p:spPr>
          <a:xfrm>
            <a:off x="3319364" y="4264475"/>
            <a:ext cx="495300" cy="495300"/>
          </a:xfrm>
          <a:prstGeom prst="rect">
            <a:avLst/>
          </a:prstGeom>
          <a:solidFill>
            <a:srgbClr val="B1DD8B"/>
          </a:solid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800">
                <a:latin typeface="Calibri"/>
                <a:ea typeface="Calibri"/>
                <a:cs typeface="Calibri"/>
                <a:sym typeface="Calibri"/>
              </a:rPr>
              <a:t>15</a:t>
            </a:r>
            <a:endParaRPr sz="1800">
              <a:latin typeface="Calibri"/>
              <a:ea typeface="Calibri"/>
              <a:cs typeface="Calibri"/>
              <a:sym typeface="Calibri"/>
            </a:endParaRPr>
          </a:p>
        </p:txBody>
      </p:sp>
      <p:sp>
        <p:nvSpPr>
          <p:cNvPr id="1492" name="Google Shape;1492;p93"/>
          <p:cNvSpPr/>
          <p:nvPr/>
        </p:nvSpPr>
        <p:spPr>
          <a:xfrm>
            <a:off x="3808705" y="4264475"/>
            <a:ext cx="495300" cy="495300"/>
          </a:xfrm>
          <a:prstGeom prst="rect">
            <a:avLst/>
          </a:prstGeom>
          <a:solidFill>
            <a:srgbClr val="B1DD8B"/>
          </a:solid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800">
                <a:latin typeface="Calibri"/>
                <a:ea typeface="Calibri"/>
                <a:cs typeface="Calibri"/>
                <a:sym typeface="Calibri"/>
              </a:rPr>
              <a:t>2</a:t>
            </a:r>
            <a:endParaRPr sz="1800">
              <a:latin typeface="Calibri"/>
              <a:ea typeface="Calibri"/>
              <a:cs typeface="Calibri"/>
              <a:sym typeface="Calibri"/>
            </a:endParaRPr>
          </a:p>
        </p:txBody>
      </p:sp>
      <p:sp>
        <p:nvSpPr>
          <p:cNvPr id="1493" name="Google Shape;1493;p93"/>
          <p:cNvSpPr/>
          <p:nvPr/>
        </p:nvSpPr>
        <p:spPr>
          <a:xfrm>
            <a:off x="4293894" y="4264475"/>
            <a:ext cx="495300" cy="495300"/>
          </a:xfrm>
          <a:prstGeom prst="rect">
            <a:avLst/>
          </a:prstGeom>
          <a:solidFill>
            <a:srgbClr val="B1DD8B"/>
          </a:solid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800">
                <a:latin typeface="Calibri"/>
                <a:ea typeface="Calibri"/>
                <a:cs typeface="Calibri"/>
                <a:sym typeface="Calibri"/>
              </a:rPr>
              <a:t>17</a:t>
            </a:r>
            <a:endParaRPr sz="1800">
              <a:latin typeface="Calibri"/>
              <a:ea typeface="Calibri"/>
              <a:cs typeface="Calibri"/>
              <a:sym typeface="Calibri"/>
            </a:endParaRPr>
          </a:p>
        </p:txBody>
      </p:sp>
      <p:sp>
        <p:nvSpPr>
          <p:cNvPr id="1494" name="Google Shape;1494;p93"/>
          <p:cNvSpPr/>
          <p:nvPr/>
        </p:nvSpPr>
        <p:spPr>
          <a:xfrm>
            <a:off x="4778636" y="4264475"/>
            <a:ext cx="495300" cy="495300"/>
          </a:xfrm>
          <a:prstGeom prst="rect">
            <a:avLst/>
          </a:prstGeom>
          <a:solidFill>
            <a:srgbClr val="B1DD8B"/>
          </a:solid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800">
                <a:latin typeface="Calibri"/>
                <a:ea typeface="Calibri"/>
                <a:cs typeface="Calibri"/>
                <a:sym typeface="Calibri"/>
              </a:rPr>
              <a:t>19</a:t>
            </a:r>
            <a:endParaRPr sz="1800">
              <a:latin typeface="Calibri"/>
              <a:ea typeface="Calibri"/>
              <a:cs typeface="Calibri"/>
              <a:sym typeface="Calibri"/>
            </a:endParaRPr>
          </a:p>
        </p:txBody>
      </p:sp>
      <p:sp>
        <p:nvSpPr>
          <p:cNvPr id="1495" name="Google Shape;1495;p93"/>
          <p:cNvSpPr/>
          <p:nvPr/>
        </p:nvSpPr>
        <p:spPr>
          <a:xfrm>
            <a:off x="5263825" y="4264475"/>
            <a:ext cx="495300" cy="495300"/>
          </a:xfrm>
          <a:prstGeom prst="rect">
            <a:avLst/>
          </a:prstGeom>
          <a:solidFill>
            <a:srgbClr val="B1DD8B"/>
          </a:solid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800">
                <a:latin typeface="Calibri"/>
                <a:ea typeface="Calibri"/>
                <a:cs typeface="Calibri"/>
                <a:sym typeface="Calibri"/>
              </a:rPr>
              <a:t>26</a:t>
            </a:r>
            <a:endParaRPr sz="1800">
              <a:latin typeface="Calibri"/>
              <a:ea typeface="Calibri"/>
              <a:cs typeface="Calibri"/>
              <a:sym typeface="Calibri"/>
            </a:endParaRPr>
          </a:p>
        </p:txBody>
      </p:sp>
      <p:sp>
        <p:nvSpPr>
          <p:cNvPr id="1496" name="Google Shape;1496;p93"/>
          <p:cNvSpPr/>
          <p:nvPr/>
        </p:nvSpPr>
        <p:spPr>
          <a:xfrm>
            <a:off x="5753166" y="4264475"/>
            <a:ext cx="495300" cy="495300"/>
          </a:xfrm>
          <a:prstGeom prst="rect">
            <a:avLst/>
          </a:prstGeom>
          <a:solidFill>
            <a:srgbClr val="B1DD8B"/>
          </a:solid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800">
                <a:latin typeface="Calibri"/>
                <a:ea typeface="Calibri"/>
                <a:cs typeface="Calibri"/>
                <a:sym typeface="Calibri"/>
              </a:rPr>
              <a:t>41</a:t>
            </a:r>
            <a:endParaRPr sz="1800">
              <a:latin typeface="Calibri"/>
              <a:ea typeface="Calibri"/>
              <a:cs typeface="Calibri"/>
              <a:sym typeface="Calibri"/>
            </a:endParaRPr>
          </a:p>
        </p:txBody>
      </p:sp>
      <p:sp>
        <p:nvSpPr>
          <p:cNvPr id="1497" name="Google Shape;1497;p93"/>
          <p:cNvSpPr/>
          <p:nvPr/>
        </p:nvSpPr>
        <p:spPr>
          <a:xfrm>
            <a:off x="6238355" y="4264475"/>
            <a:ext cx="495300" cy="495300"/>
          </a:xfrm>
          <a:prstGeom prst="rect">
            <a:avLst/>
          </a:prstGeom>
          <a:solidFill>
            <a:srgbClr val="B1DD8B"/>
          </a:solid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800">
                <a:latin typeface="Calibri"/>
                <a:ea typeface="Calibri"/>
                <a:cs typeface="Calibri"/>
                <a:sym typeface="Calibri"/>
              </a:rPr>
              <a:t>17</a:t>
            </a:r>
            <a:endParaRPr sz="1800">
              <a:latin typeface="Calibri"/>
              <a:ea typeface="Calibri"/>
              <a:cs typeface="Calibri"/>
              <a:sym typeface="Calibri"/>
            </a:endParaRPr>
          </a:p>
        </p:txBody>
      </p:sp>
      <p:sp>
        <p:nvSpPr>
          <p:cNvPr id="1498" name="Google Shape;1498;p93"/>
          <p:cNvSpPr/>
          <p:nvPr/>
        </p:nvSpPr>
        <p:spPr>
          <a:xfrm>
            <a:off x="6727730" y="4264475"/>
            <a:ext cx="495300" cy="495300"/>
          </a:xfrm>
          <a:prstGeom prst="rect">
            <a:avLst/>
          </a:prstGeom>
          <a:solidFill>
            <a:srgbClr val="B1DD8B"/>
          </a:solid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800">
                <a:latin typeface="Calibri"/>
                <a:ea typeface="Calibri"/>
                <a:cs typeface="Calibri"/>
                <a:sym typeface="Calibri"/>
              </a:rPr>
              <a:t>17</a:t>
            </a:r>
            <a:endParaRPr sz="1800">
              <a:latin typeface="Calibri"/>
              <a:ea typeface="Calibri"/>
              <a:cs typeface="Calibri"/>
              <a:sym typeface="Calibri"/>
            </a:endParaRPr>
          </a:p>
        </p:txBody>
      </p:sp>
      <p:sp>
        <p:nvSpPr>
          <p:cNvPr id="1499" name="Google Shape;1499;p93"/>
          <p:cNvSpPr txBox="1"/>
          <p:nvPr/>
        </p:nvSpPr>
        <p:spPr>
          <a:xfrm>
            <a:off x="1300800" y="4244250"/>
            <a:ext cx="948300" cy="4953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2000">
                <a:latin typeface="Calibri"/>
                <a:ea typeface="Calibri"/>
                <a:cs typeface="Calibri"/>
                <a:sym typeface="Calibri"/>
              </a:rPr>
              <a:t>Input:</a:t>
            </a:r>
            <a:endParaRPr sz="2000">
              <a:latin typeface="Calibri"/>
              <a:ea typeface="Calibri"/>
              <a:cs typeface="Calibri"/>
              <a:sym typeface="Calibri"/>
            </a:endParaRPr>
          </a:p>
        </p:txBody>
      </p:sp>
      <p:sp>
        <p:nvSpPr>
          <p:cNvPr id="1500" name="Google Shape;1500;p93"/>
          <p:cNvSpPr/>
          <p:nvPr/>
        </p:nvSpPr>
        <p:spPr>
          <a:xfrm rot="-5400000">
            <a:off x="4895528" y="1896675"/>
            <a:ext cx="260700" cy="4359000"/>
          </a:xfrm>
          <a:prstGeom prst="rightBrace">
            <a:avLst>
              <a:gd name="adj1" fmla="val 8333"/>
              <a:gd name="adj2" fmla="val 50000"/>
            </a:avLst>
          </a:prstGeom>
          <a:no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01" name="Google Shape;1501;p93"/>
          <p:cNvSpPr txBox="1"/>
          <p:nvPr/>
        </p:nvSpPr>
        <p:spPr>
          <a:xfrm>
            <a:off x="4574383" y="3608625"/>
            <a:ext cx="948300" cy="3372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a:t>unsorted</a:t>
            </a:r>
            <a:endParaRPr/>
          </a:p>
        </p:txBody>
      </p:sp>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Shape 1505"/>
        <p:cNvGrpSpPr/>
        <p:nvPr/>
      </p:nvGrpSpPr>
      <p:grpSpPr>
        <a:xfrm>
          <a:off x="0" y="0"/>
          <a:ext cx="0" cy="0"/>
          <a:chOff x="0" y="0"/>
          <a:chExt cx="0" cy="0"/>
        </a:xfrm>
      </p:grpSpPr>
      <p:sp>
        <p:nvSpPr>
          <p:cNvPr id="1506" name="Google Shape;1506;p94"/>
          <p:cNvSpPr txBox="1">
            <a:spLocks noGrp="1"/>
          </p:cNvSpPr>
          <p:nvPr>
            <p:ph type="title"/>
          </p:nvPr>
        </p:nvSpPr>
        <p:spPr>
          <a:xfrm>
            <a:off x="0" y="0"/>
            <a:ext cx="8520600" cy="3936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Quick Sort</a:t>
            </a:r>
            <a:endParaRPr/>
          </a:p>
        </p:txBody>
      </p:sp>
      <p:sp>
        <p:nvSpPr>
          <p:cNvPr id="1507" name="Google Shape;1507;p94"/>
          <p:cNvSpPr txBox="1">
            <a:spLocks noGrp="1"/>
          </p:cNvSpPr>
          <p:nvPr>
            <p:ph type="body" idx="1"/>
          </p:nvPr>
        </p:nvSpPr>
        <p:spPr>
          <a:xfrm>
            <a:off x="107044" y="402200"/>
            <a:ext cx="8520600" cy="3416400"/>
          </a:xfrm>
          <a:prstGeom prst="rect">
            <a:avLst/>
          </a:prstGeom>
        </p:spPr>
        <p:txBody>
          <a:bodyPr spcFirstLastPara="1" wrap="square" lIns="91425" tIns="91425" rIns="91425" bIns="91425" anchor="t" anchorCtr="0">
            <a:noAutofit/>
          </a:bodyPr>
          <a:lstStyle/>
          <a:p>
            <a:pPr marL="0" lvl="0" indent="0" algn="l" rtl="0">
              <a:spcBef>
                <a:spcPts val="600"/>
              </a:spcBef>
              <a:spcAft>
                <a:spcPts val="0"/>
              </a:spcAft>
              <a:buNone/>
            </a:pPr>
            <a:r>
              <a:rPr lang="en"/>
              <a:t>Quick sorting N items: </a:t>
            </a:r>
            <a:endParaRPr/>
          </a:p>
          <a:p>
            <a:pPr marL="457200" lvl="0" indent="-342900" algn="l" rtl="0">
              <a:spcBef>
                <a:spcPts val="600"/>
              </a:spcBef>
              <a:spcAft>
                <a:spcPts val="0"/>
              </a:spcAft>
              <a:buSzPts val="1800"/>
              <a:buChar char="●"/>
            </a:pPr>
            <a:r>
              <a:rPr lang="en" b="1"/>
              <a:t>Partition on leftmost item (32). </a:t>
            </a:r>
            <a:endParaRPr b="1"/>
          </a:p>
          <a:p>
            <a:pPr marL="457200" lvl="0" indent="-342900" algn="l" rtl="0">
              <a:spcBef>
                <a:spcPts val="600"/>
              </a:spcBef>
              <a:spcAft>
                <a:spcPts val="0"/>
              </a:spcAft>
              <a:buSzPts val="1800"/>
              <a:buChar char="●"/>
            </a:pPr>
            <a:r>
              <a:rPr lang="en"/>
              <a:t>Quicksort left half.</a:t>
            </a:r>
            <a:endParaRPr/>
          </a:p>
          <a:p>
            <a:pPr marL="457200" lvl="0" indent="-342900" algn="l" rtl="0">
              <a:spcBef>
                <a:spcPts val="600"/>
              </a:spcBef>
              <a:spcAft>
                <a:spcPts val="0"/>
              </a:spcAft>
              <a:buSzPts val="1800"/>
              <a:buChar char="●"/>
            </a:pPr>
            <a:r>
              <a:rPr lang="en"/>
              <a:t>Quicksort right half.</a:t>
            </a:r>
            <a:endParaRPr/>
          </a:p>
          <a:p>
            <a:pPr marL="0" lvl="0" indent="0" algn="l" rtl="0">
              <a:spcBef>
                <a:spcPts val="600"/>
              </a:spcBef>
              <a:spcAft>
                <a:spcPts val="0"/>
              </a:spcAft>
              <a:buNone/>
            </a:pPr>
            <a:endParaRPr sz="1600"/>
          </a:p>
          <a:p>
            <a:pPr marL="0" lvl="0" indent="0" algn="l" rtl="0">
              <a:spcBef>
                <a:spcPts val="600"/>
              </a:spcBef>
              <a:spcAft>
                <a:spcPts val="0"/>
              </a:spcAft>
              <a:buNone/>
            </a:pPr>
            <a:endParaRPr sz="1600"/>
          </a:p>
        </p:txBody>
      </p:sp>
      <p:sp>
        <p:nvSpPr>
          <p:cNvPr id="1508" name="Google Shape;1508;p94"/>
          <p:cNvSpPr/>
          <p:nvPr/>
        </p:nvSpPr>
        <p:spPr>
          <a:xfrm>
            <a:off x="2834175" y="4264475"/>
            <a:ext cx="495300" cy="495300"/>
          </a:xfrm>
          <a:prstGeom prst="rect">
            <a:avLst/>
          </a:prstGeom>
          <a:solidFill>
            <a:srgbClr val="FFFFFF"/>
          </a:solid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800">
                <a:latin typeface="Calibri"/>
                <a:ea typeface="Calibri"/>
                <a:cs typeface="Calibri"/>
                <a:sym typeface="Calibri"/>
              </a:rPr>
              <a:t>32</a:t>
            </a:r>
            <a:endParaRPr sz="1800">
              <a:latin typeface="Calibri"/>
              <a:ea typeface="Calibri"/>
              <a:cs typeface="Calibri"/>
              <a:sym typeface="Calibri"/>
            </a:endParaRPr>
          </a:p>
        </p:txBody>
      </p:sp>
      <p:sp>
        <p:nvSpPr>
          <p:cNvPr id="1509" name="Google Shape;1509;p94"/>
          <p:cNvSpPr/>
          <p:nvPr/>
        </p:nvSpPr>
        <p:spPr>
          <a:xfrm>
            <a:off x="3319364" y="4264475"/>
            <a:ext cx="495300" cy="495300"/>
          </a:xfrm>
          <a:prstGeom prst="rect">
            <a:avLst/>
          </a:prstGeom>
          <a:solidFill>
            <a:srgbClr val="EA9999"/>
          </a:solid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800">
                <a:latin typeface="Calibri"/>
                <a:ea typeface="Calibri"/>
                <a:cs typeface="Calibri"/>
                <a:sym typeface="Calibri"/>
              </a:rPr>
              <a:t>15</a:t>
            </a:r>
            <a:endParaRPr sz="1800">
              <a:latin typeface="Calibri"/>
              <a:ea typeface="Calibri"/>
              <a:cs typeface="Calibri"/>
              <a:sym typeface="Calibri"/>
            </a:endParaRPr>
          </a:p>
        </p:txBody>
      </p:sp>
      <p:sp>
        <p:nvSpPr>
          <p:cNvPr id="1510" name="Google Shape;1510;p94"/>
          <p:cNvSpPr/>
          <p:nvPr/>
        </p:nvSpPr>
        <p:spPr>
          <a:xfrm>
            <a:off x="3808705" y="4264475"/>
            <a:ext cx="495300" cy="495300"/>
          </a:xfrm>
          <a:prstGeom prst="rect">
            <a:avLst/>
          </a:prstGeom>
          <a:solidFill>
            <a:srgbClr val="EA9999"/>
          </a:solid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800">
                <a:latin typeface="Calibri"/>
                <a:ea typeface="Calibri"/>
                <a:cs typeface="Calibri"/>
                <a:sym typeface="Calibri"/>
              </a:rPr>
              <a:t>2</a:t>
            </a:r>
            <a:endParaRPr sz="1800">
              <a:latin typeface="Calibri"/>
              <a:ea typeface="Calibri"/>
              <a:cs typeface="Calibri"/>
              <a:sym typeface="Calibri"/>
            </a:endParaRPr>
          </a:p>
        </p:txBody>
      </p:sp>
      <p:sp>
        <p:nvSpPr>
          <p:cNvPr id="1511" name="Google Shape;1511;p94"/>
          <p:cNvSpPr/>
          <p:nvPr/>
        </p:nvSpPr>
        <p:spPr>
          <a:xfrm>
            <a:off x="4293894" y="4264475"/>
            <a:ext cx="495300" cy="495300"/>
          </a:xfrm>
          <a:prstGeom prst="rect">
            <a:avLst/>
          </a:prstGeom>
          <a:solidFill>
            <a:srgbClr val="EA9999"/>
          </a:solid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800">
                <a:latin typeface="Calibri"/>
                <a:ea typeface="Calibri"/>
                <a:cs typeface="Calibri"/>
                <a:sym typeface="Calibri"/>
              </a:rPr>
              <a:t>17</a:t>
            </a:r>
            <a:endParaRPr sz="1800">
              <a:latin typeface="Calibri"/>
              <a:ea typeface="Calibri"/>
              <a:cs typeface="Calibri"/>
              <a:sym typeface="Calibri"/>
            </a:endParaRPr>
          </a:p>
        </p:txBody>
      </p:sp>
      <p:sp>
        <p:nvSpPr>
          <p:cNvPr id="1512" name="Google Shape;1512;p94"/>
          <p:cNvSpPr/>
          <p:nvPr/>
        </p:nvSpPr>
        <p:spPr>
          <a:xfrm>
            <a:off x="4778636" y="4264475"/>
            <a:ext cx="495300" cy="495300"/>
          </a:xfrm>
          <a:prstGeom prst="rect">
            <a:avLst/>
          </a:prstGeom>
          <a:solidFill>
            <a:srgbClr val="EA9999"/>
          </a:solid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800">
                <a:latin typeface="Calibri"/>
                <a:ea typeface="Calibri"/>
                <a:cs typeface="Calibri"/>
                <a:sym typeface="Calibri"/>
              </a:rPr>
              <a:t>19</a:t>
            </a:r>
            <a:endParaRPr sz="1800">
              <a:latin typeface="Calibri"/>
              <a:ea typeface="Calibri"/>
              <a:cs typeface="Calibri"/>
              <a:sym typeface="Calibri"/>
            </a:endParaRPr>
          </a:p>
        </p:txBody>
      </p:sp>
      <p:sp>
        <p:nvSpPr>
          <p:cNvPr id="1513" name="Google Shape;1513;p94"/>
          <p:cNvSpPr/>
          <p:nvPr/>
        </p:nvSpPr>
        <p:spPr>
          <a:xfrm>
            <a:off x="5263825" y="4264475"/>
            <a:ext cx="495300" cy="495300"/>
          </a:xfrm>
          <a:prstGeom prst="rect">
            <a:avLst/>
          </a:prstGeom>
          <a:solidFill>
            <a:srgbClr val="EA9999"/>
          </a:solid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800">
                <a:latin typeface="Calibri"/>
                <a:ea typeface="Calibri"/>
                <a:cs typeface="Calibri"/>
                <a:sym typeface="Calibri"/>
              </a:rPr>
              <a:t>26</a:t>
            </a:r>
            <a:endParaRPr sz="1800">
              <a:latin typeface="Calibri"/>
              <a:ea typeface="Calibri"/>
              <a:cs typeface="Calibri"/>
              <a:sym typeface="Calibri"/>
            </a:endParaRPr>
          </a:p>
        </p:txBody>
      </p:sp>
      <p:sp>
        <p:nvSpPr>
          <p:cNvPr id="1514" name="Google Shape;1514;p94"/>
          <p:cNvSpPr/>
          <p:nvPr/>
        </p:nvSpPr>
        <p:spPr>
          <a:xfrm>
            <a:off x="5753166" y="4264475"/>
            <a:ext cx="495300" cy="495300"/>
          </a:xfrm>
          <a:prstGeom prst="rect">
            <a:avLst/>
          </a:prstGeom>
          <a:solidFill>
            <a:srgbClr val="A4C2F4"/>
          </a:solid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800">
                <a:latin typeface="Calibri"/>
                <a:ea typeface="Calibri"/>
                <a:cs typeface="Calibri"/>
                <a:sym typeface="Calibri"/>
              </a:rPr>
              <a:t>41</a:t>
            </a:r>
            <a:endParaRPr sz="1800">
              <a:latin typeface="Calibri"/>
              <a:ea typeface="Calibri"/>
              <a:cs typeface="Calibri"/>
              <a:sym typeface="Calibri"/>
            </a:endParaRPr>
          </a:p>
        </p:txBody>
      </p:sp>
      <p:sp>
        <p:nvSpPr>
          <p:cNvPr id="1515" name="Google Shape;1515;p94"/>
          <p:cNvSpPr/>
          <p:nvPr/>
        </p:nvSpPr>
        <p:spPr>
          <a:xfrm>
            <a:off x="6238355" y="4264475"/>
            <a:ext cx="495300" cy="495300"/>
          </a:xfrm>
          <a:prstGeom prst="rect">
            <a:avLst/>
          </a:prstGeom>
          <a:solidFill>
            <a:srgbClr val="EA9999"/>
          </a:solid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800">
                <a:latin typeface="Calibri"/>
                <a:ea typeface="Calibri"/>
                <a:cs typeface="Calibri"/>
                <a:sym typeface="Calibri"/>
              </a:rPr>
              <a:t>17</a:t>
            </a:r>
            <a:endParaRPr sz="1800">
              <a:latin typeface="Calibri"/>
              <a:ea typeface="Calibri"/>
              <a:cs typeface="Calibri"/>
              <a:sym typeface="Calibri"/>
            </a:endParaRPr>
          </a:p>
        </p:txBody>
      </p:sp>
      <p:sp>
        <p:nvSpPr>
          <p:cNvPr id="1516" name="Google Shape;1516;p94"/>
          <p:cNvSpPr/>
          <p:nvPr/>
        </p:nvSpPr>
        <p:spPr>
          <a:xfrm>
            <a:off x="6727730" y="4264475"/>
            <a:ext cx="495300" cy="495300"/>
          </a:xfrm>
          <a:prstGeom prst="rect">
            <a:avLst/>
          </a:prstGeom>
          <a:solidFill>
            <a:srgbClr val="EA9999"/>
          </a:solid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800">
                <a:latin typeface="Calibri"/>
                <a:ea typeface="Calibri"/>
                <a:cs typeface="Calibri"/>
                <a:sym typeface="Calibri"/>
              </a:rPr>
              <a:t>17</a:t>
            </a:r>
            <a:endParaRPr sz="1800">
              <a:latin typeface="Calibri"/>
              <a:ea typeface="Calibri"/>
              <a:cs typeface="Calibri"/>
              <a:sym typeface="Calibri"/>
            </a:endParaRPr>
          </a:p>
        </p:txBody>
      </p:sp>
      <p:sp>
        <p:nvSpPr>
          <p:cNvPr id="1517" name="Google Shape;1517;p94"/>
          <p:cNvSpPr txBox="1"/>
          <p:nvPr/>
        </p:nvSpPr>
        <p:spPr>
          <a:xfrm>
            <a:off x="1300800" y="4244250"/>
            <a:ext cx="948300" cy="4953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2000">
                <a:latin typeface="Calibri"/>
                <a:ea typeface="Calibri"/>
                <a:cs typeface="Calibri"/>
                <a:sym typeface="Calibri"/>
              </a:rPr>
              <a:t>Input:</a:t>
            </a:r>
            <a:endParaRPr sz="2000">
              <a:latin typeface="Calibri"/>
              <a:ea typeface="Calibri"/>
              <a:cs typeface="Calibri"/>
              <a:sym typeface="Calibri"/>
            </a:endParaRPr>
          </a:p>
        </p:txBody>
      </p:sp>
      <p:sp>
        <p:nvSpPr>
          <p:cNvPr id="1518" name="Google Shape;1518;p94"/>
          <p:cNvSpPr txBox="1"/>
          <p:nvPr/>
        </p:nvSpPr>
        <p:spPr>
          <a:xfrm>
            <a:off x="6721700" y="574525"/>
            <a:ext cx="1372200" cy="5262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b="1"/>
              <a:t>partition(32)</a:t>
            </a:r>
            <a:endParaRPr b="1"/>
          </a:p>
        </p:txBody>
      </p:sp>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Shape 1522"/>
        <p:cNvGrpSpPr/>
        <p:nvPr/>
      </p:nvGrpSpPr>
      <p:grpSpPr>
        <a:xfrm>
          <a:off x="0" y="0"/>
          <a:ext cx="0" cy="0"/>
          <a:chOff x="0" y="0"/>
          <a:chExt cx="0" cy="0"/>
        </a:xfrm>
      </p:grpSpPr>
      <p:sp>
        <p:nvSpPr>
          <p:cNvPr id="1523" name="Google Shape;1523;p95"/>
          <p:cNvSpPr txBox="1">
            <a:spLocks noGrp="1"/>
          </p:cNvSpPr>
          <p:nvPr>
            <p:ph type="title"/>
          </p:nvPr>
        </p:nvSpPr>
        <p:spPr>
          <a:xfrm>
            <a:off x="0" y="0"/>
            <a:ext cx="8520600" cy="3936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Quick Sort</a:t>
            </a:r>
            <a:endParaRPr/>
          </a:p>
        </p:txBody>
      </p:sp>
      <p:sp>
        <p:nvSpPr>
          <p:cNvPr id="1524" name="Google Shape;1524;p95"/>
          <p:cNvSpPr txBox="1">
            <a:spLocks noGrp="1"/>
          </p:cNvSpPr>
          <p:nvPr>
            <p:ph type="body" idx="1"/>
          </p:nvPr>
        </p:nvSpPr>
        <p:spPr>
          <a:xfrm>
            <a:off x="107044" y="402200"/>
            <a:ext cx="8520600" cy="3416400"/>
          </a:xfrm>
          <a:prstGeom prst="rect">
            <a:avLst/>
          </a:prstGeom>
        </p:spPr>
        <p:txBody>
          <a:bodyPr spcFirstLastPara="1" wrap="square" lIns="91425" tIns="91425" rIns="91425" bIns="91425" anchor="t" anchorCtr="0">
            <a:noAutofit/>
          </a:bodyPr>
          <a:lstStyle/>
          <a:p>
            <a:pPr marL="0" lvl="0" indent="0" algn="l" rtl="0">
              <a:spcBef>
                <a:spcPts val="600"/>
              </a:spcBef>
              <a:spcAft>
                <a:spcPts val="0"/>
              </a:spcAft>
              <a:buNone/>
            </a:pPr>
            <a:r>
              <a:rPr lang="en"/>
              <a:t>Quick sorting N items: </a:t>
            </a:r>
            <a:endParaRPr/>
          </a:p>
          <a:p>
            <a:pPr marL="457200" lvl="0" indent="-342900" algn="l" rtl="0">
              <a:spcBef>
                <a:spcPts val="600"/>
              </a:spcBef>
              <a:spcAft>
                <a:spcPts val="0"/>
              </a:spcAft>
              <a:buSzPts val="1800"/>
              <a:buChar char="●"/>
            </a:pPr>
            <a:r>
              <a:rPr lang="en" b="1"/>
              <a:t>Partition on leftmost item (32). </a:t>
            </a:r>
            <a:endParaRPr b="1"/>
          </a:p>
          <a:p>
            <a:pPr marL="457200" lvl="0" indent="-342900" algn="l" rtl="0">
              <a:spcBef>
                <a:spcPts val="600"/>
              </a:spcBef>
              <a:spcAft>
                <a:spcPts val="0"/>
              </a:spcAft>
              <a:buSzPts val="1800"/>
              <a:buChar char="●"/>
            </a:pPr>
            <a:r>
              <a:rPr lang="en"/>
              <a:t>Quicksort left half.</a:t>
            </a:r>
            <a:endParaRPr/>
          </a:p>
          <a:p>
            <a:pPr marL="457200" lvl="0" indent="-342900" algn="l" rtl="0">
              <a:spcBef>
                <a:spcPts val="600"/>
              </a:spcBef>
              <a:spcAft>
                <a:spcPts val="0"/>
              </a:spcAft>
              <a:buSzPts val="1800"/>
              <a:buChar char="●"/>
            </a:pPr>
            <a:r>
              <a:rPr lang="en"/>
              <a:t>Quicksort right half.</a:t>
            </a:r>
            <a:endParaRPr/>
          </a:p>
          <a:p>
            <a:pPr marL="0" lvl="0" indent="0" algn="l" rtl="0">
              <a:spcBef>
                <a:spcPts val="600"/>
              </a:spcBef>
              <a:spcAft>
                <a:spcPts val="0"/>
              </a:spcAft>
              <a:buNone/>
            </a:pPr>
            <a:endParaRPr sz="1600"/>
          </a:p>
          <a:p>
            <a:pPr marL="0" lvl="0" indent="0" algn="l" rtl="0">
              <a:spcBef>
                <a:spcPts val="600"/>
              </a:spcBef>
              <a:spcAft>
                <a:spcPts val="0"/>
              </a:spcAft>
              <a:buNone/>
            </a:pPr>
            <a:endParaRPr sz="1600"/>
          </a:p>
        </p:txBody>
      </p:sp>
      <p:sp>
        <p:nvSpPr>
          <p:cNvPr id="1525" name="Google Shape;1525;p95"/>
          <p:cNvSpPr/>
          <p:nvPr/>
        </p:nvSpPr>
        <p:spPr>
          <a:xfrm>
            <a:off x="2834175" y="4264475"/>
            <a:ext cx="495300" cy="495300"/>
          </a:xfrm>
          <a:prstGeom prst="rect">
            <a:avLst/>
          </a:prstGeom>
          <a:solidFill>
            <a:srgbClr val="EA9999"/>
          </a:solid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800">
                <a:latin typeface="Calibri"/>
                <a:ea typeface="Calibri"/>
                <a:cs typeface="Calibri"/>
                <a:sym typeface="Calibri"/>
              </a:rPr>
              <a:t>15</a:t>
            </a:r>
            <a:endParaRPr sz="1800">
              <a:latin typeface="Calibri"/>
              <a:ea typeface="Calibri"/>
              <a:cs typeface="Calibri"/>
              <a:sym typeface="Calibri"/>
            </a:endParaRPr>
          </a:p>
        </p:txBody>
      </p:sp>
      <p:sp>
        <p:nvSpPr>
          <p:cNvPr id="1526" name="Google Shape;1526;p95"/>
          <p:cNvSpPr/>
          <p:nvPr/>
        </p:nvSpPr>
        <p:spPr>
          <a:xfrm>
            <a:off x="3319364" y="4264475"/>
            <a:ext cx="495300" cy="495300"/>
          </a:xfrm>
          <a:prstGeom prst="rect">
            <a:avLst/>
          </a:prstGeom>
          <a:solidFill>
            <a:srgbClr val="EA9999"/>
          </a:solid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800">
                <a:latin typeface="Calibri"/>
                <a:ea typeface="Calibri"/>
                <a:cs typeface="Calibri"/>
                <a:sym typeface="Calibri"/>
              </a:rPr>
              <a:t>2</a:t>
            </a:r>
            <a:endParaRPr sz="1800">
              <a:latin typeface="Calibri"/>
              <a:ea typeface="Calibri"/>
              <a:cs typeface="Calibri"/>
              <a:sym typeface="Calibri"/>
            </a:endParaRPr>
          </a:p>
        </p:txBody>
      </p:sp>
      <p:sp>
        <p:nvSpPr>
          <p:cNvPr id="1527" name="Google Shape;1527;p95"/>
          <p:cNvSpPr/>
          <p:nvPr/>
        </p:nvSpPr>
        <p:spPr>
          <a:xfrm>
            <a:off x="3808705" y="4264475"/>
            <a:ext cx="495300" cy="495300"/>
          </a:xfrm>
          <a:prstGeom prst="rect">
            <a:avLst/>
          </a:prstGeom>
          <a:solidFill>
            <a:srgbClr val="EA9999"/>
          </a:solid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800">
                <a:latin typeface="Calibri"/>
                <a:ea typeface="Calibri"/>
                <a:cs typeface="Calibri"/>
                <a:sym typeface="Calibri"/>
              </a:rPr>
              <a:t>17</a:t>
            </a:r>
            <a:endParaRPr sz="1800">
              <a:latin typeface="Calibri"/>
              <a:ea typeface="Calibri"/>
              <a:cs typeface="Calibri"/>
              <a:sym typeface="Calibri"/>
            </a:endParaRPr>
          </a:p>
        </p:txBody>
      </p:sp>
      <p:sp>
        <p:nvSpPr>
          <p:cNvPr id="1528" name="Google Shape;1528;p95"/>
          <p:cNvSpPr/>
          <p:nvPr/>
        </p:nvSpPr>
        <p:spPr>
          <a:xfrm>
            <a:off x="4293894" y="4264475"/>
            <a:ext cx="495300" cy="495300"/>
          </a:xfrm>
          <a:prstGeom prst="rect">
            <a:avLst/>
          </a:prstGeom>
          <a:solidFill>
            <a:srgbClr val="EA9999"/>
          </a:solid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800">
                <a:latin typeface="Calibri"/>
                <a:ea typeface="Calibri"/>
                <a:cs typeface="Calibri"/>
                <a:sym typeface="Calibri"/>
              </a:rPr>
              <a:t>19</a:t>
            </a:r>
            <a:endParaRPr sz="1800">
              <a:latin typeface="Calibri"/>
              <a:ea typeface="Calibri"/>
              <a:cs typeface="Calibri"/>
              <a:sym typeface="Calibri"/>
            </a:endParaRPr>
          </a:p>
        </p:txBody>
      </p:sp>
      <p:sp>
        <p:nvSpPr>
          <p:cNvPr id="1529" name="Google Shape;1529;p95"/>
          <p:cNvSpPr/>
          <p:nvPr/>
        </p:nvSpPr>
        <p:spPr>
          <a:xfrm>
            <a:off x="4778636" y="4264475"/>
            <a:ext cx="495300" cy="495300"/>
          </a:xfrm>
          <a:prstGeom prst="rect">
            <a:avLst/>
          </a:prstGeom>
          <a:solidFill>
            <a:srgbClr val="EA9999"/>
          </a:solid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800">
                <a:latin typeface="Calibri"/>
                <a:ea typeface="Calibri"/>
                <a:cs typeface="Calibri"/>
                <a:sym typeface="Calibri"/>
              </a:rPr>
              <a:t>26</a:t>
            </a:r>
            <a:endParaRPr sz="1800">
              <a:latin typeface="Calibri"/>
              <a:ea typeface="Calibri"/>
              <a:cs typeface="Calibri"/>
              <a:sym typeface="Calibri"/>
            </a:endParaRPr>
          </a:p>
        </p:txBody>
      </p:sp>
      <p:sp>
        <p:nvSpPr>
          <p:cNvPr id="1530" name="Google Shape;1530;p95"/>
          <p:cNvSpPr/>
          <p:nvPr/>
        </p:nvSpPr>
        <p:spPr>
          <a:xfrm>
            <a:off x="5263825" y="4264475"/>
            <a:ext cx="495300" cy="495300"/>
          </a:xfrm>
          <a:prstGeom prst="rect">
            <a:avLst/>
          </a:prstGeom>
          <a:solidFill>
            <a:srgbClr val="EA9999"/>
          </a:solid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800">
                <a:latin typeface="Calibri"/>
                <a:ea typeface="Calibri"/>
                <a:cs typeface="Calibri"/>
                <a:sym typeface="Calibri"/>
              </a:rPr>
              <a:t>17</a:t>
            </a:r>
            <a:endParaRPr sz="1800">
              <a:latin typeface="Calibri"/>
              <a:ea typeface="Calibri"/>
              <a:cs typeface="Calibri"/>
              <a:sym typeface="Calibri"/>
            </a:endParaRPr>
          </a:p>
        </p:txBody>
      </p:sp>
      <p:sp>
        <p:nvSpPr>
          <p:cNvPr id="1531" name="Google Shape;1531;p95"/>
          <p:cNvSpPr/>
          <p:nvPr/>
        </p:nvSpPr>
        <p:spPr>
          <a:xfrm>
            <a:off x="5753166" y="4264475"/>
            <a:ext cx="495300" cy="495300"/>
          </a:xfrm>
          <a:prstGeom prst="rect">
            <a:avLst/>
          </a:prstGeom>
          <a:solidFill>
            <a:srgbClr val="EA9999"/>
          </a:solid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800">
                <a:latin typeface="Calibri"/>
                <a:ea typeface="Calibri"/>
                <a:cs typeface="Calibri"/>
                <a:sym typeface="Calibri"/>
              </a:rPr>
              <a:t>17</a:t>
            </a:r>
            <a:endParaRPr sz="1800">
              <a:latin typeface="Calibri"/>
              <a:ea typeface="Calibri"/>
              <a:cs typeface="Calibri"/>
              <a:sym typeface="Calibri"/>
            </a:endParaRPr>
          </a:p>
        </p:txBody>
      </p:sp>
      <p:sp>
        <p:nvSpPr>
          <p:cNvPr id="1532" name="Google Shape;1532;p95"/>
          <p:cNvSpPr/>
          <p:nvPr/>
        </p:nvSpPr>
        <p:spPr>
          <a:xfrm>
            <a:off x="6238355" y="4264475"/>
            <a:ext cx="495300" cy="495300"/>
          </a:xfrm>
          <a:prstGeom prst="rect">
            <a:avLst/>
          </a:prstGeom>
          <a:solidFill>
            <a:srgbClr val="FFFFFF"/>
          </a:solid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800">
                <a:latin typeface="Calibri"/>
                <a:ea typeface="Calibri"/>
                <a:cs typeface="Calibri"/>
                <a:sym typeface="Calibri"/>
              </a:rPr>
              <a:t>32</a:t>
            </a:r>
            <a:endParaRPr sz="1800">
              <a:latin typeface="Calibri"/>
              <a:ea typeface="Calibri"/>
              <a:cs typeface="Calibri"/>
              <a:sym typeface="Calibri"/>
            </a:endParaRPr>
          </a:p>
        </p:txBody>
      </p:sp>
      <p:sp>
        <p:nvSpPr>
          <p:cNvPr id="1533" name="Google Shape;1533;p95"/>
          <p:cNvSpPr/>
          <p:nvPr/>
        </p:nvSpPr>
        <p:spPr>
          <a:xfrm>
            <a:off x="6727730" y="4264475"/>
            <a:ext cx="495300" cy="495300"/>
          </a:xfrm>
          <a:prstGeom prst="rect">
            <a:avLst/>
          </a:prstGeom>
          <a:solidFill>
            <a:srgbClr val="A4C2F4"/>
          </a:solid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800">
                <a:latin typeface="Calibri"/>
                <a:ea typeface="Calibri"/>
                <a:cs typeface="Calibri"/>
                <a:sym typeface="Calibri"/>
              </a:rPr>
              <a:t>41</a:t>
            </a:r>
            <a:endParaRPr sz="1800">
              <a:latin typeface="Calibri"/>
              <a:ea typeface="Calibri"/>
              <a:cs typeface="Calibri"/>
              <a:sym typeface="Calibri"/>
            </a:endParaRPr>
          </a:p>
        </p:txBody>
      </p:sp>
      <p:sp>
        <p:nvSpPr>
          <p:cNvPr id="1534" name="Google Shape;1534;p95"/>
          <p:cNvSpPr txBox="1"/>
          <p:nvPr/>
        </p:nvSpPr>
        <p:spPr>
          <a:xfrm>
            <a:off x="1300800" y="4244250"/>
            <a:ext cx="948300" cy="4953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2000">
                <a:latin typeface="Calibri"/>
                <a:ea typeface="Calibri"/>
                <a:cs typeface="Calibri"/>
                <a:sym typeface="Calibri"/>
              </a:rPr>
              <a:t>Input:</a:t>
            </a:r>
            <a:endParaRPr sz="2000">
              <a:latin typeface="Calibri"/>
              <a:ea typeface="Calibri"/>
              <a:cs typeface="Calibri"/>
              <a:sym typeface="Calibri"/>
            </a:endParaRPr>
          </a:p>
        </p:txBody>
      </p:sp>
      <p:sp>
        <p:nvSpPr>
          <p:cNvPr id="1535" name="Google Shape;1535;p95"/>
          <p:cNvSpPr/>
          <p:nvPr/>
        </p:nvSpPr>
        <p:spPr>
          <a:xfrm rot="-5400000">
            <a:off x="4395977" y="2386125"/>
            <a:ext cx="260700" cy="3380100"/>
          </a:xfrm>
          <a:prstGeom prst="rightBrace">
            <a:avLst>
              <a:gd name="adj1" fmla="val 8333"/>
              <a:gd name="adj2" fmla="val 50000"/>
            </a:avLst>
          </a:prstGeom>
          <a:no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36" name="Google Shape;1536;p95"/>
          <p:cNvSpPr/>
          <p:nvPr/>
        </p:nvSpPr>
        <p:spPr>
          <a:xfrm rot="-5400000">
            <a:off x="6833327" y="3840225"/>
            <a:ext cx="260700" cy="471900"/>
          </a:xfrm>
          <a:prstGeom prst="rightBrace">
            <a:avLst>
              <a:gd name="adj1" fmla="val 8333"/>
              <a:gd name="adj2" fmla="val 50000"/>
            </a:avLst>
          </a:prstGeom>
          <a:no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37" name="Google Shape;1537;p95"/>
          <p:cNvSpPr txBox="1"/>
          <p:nvPr/>
        </p:nvSpPr>
        <p:spPr>
          <a:xfrm>
            <a:off x="4617375" y="3704525"/>
            <a:ext cx="830700" cy="3393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a:t>&lt;= 32</a:t>
            </a:r>
            <a:endParaRPr/>
          </a:p>
        </p:txBody>
      </p:sp>
      <p:sp>
        <p:nvSpPr>
          <p:cNvPr id="1538" name="Google Shape;1538;p95"/>
          <p:cNvSpPr txBox="1"/>
          <p:nvPr/>
        </p:nvSpPr>
        <p:spPr>
          <a:xfrm>
            <a:off x="7012725" y="3739250"/>
            <a:ext cx="830700" cy="3393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a:t>&gt;= 32</a:t>
            </a:r>
            <a:endParaRPr/>
          </a:p>
        </p:txBody>
      </p:sp>
      <p:sp>
        <p:nvSpPr>
          <p:cNvPr id="1539" name="Google Shape;1539;p95"/>
          <p:cNvSpPr/>
          <p:nvPr/>
        </p:nvSpPr>
        <p:spPr>
          <a:xfrm rot="-5400000">
            <a:off x="6338712" y="3863500"/>
            <a:ext cx="260700" cy="439200"/>
          </a:xfrm>
          <a:prstGeom prst="rightBrace">
            <a:avLst>
              <a:gd name="adj1" fmla="val 8333"/>
              <a:gd name="adj2" fmla="val 50000"/>
            </a:avLst>
          </a:prstGeom>
          <a:no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40" name="Google Shape;1540;p95"/>
          <p:cNvSpPr txBox="1"/>
          <p:nvPr/>
        </p:nvSpPr>
        <p:spPr>
          <a:xfrm>
            <a:off x="6180876" y="3365315"/>
            <a:ext cx="830700" cy="5745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a:t>in its place</a:t>
            </a:r>
            <a:endParaRPr/>
          </a:p>
        </p:txBody>
      </p:sp>
      <p:sp>
        <p:nvSpPr>
          <p:cNvPr id="1541" name="Google Shape;1541;p95"/>
          <p:cNvSpPr txBox="1"/>
          <p:nvPr/>
        </p:nvSpPr>
        <p:spPr>
          <a:xfrm>
            <a:off x="6721700" y="574525"/>
            <a:ext cx="1372200" cy="5262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b="1"/>
              <a:t>partition(32)</a:t>
            </a:r>
            <a:endParaRPr b="1"/>
          </a:p>
        </p:txBody>
      </p:sp>
    </p:spTree>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Shape 1545"/>
        <p:cNvGrpSpPr/>
        <p:nvPr/>
      </p:nvGrpSpPr>
      <p:grpSpPr>
        <a:xfrm>
          <a:off x="0" y="0"/>
          <a:ext cx="0" cy="0"/>
          <a:chOff x="0" y="0"/>
          <a:chExt cx="0" cy="0"/>
        </a:xfrm>
      </p:grpSpPr>
      <p:sp>
        <p:nvSpPr>
          <p:cNvPr id="1546" name="Google Shape;1546;p96"/>
          <p:cNvSpPr txBox="1">
            <a:spLocks noGrp="1"/>
          </p:cNvSpPr>
          <p:nvPr>
            <p:ph type="title"/>
          </p:nvPr>
        </p:nvSpPr>
        <p:spPr>
          <a:xfrm>
            <a:off x="0" y="0"/>
            <a:ext cx="8520600" cy="3936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Quick Sort</a:t>
            </a:r>
            <a:endParaRPr/>
          </a:p>
        </p:txBody>
      </p:sp>
      <p:sp>
        <p:nvSpPr>
          <p:cNvPr id="1547" name="Google Shape;1547;p96"/>
          <p:cNvSpPr txBox="1">
            <a:spLocks noGrp="1"/>
          </p:cNvSpPr>
          <p:nvPr>
            <p:ph type="body" idx="1"/>
          </p:nvPr>
        </p:nvSpPr>
        <p:spPr>
          <a:xfrm>
            <a:off x="107044" y="402200"/>
            <a:ext cx="8520600" cy="3416400"/>
          </a:xfrm>
          <a:prstGeom prst="rect">
            <a:avLst/>
          </a:prstGeom>
        </p:spPr>
        <p:txBody>
          <a:bodyPr spcFirstLastPara="1" wrap="square" lIns="91425" tIns="91425" rIns="91425" bIns="91425" anchor="t" anchorCtr="0">
            <a:noAutofit/>
          </a:bodyPr>
          <a:lstStyle/>
          <a:p>
            <a:pPr marL="0" lvl="0" indent="0" algn="l" rtl="0">
              <a:spcBef>
                <a:spcPts val="600"/>
              </a:spcBef>
              <a:spcAft>
                <a:spcPts val="0"/>
              </a:spcAft>
              <a:buNone/>
            </a:pPr>
            <a:r>
              <a:rPr lang="en"/>
              <a:t>Quick sorting N items: </a:t>
            </a:r>
            <a:endParaRPr/>
          </a:p>
          <a:p>
            <a:pPr marL="457200" lvl="0" indent="-342900" algn="l" rtl="0">
              <a:spcBef>
                <a:spcPts val="600"/>
              </a:spcBef>
              <a:spcAft>
                <a:spcPts val="0"/>
              </a:spcAft>
              <a:buSzPts val="1800"/>
              <a:buChar char="●"/>
            </a:pPr>
            <a:r>
              <a:rPr lang="en" b="1"/>
              <a:t>Partition on leftmost item (32) (done). </a:t>
            </a:r>
            <a:endParaRPr b="1"/>
          </a:p>
          <a:p>
            <a:pPr marL="457200" lvl="0" indent="-342900" algn="l" rtl="0">
              <a:spcBef>
                <a:spcPts val="600"/>
              </a:spcBef>
              <a:spcAft>
                <a:spcPts val="0"/>
              </a:spcAft>
              <a:buSzPts val="1800"/>
              <a:buChar char="●"/>
            </a:pPr>
            <a:r>
              <a:rPr lang="en"/>
              <a:t>Quicksort left half.</a:t>
            </a:r>
            <a:endParaRPr/>
          </a:p>
          <a:p>
            <a:pPr marL="457200" lvl="0" indent="-342900" algn="l" rtl="0">
              <a:spcBef>
                <a:spcPts val="600"/>
              </a:spcBef>
              <a:spcAft>
                <a:spcPts val="0"/>
              </a:spcAft>
              <a:buSzPts val="1800"/>
              <a:buChar char="●"/>
            </a:pPr>
            <a:r>
              <a:rPr lang="en"/>
              <a:t>Quicksort right half.</a:t>
            </a:r>
            <a:endParaRPr/>
          </a:p>
          <a:p>
            <a:pPr marL="0" lvl="0" indent="0" algn="l" rtl="0">
              <a:spcBef>
                <a:spcPts val="600"/>
              </a:spcBef>
              <a:spcAft>
                <a:spcPts val="0"/>
              </a:spcAft>
              <a:buNone/>
            </a:pPr>
            <a:endParaRPr sz="1600"/>
          </a:p>
          <a:p>
            <a:pPr marL="0" lvl="0" indent="0" algn="l" rtl="0">
              <a:spcBef>
                <a:spcPts val="600"/>
              </a:spcBef>
              <a:spcAft>
                <a:spcPts val="0"/>
              </a:spcAft>
              <a:buNone/>
            </a:pPr>
            <a:endParaRPr sz="1600"/>
          </a:p>
        </p:txBody>
      </p:sp>
      <p:sp>
        <p:nvSpPr>
          <p:cNvPr id="1548" name="Google Shape;1548;p96"/>
          <p:cNvSpPr/>
          <p:nvPr/>
        </p:nvSpPr>
        <p:spPr>
          <a:xfrm>
            <a:off x="2834175" y="4264475"/>
            <a:ext cx="495300" cy="495300"/>
          </a:xfrm>
          <a:prstGeom prst="rect">
            <a:avLst/>
          </a:prstGeom>
          <a:solidFill>
            <a:srgbClr val="B1DD8B"/>
          </a:solid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800">
                <a:latin typeface="Calibri"/>
                <a:ea typeface="Calibri"/>
                <a:cs typeface="Calibri"/>
                <a:sym typeface="Calibri"/>
              </a:rPr>
              <a:t>15</a:t>
            </a:r>
            <a:endParaRPr sz="1800">
              <a:latin typeface="Calibri"/>
              <a:ea typeface="Calibri"/>
              <a:cs typeface="Calibri"/>
              <a:sym typeface="Calibri"/>
            </a:endParaRPr>
          </a:p>
        </p:txBody>
      </p:sp>
      <p:sp>
        <p:nvSpPr>
          <p:cNvPr id="1549" name="Google Shape;1549;p96"/>
          <p:cNvSpPr/>
          <p:nvPr/>
        </p:nvSpPr>
        <p:spPr>
          <a:xfrm>
            <a:off x="3319364" y="4264475"/>
            <a:ext cx="495300" cy="495300"/>
          </a:xfrm>
          <a:prstGeom prst="rect">
            <a:avLst/>
          </a:prstGeom>
          <a:solidFill>
            <a:srgbClr val="B1DD8B"/>
          </a:solid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800">
                <a:latin typeface="Calibri"/>
                <a:ea typeface="Calibri"/>
                <a:cs typeface="Calibri"/>
                <a:sym typeface="Calibri"/>
              </a:rPr>
              <a:t>2</a:t>
            </a:r>
            <a:endParaRPr sz="1800">
              <a:latin typeface="Calibri"/>
              <a:ea typeface="Calibri"/>
              <a:cs typeface="Calibri"/>
              <a:sym typeface="Calibri"/>
            </a:endParaRPr>
          </a:p>
        </p:txBody>
      </p:sp>
      <p:sp>
        <p:nvSpPr>
          <p:cNvPr id="1550" name="Google Shape;1550;p96"/>
          <p:cNvSpPr/>
          <p:nvPr/>
        </p:nvSpPr>
        <p:spPr>
          <a:xfrm>
            <a:off x="3808705" y="4264475"/>
            <a:ext cx="495300" cy="495300"/>
          </a:xfrm>
          <a:prstGeom prst="rect">
            <a:avLst/>
          </a:prstGeom>
          <a:solidFill>
            <a:srgbClr val="B1DD8B"/>
          </a:solid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800">
                <a:latin typeface="Calibri"/>
                <a:ea typeface="Calibri"/>
                <a:cs typeface="Calibri"/>
                <a:sym typeface="Calibri"/>
              </a:rPr>
              <a:t>17</a:t>
            </a:r>
            <a:endParaRPr sz="1800">
              <a:latin typeface="Calibri"/>
              <a:ea typeface="Calibri"/>
              <a:cs typeface="Calibri"/>
              <a:sym typeface="Calibri"/>
            </a:endParaRPr>
          </a:p>
        </p:txBody>
      </p:sp>
      <p:sp>
        <p:nvSpPr>
          <p:cNvPr id="1551" name="Google Shape;1551;p96"/>
          <p:cNvSpPr/>
          <p:nvPr/>
        </p:nvSpPr>
        <p:spPr>
          <a:xfrm>
            <a:off x="4293894" y="4264475"/>
            <a:ext cx="495300" cy="495300"/>
          </a:xfrm>
          <a:prstGeom prst="rect">
            <a:avLst/>
          </a:prstGeom>
          <a:solidFill>
            <a:srgbClr val="B1DD8B"/>
          </a:solid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800">
                <a:latin typeface="Calibri"/>
                <a:ea typeface="Calibri"/>
                <a:cs typeface="Calibri"/>
                <a:sym typeface="Calibri"/>
              </a:rPr>
              <a:t>19</a:t>
            </a:r>
            <a:endParaRPr sz="1800">
              <a:latin typeface="Calibri"/>
              <a:ea typeface="Calibri"/>
              <a:cs typeface="Calibri"/>
              <a:sym typeface="Calibri"/>
            </a:endParaRPr>
          </a:p>
        </p:txBody>
      </p:sp>
      <p:sp>
        <p:nvSpPr>
          <p:cNvPr id="1552" name="Google Shape;1552;p96"/>
          <p:cNvSpPr/>
          <p:nvPr/>
        </p:nvSpPr>
        <p:spPr>
          <a:xfrm>
            <a:off x="4778636" y="4264475"/>
            <a:ext cx="495300" cy="495300"/>
          </a:xfrm>
          <a:prstGeom prst="rect">
            <a:avLst/>
          </a:prstGeom>
          <a:solidFill>
            <a:srgbClr val="B1DD8B"/>
          </a:solid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800">
                <a:latin typeface="Calibri"/>
                <a:ea typeface="Calibri"/>
                <a:cs typeface="Calibri"/>
                <a:sym typeface="Calibri"/>
              </a:rPr>
              <a:t>26</a:t>
            </a:r>
            <a:endParaRPr sz="1800">
              <a:latin typeface="Calibri"/>
              <a:ea typeface="Calibri"/>
              <a:cs typeface="Calibri"/>
              <a:sym typeface="Calibri"/>
            </a:endParaRPr>
          </a:p>
        </p:txBody>
      </p:sp>
      <p:sp>
        <p:nvSpPr>
          <p:cNvPr id="1553" name="Google Shape;1553;p96"/>
          <p:cNvSpPr/>
          <p:nvPr/>
        </p:nvSpPr>
        <p:spPr>
          <a:xfrm>
            <a:off x="5263825" y="4264475"/>
            <a:ext cx="495300" cy="495300"/>
          </a:xfrm>
          <a:prstGeom prst="rect">
            <a:avLst/>
          </a:prstGeom>
          <a:solidFill>
            <a:srgbClr val="B1DD8B"/>
          </a:solid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800">
                <a:latin typeface="Calibri"/>
                <a:ea typeface="Calibri"/>
                <a:cs typeface="Calibri"/>
                <a:sym typeface="Calibri"/>
              </a:rPr>
              <a:t>17</a:t>
            </a:r>
            <a:endParaRPr sz="1800">
              <a:latin typeface="Calibri"/>
              <a:ea typeface="Calibri"/>
              <a:cs typeface="Calibri"/>
              <a:sym typeface="Calibri"/>
            </a:endParaRPr>
          </a:p>
        </p:txBody>
      </p:sp>
      <p:sp>
        <p:nvSpPr>
          <p:cNvPr id="1554" name="Google Shape;1554;p96"/>
          <p:cNvSpPr/>
          <p:nvPr/>
        </p:nvSpPr>
        <p:spPr>
          <a:xfrm>
            <a:off x="5753166" y="4264475"/>
            <a:ext cx="495300" cy="495300"/>
          </a:xfrm>
          <a:prstGeom prst="rect">
            <a:avLst/>
          </a:prstGeom>
          <a:solidFill>
            <a:srgbClr val="B1DD8B"/>
          </a:solid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800">
                <a:latin typeface="Calibri"/>
                <a:ea typeface="Calibri"/>
                <a:cs typeface="Calibri"/>
                <a:sym typeface="Calibri"/>
              </a:rPr>
              <a:t>17</a:t>
            </a:r>
            <a:endParaRPr sz="1800">
              <a:latin typeface="Calibri"/>
              <a:ea typeface="Calibri"/>
              <a:cs typeface="Calibri"/>
              <a:sym typeface="Calibri"/>
            </a:endParaRPr>
          </a:p>
        </p:txBody>
      </p:sp>
      <p:sp>
        <p:nvSpPr>
          <p:cNvPr id="1555" name="Google Shape;1555;p96"/>
          <p:cNvSpPr/>
          <p:nvPr/>
        </p:nvSpPr>
        <p:spPr>
          <a:xfrm>
            <a:off x="6238355" y="4264475"/>
            <a:ext cx="495300" cy="495300"/>
          </a:xfrm>
          <a:prstGeom prst="rect">
            <a:avLst/>
          </a:prstGeom>
          <a:solidFill>
            <a:srgbClr val="000000"/>
          </a:solid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800">
                <a:solidFill>
                  <a:srgbClr val="FFFFFF"/>
                </a:solidFill>
                <a:latin typeface="Calibri"/>
                <a:ea typeface="Calibri"/>
                <a:cs typeface="Calibri"/>
                <a:sym typeface="Calibri"/>
              </a:rPr>
              <a:t>32</a:t>
            </a:r>
            <a:endParaRPr sz="1800">
              <a:solidFill>
                <a:srgbClr val="FFFFFF"/>
              </a:solidFill>
              <a:latin typeface="Calibri"/>
              <a:ea typeface="Calibri"/>
              <a:cs typeface="Calibri"/>
              <a:sym typeface="Calibri"/>
            </a:endParaRPr>
          </a:p>
        </p:txBody>
      </p:sp>
      <p:sp>
        <p:nvSpPr>
          <p:cNvPr id="1556" name="Google Shape;1556;p96"/>
          <p:cNvSpPr txBox="1"/>
          <p:nvPr/>
        </p:nvSpPr>
        <p:spPr>
          <a:xfrm>
            <a:off x="1300800" y="4244250"/>
            <a:ext cx="948300" cy="4953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2000">
                <a:latin typeface="Calibri"/>
                <a:ea typeface="Calibri"/>
                <a:cs typeface="Calibri"/>
                <a:sym typeface="Calibri"/>
              </a:rPr>
              <a:t>Input:</a:t>
            </a:r>
            <a:endParaRPr sz="2000">
              <a:latin typeface="Calibri"/>
              <a:ea typeface="Calibri"/>
              <a:cs typeface="Calibri"/>
              <a:sym typeface="Calibri"/>
            </a:endParaRPr>
          </a:p>
        </p:txBody>
      </p:sp>
      <p:sp>
        <p:nvSpPr>
          <p:cNvPr id="1557" name="Google Shape;1557;p96"/>
          <p:cNvSpPr/>
          <p:nvPr/>
        </p:nvSpPr>
        <p:spPr>
          <a:xfrm rot="-5400000">
            <a:off x="6338712" y="3863500"/>
            <a:ext cx="260700" cy="439200"/>
          </a:xfrm>
          <a:prstGeom prst="rightBrace">
            <a:avLst>
              <a:gd name="adj1" fmla="val 8333"/>
              <a:gd name="adj2" fmla="val 50000"/>
            </a:avLst>
          </a:prstGeom>
          <a:no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58" name="Google Shape;1558;p96"/>
          <p:cNvSpPr txBox="1"/>
          <p:nvPr/>
        </p:nvSpPr>
        <p:spPr>
          <a:xfrm>
            <a:off x="6180876" y="3365315"/>
            <a:ext cx="830700" cy="5745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a:t>in its place</a:t>
            </a:r>
            <a:endParaRPr/>
          </a:p>
        </p:txBody>
      </p:sp>
      <p:sp>
        <p:nvSpPr>
          <p:cNvPr id="1559" name="Google Shape;1559;p96"/>
          <p:cNvSpPr/>
          <p:nvPr/>
        </p:nvSpPr>
        <p:spPr>
          <a:xfrm>
            <a:off x="6727730" y="4264475"/>
            <a:ext cx="495300" cy="495300"/>
          </a:xfrm>
          <a:prstGeom prst="rect">
            <a:avLst/>
          </a:prstGeom>
          <a:solidFill>
            <a:srgbClr val="B1DD8B"/>
          </a:solid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800">
                <a:latin typeface="Calibri"/>
                <a:ea typeface="Calibri"/>
                <a:cs typeface="Calibri"/>
                <a:sym typeface="Calibri"/>
              </a:rPr>
              <a:t>41</a:t>
            </a:r>
            <a:endParaRPr sz="1800">
              <a:latin typeface="Calibri"/>
              <a:ea typeface="Calibri"/>
              <a:cs typeface="Calibri"/>
              <a:sym typeface="Calibri"/>
            </a:endParaRPr>
          </a:p>
        </p:txBody>
      </p:sp>
      <p:sp>
        <p:nvSpPr>
          <p:cNvPr id="1560" name="Google Shape;1560;p96"/>
          <p:cNvSpPr txBox="1"/>
          <p:nvPr/>
        </p:nvSpPr>
        <p:spPr>
          <a:xfrm>
            <a:off x="6721700" y="574525"/>
            <a:ext cx="1372200" cy="5262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b="1"/>
              <a:t>partition(32)</a:t>
            </a:r>
            <a:endParaRPr b="1"/>
          </a:p>
        </p:txBody>
      </p:sp>
    </p:spTree>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Shape 1564"/>
        <p:cNvGrpSpPr/>
        <p:nvPr/>
      </p:nvGrpSpPr>
      <p:grpSpPr>
        <a:xfrm>
          <a:off x="0" y="0"/>
          <a:ext cx="0" cy="0"/>
          <a:chOff x="0" y="0"/>
          <a:chExt cx="0" cy="0"/>
        </a:xfrm>
      </p:grpSpPr>
      <p:sp>
        <p:nvSpPr>
          <p:cNvPr id="1565" name="Google Shape;1565;p97"/>
          <p:cNvSpPr txBox="1">
            <a:spLocks noGrp="1"/>
          </p:cNvSpPr>
          <p:nvPr>
            <p:ph type="title"/>
          </p:nvPr>
        </p:nvSpPr>
        <p:spPr>
          <a:xfrm>
            <a:off x="0" y="0"/>
            <a:ext cx="8520600" cy="3936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Quick Sort</a:t>
            </a:r>
            <a:endParaRPr/>
          </a:p>
        </p:txBody>
      </p:sp>
      <p:sp>
        <p:nvSpPr>
          <p:cNvPr id="1566" name="Google Shape;1566;p97"/>
          <p:cNvSpPr txBox="1">
            <a:spLocks noGrp="1"/>
          </p:cNvSpPr>
          <p:nvPr>
            <p:ph type="body" idx="1"/>
          </p:nvPr>
        </p:nvSpPr>
        <p:spPr>
          <a:xfrm>
            <a:off x="107044" y="402200"/>
            <a:ext cx="8520600" cy="3416400"/>
          </a:xfrm>
          <a:prstGeom prst="rect">
            <a:avLst/>
          </a:prstGeom>
        </p:spPr>
        <p:txBody>
          <a:bodyPr spcFirstLastPara="1" wrap="square" lIns="91425" tIns="91425" rIns="91425" bIns="91425" anchor="t" anchorCtr="0">
            <a:noAutofit/>
          </a:bodyPr>
          <a:lstStyle/>
          <a:p>
            <a:pPr marL="0" lvl="0" indent="0" algn="l" rtl="0">
              <a:spcBef>
                <a:spcPts val="600"/>
              </a:spcBef>
              <a:spcAft>
                <a:spcPts val="0"/>
              </a:spcAft>
              <a:buNone/>
            </a:pPr>
            <a:r>
              <a:rPr lang="en"/>
              <a:t>Quick sorting N items: </a:t>
            </a:r>
            <a:endParaRPr/>
          </a:p>
          <a:p>
            <a:pPr marL="457200" lvl="0" indent="-342900" algn="l" rtl="0">
              <a:spcBef>
                <a:spcPts val="600"/>
              </a:spcBef>
              <a:spcAft>
                <a:spcPts val="0"/>
              </a:spcAft>
              <a:buSzPts val="1800"/>
              <a:buChar char="●"/>
            </a:pPr>
            <a:r>
              <a:rPr lang="en"/>
              <a:t>Partition on leftmost item (32) (done). </a:t>
            </a:r>
            <a:endParaRPr/>
          </a:p>
          <a:p>
            <a:pPr marL="457200" lvl="0" indent="-342900" algn="l" rtl="0">
              <a:spcBef>
                <a:spcPts val="600"/>
              </a:spcBef>
              <a:spcAft>
                <a:spcPts val="0"/>
              </a:spcAft>
              <a:buSzPts val="1800"/>
              <a:buChar char="●"/>
            </a:pPr>
            <a:r>
              <a:rPr lang="en" b="1"/>
              <a:t>Quicksort left half (details not shown).</a:t>
            </a:r>
            <a:endParaRPr b="1"/>
          </a:p>
          <a:p>
            <a:pPr marL="457200" lvl="0" indent="-342900" algn="l" rtl="0">
              <a:spcBef>
                <a:spcPts val="600"/>
              </a:spcBef>
              <a:spcAft>
                <a:spcPts val="0"/>
              </a:spcAft>
              <a:buSzPts val="1800"/>
              <a:buChar char="●"/>
            </a:pPr>
            <a:r>
              <a:rPr lang="en"/>
              <a:t>Quicksort right half.</a:t>
            </a:r>
            <a:endParaRPr/>
          </a:p>
          <a:p>
            <a:pPr marL="0" lvl="0" indent="0" algn="l" rtl="0">
              <a:spcBef>
                <a:spcPts val="600"/>
              </a:spcBef>
              <a:spcAft>
                <a:spcPts val="0"/>
              </a:spcAft>
              <a:buNone/>
            </a:pPr>
            <a:endParaRPr sz="1600"/>
          </a:p>
          <a:p>
            <a:pPr marL="0" lvl="0" indent="0" algn="l" rtl="0">
              <a:spcBef>
                <a:spcPts val="600"/>
              </a:spcBef>
              <a:spcAft>
                <a:spcPts val="0"/>
              </a:spcAft>
              <a:buNone/>
            </a:pPr>
            <a:endParaRPr sz="1600"/>
          </a:p>
        </p:txBody>
      </p:sp>
      <p:sp>
        <p:nvSpPr>
          <p:cNvPr id="1567" name="Google Shape;1567;p97"/>
          <p:cNvSpPr txBox="1"/>
          <p:nvPr/>
        </p:nvSpPr>
        <p:spPr>
          <a:xfrm>
            <a:off x="6721700" y="574525"/>
            <a:ext cx="1142400" cy="5262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a:t>partition(32)</a:t>
            </a:r>
            <a:endParaRPr/>
          </a:p>
        </p:txBody>
      </p:sp>
      <p:cxnSp>
        <p:nvCxnSpPr>
          <p:cNvPr id="1568" name="Google Shape;1568;p97"/>
          <p:cNvCxnSpPr/>
          <p:nvPr/>
        </p:nvCxnSpPr>
        <p:spPr>
          <a:xfrm flipH="1">
            <a:off x="7026450" y="934550"/>
            <a:ext cx="186900" cy="131400"/>
          </a:xfrm>
          <a:prstGeom prst="straightConnector1">
            <a:avLst/>
          </a:prstGeom>
          <a:noFill/>
          <a:ln w="9525" cap="flat" cmpd="sng">
            <a:solidFill>
              <a:schemeClr val="dk2"/>
            </a:solidFill>
            <a:prstDash val="solid"/>
            <a:round/>
            <a:headEnd type="none" w="med" len="med"/>
            <a:tailEnd type="none" w="med" len="med"/>
          </a:ln>
        </p:spPr>
      </p:cxnSp>
      <p:sp>
        <p:nvSpPr>
          <p:cNvPr id="1569" name="Google Shape;1569;p97"/>
          <p:cNvSpPr txBox="1"/>
          <p:nvPr/>
        </p:nvSpPr>
        <p:spPr>
          <a:xfrm>
            <a:off x="5946525" y="1003400"/>
            <a:ext cx="1262700" cy="5262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a:t>partition(15)</a:t>
            </a:r>
            <a:endParaRPr/>
          </a:p>
        </p:txBody>
      </p:sp>
      <p:sp>
        <p:nvSpPr>
          <p:cNvPr id="1570" name="Google Shape;1570;p97"/>
          <p:cNvSpPr txBox="1"/>
          <p:nvPr/>
        </p:nvSpPr>
        <p:spPr>
          <a:xfrm>
            <a:off x="5115879" y="1453400"/>
            <a:ext cx="1262700" cy="5262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a:t>partition(2)</a:t>
            </a:r>
            <a:endParaRPr/>
          </a:p>
        </p:txBody>
      </p:sp>
      <p:cxnSp>
        <p:nvCxnSpPr>
          <p:cNvPr id="1571" name="Google Shape;1571;p97"/>
          <p:cNvCxnSpPr/>
          <p:nvPr/>
        </p:nvCxnSpPr>
        <p:spPr>
          <a:xfrm flipH="1">
            <a:off x="6181276" y="1377905"/>
            <a:ext cx="186900" cy="131400"/>
          </a:xfrm>
          <a:prstGeom prst="straightConnector1">
            <a:avLst/>
          </a:prstGeom>
          <a:noFill/>
          <a:ln w="9525" cap="flat" cmpd="sng">
            <a:solidFill>
              <a:schemeClr val="dk2"/>
            </a:solidFill>
            <a:prstDash val="solid"/>
            <a:round/>
            <a:headEnd type="none" w="med" len="med"/>
            <a:tailEnd type="none" w="med" len="med"/>
          </a:ln>
        </p:spPr>
      </p:cxnSp>
      <p:sp>
        <p:nvSpPr>
          <p:cNvPr id="1572" name="Google Shape;1572;p97"/>
          <p:cNvSpPr txBox="1"/>
          <p:nvPr/>
        </p:nvSpPr>
        <p:spPr>
          <a:xfrm>
            <a:off x="6708525" y="1460600"/>
            <a:ext cx="1262700" cy="5262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a:t>partition(17)</a:t>
            </a:r>
            <a:endParaRPr/>
          </a:p>
        </p:txBody>
      </p:sp>
      <p:cxnSp>
        <p:nvCxnSpPr>
          <p:cNvPr id="1573" name="Google Shape;1573;p97"/>
          <p:cNvCxnSpPr/>
          <p:nvPr/>
        </p:nvCxnSpPr>
        <p:spPr>
          <a:xfrm>
            <a:off x="6737450" y="1379625"/>
            <a:ext cx="260400" cy="150300"/>
          </a:xfrm>
          <a:prstGeom prst="straightConnector1">
            <a:avLst/>
          </a:prstGeom>
          <a:noFill/>
          <a:ln w="9525" cap="flat" cmpd="sng">
            <a:solidFill>
              <a:schemeClr val="dk2"/>
            </a:solidFill>
            <a:prstDash val="solid"/>
            <a:round/>
            <a:headEnd type="none" w="med" len="med"/>
            <a:tailEnd type="none" w="med" len="med"/>
          </a:ln>
        </p:spPr>
      </p:cxnSp>
      <p:sp>
        <p:nvSpPr>
          <p:cNvPr id="1574" name="Google Shape;1574;p97"/>
          <p:cNvSpPr txBox="1"/>
          <p:nvPr/>
        </p:nvSpPr>
        <p:spPr>
          <a:xfrm>
            <a:off x="7165725" y="1841600"/>
            <a:ext cx="1262700" cy="5262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a:t>partition(19)</a:t>
            </a:r>
            <a:endParaRPr/>
          </a:p>
        </p:txBody>
      </p:sp>
      <p:cxnSp>
        <p:nvCxnSpPr>
          <p:cNvPr id="1575" name="Google Shape;1575;p97"/>
          <p:cNvCxnSpPr/>
          <p:nvPr/>
        </p:nvCxnSpPr>
        <p:spPr>
          <a:xfrm>
            <a:off x="7244061" y="1783247"/>
            <a:ext cx="260400" cy="150300"/>
          </a:xfrm>
          <a:prstGeom prst="straightConnector1">
            <a:avLst/>
          </a:prstGeom>
          <a:noFill/>
          <a:ln w="9525" cap="flat" cmpd="sng">
            <a:solidFill>
              <a:schemeClr val="dk2"/>
            </a:solidFill>
            <a:prstDash val="solid"/>
            <a:round/>
            <a:headEnd type="none" w="med" len="med"/>
            <a:tailEnd type="none" w="med" len="med"/>
          </a:ln>
        </p:spPr>
      </p:cxnSp>
      <p:sp>
        <p:nvSpPr>
          <p:cNvPr id="1576" name="Google Shape;1576;p97"/>
          <p:cNvSpPr txBox="1"/>
          <p:nvPr/>
        </p:nvSpPr>
        <p:spPr>
          <a:xfrm>
            <a:off x="6360108" y="2266571"/>
            <a:ext cx="1262700" cy="5262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a:t>partition(17)</a:t>
            </a:r>
            <a:endParaRPr/>
          </a:p>
        </p:txBody>
      </p:sp>
      <p:cxnSp>
        <p:nvCxnSpPr>
          <p:cNvPr id="1577" name="Google Shape;1577;p97"/>
          <p:cNvCxnSpPr/>
          <p:nvPr/>
        </p:nvCxnSpPr>
        <p:spPr>
          <a:xfrm flipH="1">
            <a:off x="7425505" y="2191076"/>
            <a:ext cx="186900" cy="131400"/>
          </a:xfrm>
          <a:prstGeom prst="straightConnector1">
            <a:avLst/>
          </a:prstGeom>
          <a:noFill/>
          <a:ln w="9525" cap="flat" cmpd="sng">
            <a:solidFill>
              <a:schemeClr val="dk2"/>
            </a:solidFill>
            <a:prstDash val="solid"/>
            <a:round/>
            <a:headEnd type="none" w="med" len="med"/>
            <a:tailEnd type="none" w="med" len="med"/>
          </a:ln>
        </p:spPr>
      </p:cxnSp>
      <p:cxnSp>
        <p:nvCxnSpPr>
          <p:cNvPr id="1578" name="Google Shape;1578;p97"/>
          <p:cNvCxnSpPr/>
          <p:nvPr/>
        </p:nvCxnSpPr>
        <p:spPr>
          <a:xfrm>
            <a:off x="6851659" y="2635074"/>
            <a:ext cx="260400" cy="150300"/>
          </a:xfrm>
          <a:prstGeom prst="straightConnector1">
            <a:avLst/>
          </a:prstGeom>
          <a:noFill/>
          <a:ln w="9525" cap="flat" cmpd="sng">
            <a:solidFill>
              <a:schemeClr val="dk2"/>
            </a:solidFill>
            <a:prstDash val="solid"/>
            <a:round/>
            <a:headEnd type="none" w="med" len="med"/>
            <a:tailEnd type="none" w="med" len="med"/>
          </a:ln>
        </p:spPr>
      </p:cxnSp>
      <p:sp>
        <p:nvSpPr>
          <p:cNvPr id="1579" name="Google Shape;1579;p97"/>
          <p:cNvSpPr txBox="1"/>
          <p:nvPr/>
        </p:nvSpPr>
        <p:spPr>
          <a:xfrm>
            <a:off x="6860925" y="2744598"/>
            <a:ext cx="1262700" cy="5262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a:t>partition(17)</a:t>
            </a:r>
            <a:endParaRPr/>
          </a:p>
        </p:txBody>
      </p:sp>
      <p:cxnSp>
        <p:nvCxnSpPr>
          <p:cNvPr id="1580" name="Google Shape;1580;p97"/>
          <p:cNvCxnSpPr/>
          <p:nvPr/>
        </p:nvCxnSpPr>
        <p:spPr>
          <a:xfrm>
            <a:off x="7825294" y="2189276"/>
            <a:ext cx="260400" cy="150300"/>
          </a:xfrm>
          <a:prstGeom prst="straightConnector1">
            <a:avLst/>
          </a:prstGeom>
          <a:noFill/>
          <a:ln w="9525" cap="flat" cmpd="sng">
            <a:solidFill>
              <a:schemeClr val="dk2"/>
            </a:solidFill>
            <a:prstDash val="solid"/>
            <a:round/>
            <a:headEnd type="none" w="med" len="med"/>
            <a:tailEnd type="none" w="med" len="med"/>
          </a:ln>
        </p:spPr>
      </p:cxnSp>
      <p:sp>
        <p:nvSpPr>
          <p:cNvPr id="1581" name="Google Shape;1581;p97"/>
          <p:cNvSpPr txBox="1"/>
          <p:nvPr/>
        </p:nvSpPr>
        <p:spPr>
          <a:xfrm>
            <a:off x="7826556" y="2253646"/>
            <a:ext cx="1262700" cy="5262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a:t>partition(26)</a:t>
            </a:r>
            <a:endParaRPr/>
          </a:p>
        </p:txBody>
      </p:sp>
      <p:sp>
        <p:nvSpPr>
          <p:cNvPr id="1582" name="Google Shape;1582;p97"/>
          <p:cNvSpPr txBox="1"/>
          <p:nvPr/>
        </p:nvSpPr>
        <p:spPr>
          <a:xfrm>
            <a:off x="5096125" y="1721325"/>
            <a:ext cx="454800" cy="3849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a:t>x</a:t>
            </a:r>
            <a:endParaRPr/>
          </a:p>
        </p:txBody>
      </p:sp>
      <p:sp>
        <p:nvSpPr>
          <p:cNvPr id="1583" name="Google Shape;1583;p97"/>
          <p:cNvSpPr txBox="1"/>
          <p:nvPr/>
        </p:nvSpPr>
        <p:spPr>
          <a:xfrm>
            <a:off x="5858125" y="1721325"/>
            <a:ext cx="454800" cy="3849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a:t>x</a:t>
            </a:r>
            <a:endParaRPr/>
          </a:p>
        </p:txBody>
      </p:sp>
      <p:sp>
        <p:nvSpPr>
          <p:cNvPr id="1584" name="Google Shape;1584;p97"/>
          <p:cNvSpPr txBox="1"/>
          <p:nvPr/>
        </p:nvSpPr>
        <p:spPr>
          <a:xfrm>
            <a:off x="6747975" y="1721325"/>
            <a:ext cx="454800" cy="3849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a:t>x</a:t>
            </a:r>
            <a:endParaRPr/>
          </a:p>
        </p:txBody>
      </p:sp>
      <p:sp>
        <p:nvSpPr>
          <p:cNvPr id="1585" name="Google Shape;1585;p97"/>
          <p:cNvSpPr txBox="1"/>
          <p:nvPr/>
        </p:nvSpPr>
        <p:spPr>
          <a:xfrm>
            <a:off x="6419848" y="2529978"/>
            <a:ext cx="454800" cy="3849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a:t>x</a:t>
            </a:r>
            <a:endParaRPr/>
          </a:p>
        </p:txBody>
      </p:sp>
      <p:sp>
        <p:nvSpPr>
          <p:cNvPr id="1586" name="Google Shape;1586;p97"/>
          <p:cNvSpPr txBox="1"/>
          <p:nvPr/>
        </p:nvSpPr>
        <p:spPr>
          <a:xfrm>
            <a:off x="7695293" y="2992900"/>
            <a:ext cx="454800" cy="3849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a:t>x</a:t>
            </a:r>
            <a:endParaRPr/>
          </a:p>
        </p:txBody>
      </p:sp>
      <p:sp>
        <p:nvSpPr>
          <p:cNvPr id="1587" name="Google Shape;1587;p97"/>
          <p:cNvSpPr txBox="1"/>
          <p:nvPr/>
        </p:nvSpPr>
        <p:spPr>
          <a:xfrm>
            <a:off x="7882683" y="2512373"/>
            <a:ext cx="454800" cy="3849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a:t>x</a:t>
            </a:r>
            <a:endParaRPr/>
          </a:p>
        </p:txBody>
      </p:sp>
      <p:sp>
        <p:nvSpPr>
          <p:cNvPr id="1588" name="Google Shape;1588;p97"/>
          <p:cNvSpPr txBox="1"/>
          <p:nvPr/>
        </p:nvSpPr>
        <p:spPr>
          <a:xfrm>
            <a:off x="8644683" y="2512373"/>
            <a:ext cx="454800" cy="3849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a:t>x</a:t>
            </a:r>
            <a:endParaRPr/>
          </a:p>
        </p:txBody>
      </p:sp>
      <p:sp>
        <p:nvSpPr>
          <p:cNvPr id="1589" name="Google Shape;1589;p97"/>
          <p:cNvSpPr/>
          <p:nvPr/>
        </p:nvSpPr>
        <p:spPr>
          <a:xfrm>
            <a:off x="2834175" y="4264475"/>
            <a:ext cx="495300" cy="495300"/>
          </a:xfrm>
          <a:prstGeom prst="rect">
            <a:avLst/>
          </a:prstGeom>
          <a:solidFill>
            <a:srgbClr val="000000"/>
          </a:solid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800">
                <a:solidFill>
                  <a:srgbClr val="FFFFFF"/>
                </a:solidFill>
                <a:latin typeface="Calibri"/>
                <a:ea typeface="Calibri"/>
                <a:cs typeface="Calibri"/>
                <a:sym typeface="Calibri"/>
              </a:rPr>
              <a:t>2</a:t>
            </a:r>
            <a:endParaRPr sz="1800">
              <a:solidFill>
                <a:srgbClr val="FFFFFF"/>
              </a:solidFill>
              <a:latin typeface="Calibri"/>
              <a:ea typeface="Calibri"/>
              <a:cs typeface="Calibri"/>
              <a:sym typeface="Calibri"/>
            </a:endParaRPr>
          </a:p>
        </p:txBody>
      </p:sp>
      <p:sp>
        <p:nvSpPr>
          <p:cNvPr id="1590" name="Google Shape;1590;p97"/>
          <p:cNvSpPr/>
          <p:nvPr/>
        </p:nvSpPr>
        <p:spPr>
          <a:xfrm>
            <a:off x="3319364" y="4264475"/>
            <a:ext cx="495300" cy="495300"/>
          </a:xfrm>
          <a:prstGeom prst="rect">
            <a:avLst/>
          </a:prstGeom>
          <a:solidFill>
            <a:srgbClr val="000000"/>
          </a:solid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800">
                <a:solidFill>
                  <a:srgbClr val="FFFFFF"/>
                </a:solidFill>
                <a:latin typeface="Calibri"/>
                <a:ea typeface="Calibri"/>
                <a:cs typeface="Calibri"/>
                <a:sym typeface="Calibri"/>
              </a:rPr>
              <a:t>15</a:t>
            </a:r>
            <a:endParaRPr sz="1800">
              <a:solidFill>
                <a:srgbClr val="FFFFFF"/>
              </a:solidFill>
              <a:latin typeface="Calibri"/>
              <a:ea typeface="Calibri"/>
              <a:cs typeface="Calibri"/>
              <a:sym typeface="Calibri"/>
            </a:endParaRPr>
          </a:p>
        </p:txBody>
      </p:sp>
      <p:sp>
        <p:nvSpPr>
          <p:cNvPr id="1591" name="Google Shape;1591;p97"/>
          <p:cNvSpPr/>
          <p:nvPr/>
        </p:nvSpPr>
        <p:spPr>
          <a:xfrm>
            <a:off x="3808705" y="4264475"/>
            <a:ext cx="495300" cy="495300"/>
          </a:xfrm>
          <a:prstGeom prst="rect">
            <a:avLst/>
          </a:prstGeom>
          <a:solidFill>
            <a:srgbClr val="000000"/>
          </a:solid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800">
                <a:solidFill>
                  <a:srgbClr val="FFFFFF"/>
                </a:solidFill>
                <a:latin typeface="Calibri"/>
                <a:ea typeface="Calibri"/>
                <a:cs typeface="Calibri"/>
                <a:sym typeface="Calibri"/>
              </a:rPr>
              <a:t>17</a:t>
            </a:r>
            <a:endParaRPr sz="1800">
              <a:solidFill>
                <a:srgbClr val="FFFFFF"/>
              </a:solidFill>
              <a:latin typeface="Calibri"/>
              <a:ea typeface="Calibri"/>
              <a:cs typeface="Calibri"/>
              <a:sym typeface="Calibri"/>
            </a:endParaRPr>
          </a:p>
        </p:txBody>
      </p:sp>
      <p:sp>
        <p:nvSpPr>
          <p:cNvPr id="1592" name="Google Shape;1592;p97"/>
          <p:cNvSpPr/>
          <p:nvPr/>
        </p:nvSpPr>
        <p:spPr>
          <a:xfrm>
            <a:off x="4293894" y="4264475"/>
            <a:ext cx="495300" cy="495300"/>
          </a:xfrm>
          <a:prstGeom prst="rect">
            <a:avLst/>
          </a:prstGeom>
          <a:solidFill>
            <a:srgbClr val="000000"/>
          </a:solid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800">
                <a:solidFill>
                  <a:srgbClr val="FFFFFF"/>
                </a:solidFill>
                <a:latin typeface="Calibri"/>
                <a:ea typeface="Calibri"/>
                <a:cs typeface="Calibri"/>
                <a:sym typeface="Calibri"/>
              </a:rPr>
              <a:t>17</a:t>
            </a:r>
            <a:endParaRPr sz="1800">
              <a:solidFill>
                <a:srgbClr val="FFFFFF"/>
              </a:solidFill>
              <a:latin typeface="Calibri"/>
              <a:ea typeface="Calibri"/>
              <a:cs typeface="Calibri"/>
              <a:sym typeface="Calibri"/>
            </a:endParaRPr>
          </a:p>
        </p:txBody>
      </p:sp>
      <p:sp>
        <p:nvSpPr>
          <p:cNvPr id="1593" name="Google Shape;1593;p97"/>
          <p:cNvSpPr/>
          <p:nvPr/>
        </p:nvSpPr>
        <p:spPr>
          <a:xfrm>
            <a:off x="4778636" y="4264475"/>
            <a:ext cx="495300" cy="495300"/>
          </a:xfrm>
          <a:prstGeom prst="rect">
            <a:avLst/>
          </a:prstGeom>
          <a:solidFill>
            <a:srgbClr val="000000"/>
          </a:solid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800">
                <a:solidFill>
                  <a:srgbClr val="FFFFFF"/>
                </a:solidFill>
                <a:latin typeface="Calibri"/>
                <a:ea typeface="Calibri"/>
                <a:cs typeface="Calibri"/>
                <a:sym typeface="Calibri"/>
              </a:rPr>
              <a:t>17</a:t>
            </a:r>
            <a:endParaRPr sz="1800">
              <a:solidFill>
                <a:srgbClr val="FFFFFF"/>
              </a:solidFill>
              <a:latin typeface="Calibri"/>
              <a:ea typeface="Calibri"/>
              <a:cs typeface="Calibri"/>
              <a:sym typeface="Calibri"/>
            </a:endParaRPr>
          </a:p>
        </p:txBody>
      </p:sp>
      <p:sp>
        <p:nvSpPr>
          <p:cNvPr id="1594" name="Google Shape;1594;p97"/>
          <p:cNvSpPr/>
          <p:nvPr/>
        </p:nvSpPr>
        <p:spPr>
          <a:xfrm>
            <a:off x="5263825" y="4264475"/>
            <a:ext cx="495300" cy="495300"/>
          </a:xfrm>
          <a:prstGeom prst="rect">
            <a:avLst/>
          </a:prstGeom>
          <a:solidFill>
            <a:srgbClr val="000000"/>
          </a:solid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800">
                <a:solidFill>
                  <a:srgbClr val="FFFFFF"/>
                </a:solidFill>
                <a:latin typeface="Calibri"/>
                <a:ea typeface="Calibri"/>
                <a:cs typeface="Calibri"/>
                <a:sym typeface="Calibri"/>
              </a:rPr>
              <a:t>19</a:t>
            </a:r>
            <a:endParaRPr sz="1800">
              <a:solidFill>
                <a:srgbClr val="FFFFFF"/>
              </a:solidFill>
              <a:latin typeface="Calibri"/>
              <a:ea typeface="Calibri"/>
              <a:cs typeface="Calibri"/>
              <a:sym typeface="Calibri"/>
            </a:endParaRPr>
          </a:p>
        </p:txBody>
      </p:sp>
      <p:sp>
        <p:nvSpPr>
          <p:cNvPr id="1595" name="Google Shape;1595;p97"/>
          <p:cNvSpPr/>
          <p:nvPr/>
        </p:nvSpPr>
        <p:spPr>
          <a:xfrm>
            <a:off x="5753166" y="4264475"/>
            <a:ext cx="495300" cy="495300"/>
          </a:xfrm>
          <a:prstGeom prst="rect">
            <a:avLst/>
          </a:prstGeom>
          <a:solidFill>
            <a:srgbClr val="000000"/>
          </a:solid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800">
                <a:solidFill>
                  <a:srgbClr val="FFFFFF"/>
                </a:solidFill>
                <a:latin typeface="Calibri"/>
                <a:ea typeface="Calibri"/>
                <a:cs typeface="Calibri"/>
                <a:sym typeface="Calibri"/>
              </a:rPr>
              <a:t>26</a:t>
            </a:r>
            <a:endParaRPr sz="1800">
              <a:solidFill>
                <a:srgbClr val="FFFFFF"/>
              </a:solidFill>
              <a:latin typeface="Calibri"/>
              <a:ea typeface="Calibri"/>
              <a:cs typeface="Calibri"/>
              <a:sym typeface="Calibri"/>
            </a:endParaRPr>
          </a:p>
        </p:txBody>
      </p:sp>
      <p:sp>
        <p:nvSpPr>
          <p:cNvPr id="1596" name="Google Shape;1596;p97"/>
          <p:cNvSpPr/>
          <p:nvPr/>
        </p:nvSpPr>
        <p:spPr>
          <a:xfrm>
            <a:off x="6238355" y="4264475"/>
            <a:ext cx="495300" cy="495300"/>
          </a:xfrm>
          <a:prstGeom prst="rect">
            <a:avLst/>
          </a:prstGeom>
          <a:solidFill>
            <a:srgbClr val="000000"/>
          </a:solid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800">
                <a:solidFill>
                  <a:srgbClr val="FFFFFF"/>
                </a:solidFill>
                <a:latin typeface="Calibri"/>
                <a:ea typeface="Calibri"/>
                <a:cs typeface="Calibri"/>
                <a:sym typeface="Calibri"/>
              </a:rPr>
              <a:t>32</a:t>
            </a:r>
            <a:endParaRPr sz="1800">
              <a:solidFill>
                <a:srgbClr val="FFFFFF"/>
              </a:solidFill>
              <a:latin typeface="Calibri"/>
              <a:ea typeface="Calibri"/>
              <a:cs typeface="Calibri"/>
              <a:sym typeface="Calibri"/>
            </a:endParaRPr>
          </a:p>
        </p:txBody>
      </p:sp>
      <p:sp>
        <p:nvSpPr>
          <p:cNvPr id="1597" name="Google Shape;1597;p97"/>
          <p:cNvSpPr/>
          <p:nvPr/>
        </p:nvSpPr>
        <p:spPr>
          <a:xfrm>
            <a:off x="6727730" y="4264475"/>
            <a:ext cx="495300" cy="495300"/>
          </a:xfrm>
          <a:prstGeom prst="rect">
            <a:avLst/>
          </a:prstGeom>
          <a:solidFill>
            <a:srgbClr val="B1DD8B"/>
          </a:solid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800">
                <a:latin typeface="Calibri"/>
                <a:ea typeface="Calibri"/>
                <a:cs typeface="Calibri"/>
                <a:sym typeface="Calibri"/>
              </a:rPr>
              <a:t>41</a:t>
            </a:r>
            <a:endParaRPr sz="1800">
              <a:latin typeface="Calibri"/>
              <a:ea typeface="Calibri"/>
              <a:cs typeface="Calibri"/>
              <a:sym typeface="Calibri"/>
            </a:endParaRPr>
          </a:p>
        </p:txBody>
      </p:sp>
      <p:sp>
        <p:nvSpPr>
          <p:cNvPr id="1598" name="Google Shape;1598;p97"/>
          <p:cNvSpPr txBox="1"/>
          <p:nvPr/>
        </p:nvSpPr>
        <p:spPr>
          <a:xfrm>
            <a:off x="1300800" y="4244250"/>
            <a:ext cx="948300" cy="4953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2000">
                <a:latin typeface="Calibri"/>
                <a:ea typeface="Calibri"/>
                <a:cs typeface="Calibri"/>
                <a:sym typeface="Calibri"/>
              </a:rPr>
              <a:t>Input:</a:t>
            </a:r>
            <a:endParaRPr sz="2000">
              <a:latin typeface="Calibri"/>
              <a:ea typeface="Calibri"/>
              <a:cs typeface="Calibri"/>
              <a:sym typeface="Calibri"/>
            </a:endParaRPr>
          </a:p>
        </p:txBody>
      </p:sp>
      <p:sp>
        <p:nvSpPr>
          <p:cNvPr id="1599" name="Google Shape;1599;p97"/>
          <p:cNvSpPr/>
          <p:nvPr/>
        </p:nvSpPr>
        <p:spPr>
          <a:xfrm rot="-5400000">
            <a:off x="3445914" y="3847148"/>
            <a:ext cx="260700" cy="471900"/>
          </a:xfrm>
          <a:prstGeom prst="rightBrace">
            <a:avLst>
              <a:gd name="adj1" fmla="val 8333"/>
              <a:gd name="adj2" fmla="val 50000"/>
            </a:avLst>
          </a:prstGeom>
          <a:no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00" name="Google Shape;1600;p97"/>
          <p:cNvSpPr txBox="1"/>
          <p:nvPr/>
        </p:nvSpPr>
        <p:spPr>
          <a:xfrm>
            <a:off x="3271727" y="3365315"/>
            <a:ext cx="830700" cy="5745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a:t>in its place</a:t>
            </a:r>
            <a:endParaRPr/>
          </a:p>
        </p:txBody>
      </p:sp>
      <p:sp>
        <p:nvSpPr>
          <p:cNvPr id="1601" name="Google Shape;1601;p97"/>
          <p:cNvSpPr/>
          <p:nvPr/>
        </p:nvSpPr>
        <p:spPr>
          <a:xfrm rot="-5400000">
            <a:off x="2940204" y="3847148"/>
            <a:ext cx="260700" cy="471900"/>
          </a:xfrm>
          <a:prstGeom prst="rightBrace">
            <a:avLst>
              <a:gd name="adj1" fmla="val 8333"/>
              <a:gd name="adj2" fmla="val 50000"/>
            </a:avLst>
          </a:prstGeom>
          <a:no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02" name="Google Shape;1602;p97"/>
          <p:cNvSpPr txBox="1"/>
          <p:nvPr/>
        </p:nvSpPr>
        <p:spPr>
          <a:xfrm>
            <a:off x="2766018" y="3365315"/>
            <a:ext cx="830700" cy="5745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a:t>in its place</a:t>
            </a:r>
            <a:endParaRPr/>
          </a:p>
        </p:txBody>
      </p:sp>
      <p:sp>
        <p:nvSpPr>
          <p:cNvPr id="1603" name="Google Shape;1603;p97"/>
          <p:cNvSpPr/>
          <p:nvPr/>
        </p:nvSpPr>
        <p:spPr>
          <a:xfrm rot="-5400000">
            <a:off x="3928350" y="3863500"/>
            <a:ext cx="260700" cy="439200"/>
          </a:xfrm>
          <a:prstGeom prst="rightBrace">
            <a:avLst>
              <a:gd name="adj1" fmla="val 8333"/>
              <a:gd name="adj2" fmla="val 50000"/>
            </a:avLst>
          </a:prstGeom>
          <a:no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04" name="Google Shape;1604;p97"/>
          <p:cNvSpPr txBox="1"/>
          <p:nvPr/>
        </p:nvSpPr>
        <p:spPr>
          <a:xfrm>
            <a:off x="3770514" y="3365315"/>
            <a:ext cx="830700" cy="5745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a:t>in its place</a:t>
            </a:r>
            <a:endParaRPr/>
          </a:p>
        </p:txBody>
      </p:sp>
      <p:sp>
        <p:nvSpPr>
          <p:cNvPr id="1605" name="Google Shape;1605;p97"/>
          <p:cNvSpPr/>
          <p:nvPr/>
        </p:nvSpPr>
        <p:spPr>
          <a:xfrm rot="-5400000">
            <a:off x="5383175" y="3863500"/>
            <a:ext cx="260700" cy="439200"/>
          </a:xfrm>
          <a:prstGeom prst="rightBrace">
            <a:avLst>
              <a:gd name="adj1" fmla="val 8333"/>
              <a:gd name="adj2" fmla="val 50000"/>
            </a:avLst>
          </a:prstGeom>
          <a:no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06" name="Google Shape;1606;p97"/>
          <p:cNvSpPr txBox="1"/>
          <p:nvPr/>
        </p:nvSpPr>
        <p:spPr>
          <a:xfrm>
            <a:off x="5225340" y="3365315"/>
            <a:ext cx="830700" cy="5745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a:t>in its place</a:t>
            </a:r>
            <a:endParaRPr/>
          </a:p>
        </p:txBody>
      </p:sp>
      <p:sp>
        <p:nvSpPr>
          <p:cNvPr id="1607" name="Google Shape;1607;p97"/>
          <p:cNvSpPr/>
          <p:nvPr/>
        </p:nvSpPr>
        <p:spPr>
          <a:xfrm rot="-5400000">
            <a:off x="6338712" y="3863500"/>
            <a:ext cx="260700" cy="439200"/>
          </a:xfrm>
          <a:prstGeom prst="rightBrace">
            <a:avLst>
              <a:gd name="adj1" fmla="val 8333"/>
              <a:gd name="adj2" fmla="val 50000"/>
            </a:avLst>
          </a:prstGeom>
          <a:no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08" name="Google Shape;1608;p97"/>
          <p:cNvSpPr txBox="1"/>
          <p:nvPr/>
        </p:nvSpPr>
        <p:spPr>
          <a:xfrm>
            <a:off x="6180876" y="3365315"/>
            <a:ext cx="830700" cy="5745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a:t>in its place</a:t>
            </a:r>
            <a:endParaRPr/>
          </a:p>
        </p:txBody>
      </p:sp>
      <p:sp>
        <p:nvSpPr>
          <p:cNvPr id="1609" name="Google Shape;1609;p97"/>
          <p:cNvSpPr/>
          <p:nvPr/>
        </p:nvSpPr>
        <p:spPr>
          <a:xfrm rot="-5400000">
            <a:off x="4399395" y="3863500"/>
            <a:ext cx="260700" cy="439200"/>
          </a:xfrm>
          <a:prstGeom prst="rightBrace">
            <a:avLst>
              <a:gd name="adj1" fmla="val 8333"/>
              <a:gd name="adj2" fmla="val 50000"/>
            </a:avLst>
          </a:prstGeom>
          <a:no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10" name="Google Shape;1610;p97"/>
          <p:cNvSpPr txBox="1"/>
          <p:nvPr/>
        </p:nvSpPr>
        <p:spPr>
          <a:xfrm>
            <a:off x="4241560" y="3365315"/>
            <a:ext cx="830700" cy="5745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a:t>in its place</a:t>
            </a:r>
            <a:endParaRPr/>
          </a:p>
        </p:txBody>
      </p:sp>
      <p:sp>
        <p:nvSpPr>
          <p:cNvPr id="1611" name="Google Shape;1611;p97"/>
          <p:cNvSpPr/>
          <p:nvPr/>
        </p:nvSpPr>
        <p:spPr>
          <a:xfrm rot="-5400000">
            <a:off x="4884337" y="3863500"/>
            <a:ext cx="260700" cy="439200"/>
          </a:xfrm>
          <a:prstGeom prst="rightBrace">
            <a:avLst>
              <a:gd name="adj1" fmla="val 8333"/>
              <a:gd name="adj2" fmla="val 50000"/>
            </a:avLst>
          </a:prstGeom>
          <a:no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12" name="Google Shape;1612;p97"/>
          <p:cNvSpPr txBox="1"/>
          <p:nvPr/>
        </p:nvSpPr>
        <p:spPr>
          <a:xfrm>
            <a:off x="4726501" y="3365315"/>
            <a:ext cx="830700" cy="5745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a:t>in its place</a:t>
            </a:r>
            <a:endParaRPr/>
          </a:p>
        </p:txBody>
      </p:sp>
      <p:sp>
        <p:nvSpPr>
          <p:cNvPr id="1613" name="Google Shape;1613;p97"/>
          <p:cNvSpPr/>
          <p:nvPr/>
        </p:nvSpPr>
        <p:spPr>
          <a:xfrm rot="-5400000">
            <a:off x="5868117" y="3863500"/>
            <a:ext cx="260700" cy="439200"/>
          </a:xfrm>
          <a:prstGeom prst="rightBrace">
            <a:avLst>
              <a:gd name="adj1" fmla="val 8333"/>
              <a:gd name="adj2" fmla="val 50000"/>
            </a:avLst>
          </a:prstGeom>
          <a:no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14" name="Google Shape;1614;p97"/>
          <p:cNvSpPr txBox="1"/>
          <p:nvPr/>
        </p:nvSpPr>
        <p:spPr>
          <a:xfrm>
            <a:off x="5710281" y="3365315"/>
            <a:ext cx="830700" cy="5745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a:t>in its place</a:t>
            </a:r>
            <a:endParaRPr/>
          </a:p>
        </p:txBody>
      </p:sp>
      <p:sp>
        <p:nvSpPr>
          <p:cNvPr id="1615" name="Google Shape;1615;p97"/>
          <p:cNvSpPr txBox="1"/>
          <p:nvPr/>
        </p:nvSpPr>
        <p:spPr>
          <a:xfrm>
            <a:off x="6860539" y="2988115"/>
            <a:ext cx="454800" cy="3849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a:t>x</a:t>
            </a:r>
            <a:endParaRPr/>
          </a:p>
        </p:txBody>
      </p:sp>
    </p:spTree>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Shape 1619"/>
        <p:cNvGrpSpPr/>
        <p:nvPr/>
      </p:nvGrpSpPr>
      <p:grpSpPr>
        <a:xfrm>
          <a:off x="0" y="0"/>
          <a:ext cx="0" cy="0"/>
          <a:chOff x="0" y="0"/>
          <a:chExt cx="0" cy="0"/>
        </a:xfrm>
      </p:grpSpPr>
      <p:sp>
        <p:nvSpPr>
          <p:cNvPr id="1620" name="Google Shape;1620;p98"/>
          <p:cNvSpPr txBox="1">
            <a:spLocks noGrp="1"/>
          </p:cNvSpPr>
          <p:nvPr>
            <p:ph type="body" idx="1"/>
          </p:nvPr>
        </p:nvSpPr>
        <p:spPr>
          <a:xfrm>
            <a:off x="107044" y="402200"/>
            <a:ext cx="8520600" cy="3416400"/>
          </a:xfrm>
          <a:prstGeom prst="rect">
            <a:avLst/>
          </a:prstGeom>
        </p:spPr>
        <p:txBody>
          <a:bodyPr spcFirstLastPara="1" wrap="square" lIns="91425" tIns="91425" rIns="91425" bIns="91425" anchor="t" anchorCtr="0">
            <a:noAutofit/>
          </a:bodyPr>
          <a:lstStyle/>
          <a:p>
            <a:pPr marL="0" lvl="0" indent="0" algn="l" rtl="0">
              <a:spcBef>
                <a:spcPts val="600"/>
              </a:spcBef>
              <a:spcAft>
                <a:spcPts val="0"/>
              </a:spcAft>
              <a:buNone/>
            </a:pPr>
            <a:r>
              <a:rPr lang="en"/>
              <a:t>Quick sorting N items: </a:t>
            </a:r>
            <a:endParaRPr/>
          </a:p>
          <a:p>
            <a:pPr marL="457200" lvl="0" indent="-342900" algn="l" rtl="0">
              <a:spcBef>
                <a:spcPts val="600"/>
              </a:spcBef>
              <a:spcAft>
                <a:spcPts val="0"/>
              </a:spcAft>
              <a:buSzPts val="1800"/>
              <a:buChar char="●"/>
            </a:pPr>
            <a:r>
              <a:rPr lang="en"/>
              <a:t>Partition on leftmost item (32) (done). </a:t>
            </a:r>
            <a:endParaRPr/>
          </a:p>
          <a:p>
            <a:pPr marL="457200" lvl="0" indent="-342900" algn="l" rtl="0">
              <a:spcBef>
                <a:spcPts val="600"/>
              </a:spcBef>
              <a:spcAft>
                <a:spcPts val="0"/>
              </a:spcAft>
              <a:buSzPts val="1800"/>
              <a:buChar char="●"/>
            </a:pPr>
            <a:r>
              <a:rPr lang="en"/>
              <a:t>Quicksort left half (details not shown).</a:t>
            </a:r>
            <a:endParaRPr/>
          </a:p>
          <a:p>
            <a:pPr marL="457200" lvl="0" indent="-342900" algn="l" rtl="0">
              <a:spcBef>
                <a:spcPts val="600"/>
              </a:spcBef>
              <a:spcAft>
                <a:spcPts val="0"/>
              </a:spcAft>
              <a:buSzPts val="1800"/>
              <a:buChar char="●"/>
            </a:pPr>
            <a:r>
              <a:rPr lang="en" b="1"/>
              <a:t>Quicksort right half (details not shown).</a:t>
            </a:r>
            <a:endParaRPr b="1"/>
          </a:p>
          <a:p>
            <a:pPr marL="0" lvl="0" indent="0" algn="l" rtl="0">
              <a:spcBef>
                <a:spcPts val="600"/>
              </a:spcBef>
              <a:spcAft>
                <a:spcPts val="0"/>
              </a:spcAft>
              <a:buNone/>
            </a:pPr>
            <a:endParaRPr sz="1600"/>
          </a:p>
          <a:p>
            <a:pPr marL="0" lvl="0" indent="0" algn="l" rtl="0">
              <a:spcBef>
                <a:spcPts val="600"/>
              </a:spcBef>
              <a:spcAft>
                <a:spcPts val="0"/>
              </a:spcAft>
              <a:buNone/>
            </a:pPr>
            <a:endParaRPr sz="1600"/>
          </a:p>
        </p:txBody>
      </p:sp>
      <p:sp>
        <p:nvSpPr>
          <p:cNvPr id="1621" name="Google Shape;1621;p98"/>
          <p:cNvSpPr txBox="1">
            <a:spLocks noGrp="1"/>
          </p:cNvSpPr>
          <p:nvPr>
            <p:ph type="title"/>
          </p:nvPr>
        </p:nvSpPr>
        <p:spPr>
          <a:xfrm>
            <a:off x="0" y="0"/>
            <a:ext cx="8520600" cy="3936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Quick Sort</a:t>
            </a:r>
            <a:endParaRPr/>
          </a:p>
        </p:txBody>
      </p:sp>
      <p:sp>
        <p:nvSpPr>
          <p:cNvPr id="1622" name="Google Shape;1622;p98"/>
          <p:cNvSpPr txBox="1"/>
          <p:nvPr/>
        </p:nvSpPr>
        <p:spPr>
          <a:xfrm>
            <a:off x="6721700" y="574525"/>
            <a:ext cx="1142400" cy="5262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a:t>partition(32)</a:t>
            </a:r>
            <a:endParaRPr/>
          </a:p>
        </p:txBody>
      </p:sp>
      <p:cxnSp>
        <p:nvCxnSpPr>
          <p:cNvPr id="1623" name="Google Shape;1623;p98"/>
          <p:cNvCxnSpPr/>
          <p:nvPr/>
        </p:nvCxnSpPr>
        <p:spPr>
          <a:xfrm flipH="1">
            <a:off x="7026450" y="934550"/>
            <a:ext cx="186900" cy="131400"/>
          </a:xfrm>
          <a:prstGeom prst="straightConnector1">
            <a:avLst/>
          </a:prstGeom>
          <a:noFill/>
          <a:ln w="9525" cap="flat" cmpd="sng">
            <a:solidFill>
              <a:schemeClr val="dk2"/>
            </a:solidFill>
            <a:prstDash val="solid"/>
            <a:round/>
            <a:headEnd type="none" w="med" len="med"/>
            <a:tailEnd type="none" w="med" len="med"/>
          </a:ln>
        </p:spPr>
      </p:cxnSp>
      <p:sp>
        <p:nvSpPr>
          <p:cNvPr id="1624" name="Google Shape;1624;p98"/>
          <p:cNvSpPr txBox="1"/>
          <p:nvPr/>
        </p:nvSpPr>
        <p:spPr>
          <a:xfrm>
            <a:off x="5946525" y="1003400"/>
            <a:ext cx="1262700" cy="5262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a:t>partition(15)</a:t>
            </a:r>
            <a:endParaRPr/>
          </a:p>
        </p:txBody>
      </p:sp>
      <p:sp>
        <p:nvSpPr>
          <p:cNvPr id="1625" name="Google Shape;1625;p98"/>
          <p:cNvSpPr txBox="1"/>
          <p:nvPr/>
        </p:nvSpPr>
        <p:spPr>
          <a:xfrm>
            <a:off x="5115879" y="1453400"/>
            <a:ext cx="1262700" cy="5262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a:t>partition(2)</a:t>
            </a:r>
            <a:endParaRPr/>
          </a:p>
        </p:txBody>
      </p:sp>
      <p:cxnSp>
        <p:nvCxnSpPr>
          <p:cNvPr id="1626" name="Google Shape;1626;p98"/>
          <p:cNvCxnSpPr/>
          <p:nvPr/>
        </p:nvCxnSpPr>
        <p:spPr>
          <a:xfrm flipH="1">
            <a:off x="6181276" y="1377905"/>
            <a:ext cx="186900" cy="131400"/>
          </a:xfrm>
          <a:prstGeom prst="straightConnector1">
            <a:avLst/>
          </a:prstGeom>
          <a:noFill/>
          <a:ln w="9525" cap="flat" cmpd="sng">
            <a:solidFill>
              <a:schemeClr val="dk2"/>
            </a:solidFill>
            <a:prstDash val="solid"/>
            <a:round/>
            <a:headEnd type="none" w="med" len="med"/>
            <a:tailEnd type="none" w="med" len="med"/>
          </a:ln>
        </p:spPr>
      </p:cxnSp>
      <p:sp>
        <p:nvSpPr>
          <p:cNvPr id="1627" name="Google Shape;1627;p98"/>
          <p:cNvSpPr txBox="1"/>
          <p:nvPr/>
        </p:nvSpPr>
        <p:spPr>
          <a:xfrm>
            <a:off x="6708525" y="1460600"/>
            <a:ext cx="1262700" cy="5262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a:t>partition(17)</a:t>
            </a:r>
            <a:endParaRPr/>
          </a:p>
        </p:txBody>
      </p:sp>
      <p:cxnSp>
        <p:nvCxnSpPr>
          <p:cNvPr id="1628" name="Google Shape;1628;p98"/>
          <p:cNvCxnSpPr/>
          <p:nvPr/>
        </p:nvCxnSpPr>
        <p:spPr>
          <a:xfrm>
            <a:off x="6737450" y="1379625"/>
            <a:ext cx="260400" cy="150300"/>
          </a:xfrm>
          <a:prstGeom prst="straightConnector1">
            <a:avLst/>
          </a:prstGeom>
          <a:noFill/>
          <a:ln w="9525" cap="flat" cmpd="sng">
            <a:solidFill>
              <a:schemeClr val="dk2"/>
            </a:solidFill>
            <a:prstDash val="solid"/>
            <a:round/>
            <a:headEnd type="none" w="med" len="med"/>
            <a:tailEnd type="none" w="med" len="med"/>
          </a:ln>
        </p:spPr>
      </p:cxnSp>
      <p:sp>
        <p:nvSpPr>
          <p:cNvPr id="1629" name="Google Shape;1629;p98"/>
          <p:cNvSpPr txBox="1"/>
          <p:nvPr/>
        </p:nvSpPr>
        <p:spPr>
          <a:xfrm>
            <a:off x="7165725" y="1841600"/>
            <a:ext cx="1262700" cy="5262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a:t>partition(19)</a:t>
            </a:r>
            <a:endParaRPr/>
          </a:p>
        </p:txBody>
      </p:sp>
      <p:cxnSp>
        <p:nvCxnSpPr>
          <p:cNvPr id="1630" name="Google Shape;1630;p98"/>
          <p:cNvCxnSpPr/>
          <p:nvPr/>
        </p:nvCxnSpPr>
        <p:spPr>
          <a:xfrm>
            <a:off x="7244061" y="1783247"/>
            <a:ext cx="260400" cy="150300"/>
          </a:xfrm>
          <a:prstGeom prst="straightConnector1">
            <a:avLst/>
          </a:prstGeom>
          <a:noFill/>
          <a:ln w="9525" cap="flat" cmpd="sng">
            <a:solidFill>
              <a:schemeClr val="dk2"/>
            </a:solidFill>
            <a:prstDash val="solid"/>
            <a:round/>
            <a:headEnd type="none" w="med" len="med"/>
            <a:tailEnd type="none" w="med" len="med"/>
          </a:ln>
        </p:spPr>
      </p:cxnSp>
      <p:sp>
        <p:nvSpPr>
          <p:cNvPr id="1631" name="Google Shape;1631;p98"/>
          <p:cNvSpPr txBox="1"/>
          <p:nvPr/>
        </p:nvSpPr>
        <p:spPr>
          <a:xfrm>
            <a:off x="6360108" y="2266571"/>
            <a:ext cx="1262700" cy="5262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a:t>partition(17)</a:t>
            </a:r>
            <a:endParaRPr/>
          </a:p>
        </p:txBody>
      </p:sp>
      <p:cxnSp>
        <p:nvCxnSpPr>
          <p:cNvPr id="1632" name="Google Shape;1632;p98"/>
          <p:cNvCxnSpPr/>
          <p:nvPr/>
        </p:nvCxnSpPr>
        <p:spPr>
          <a:xfrm flipH="1">
            <a:off x="7425505" y="2191076"/>
            <a:ext cx="186900" cy="131400"/>
          </a:xfrm>
          <a:prstGeom prst="straightConnector1">
            <a:avLst/>
          </a:prstGeom>
          <a:noFill/>
          <a:ln w="9525" cap="flat" cmpd="sng">
            <a:solidFill>
              <a:schemeClr val="dk2"/>
            </a:solidFill>
            <a:prstDash val="solid"/>
            <a:round/>
            <a:headEnd type="none" w="med" len="med"/>
            <a:tailEnd type="none" w="med" len="med"/>
          </a:ln>
        </p:spPr>
      </p:cxnSp>
      <p:cxnSp>
        <p:nvCxnSpPr>
          <p:cNvPr id="1633" name="Google Shape;1633;p98"/>
          <p:cNvCxnSpPr/>
          <p:nvPr/>
        </p:nvCxnSpPr>
        <p:spPr>
          <a:xfrm>
            <a:off x="6851659" y="2635074"/>
            <a:ext cx="260400" cy="150300"/>
          </a:xfrm>
          <a:prstGeom prst="straightConnector1">
            <a:avLst/>
          </a:prstGeom>
          <a:noFill/>
          <a:ln w="9525" cap="flat" cmpd="sng">
            <a:solidFill>
              <a:schemeClr val="dk2"/>
            </a:solidFill>
            <a:prstDash val="solid"/>
            <a:round/>
            <a:headEnd type="none" w="med" len="med"/>
            <a:tailEnd type="none" w="med" len="med"/>
          </a:ln>
        </p:spPr>
      </p:cxnSp>
      <p:sp>
        <p:nvSpPr>
          <p:cNvPr id="1634" name="Google Shape;1634;p98"/>
          <p:cNvSpPr txBox="1"/>
          <p:nvPr/>
        </p:nvSpPr>
        <p:spPr>
          <a:xfrm>
            <a:off x="6860925" y="2744598"/>
            <a:ext cx="1262700" cy="5262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a:t>partition(17)</a:t>
            </a:r>
            <a:endParaRPr/>
          </a:p>
        </p:txBody>
      </p:sp>
      <p:cxnSp>
        <p:nvCxnSpPr>
          <p:cNvPr id="1635" name="Google Shape;1635;p98"/>
          <p:cNvCxnSpPr/>
          <p:nvPr/>
        </p:nvCxnSpPr>
        <p:spPr>
          <a:xfrm>
            <a:off x="7825294" y="2189276"/>
            <a:ext cx="260400" cy="150300"/>
          </a:xfrm>
          <a:prstGeom prst="straightConnector1">
            <a:avLst/>
          </a:prstGeom>
          <a:noFill/>
          <a:ln w="9525" cap="flat" cmpd="sng">
            <a:solidFill>
              <a:schemeClr val="dk2"/>
            </a:solidFill>
            <a:prstDash val="solid"/>
            <a:round/>
            <a:headEnd type="none" w="med" len="med"/>
            <a:tailEnd type="none" w="med" len="med"/>
          </a:ln>
        </p:spPr>
      </p:cxnSp>
      <p:sp>
        <p:nvSpPr>
          <p:cNvPr id="1636" name="Google Shape;1636;p98"/>
          <p:cNvSpPr txBox="1"/>
          <p:nvPr/>
        </p:nvSpPr>
        <p:spPr>
          <a:xfrm>
            <a:off x="7826556" y="2253646"/>
            <a:ext cx="1262700" cy="5262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a:t>partition(26)</a:t>
            </a:r>
            <a:endParaRPr/>
          </a:p>
        </p:txBody>
      </p:sp>
      <p:sp>
        <p:nvSpPr>
          <p:cNvPr id="1637" name="Google Shape;1637;p98"/>
          <p:cNvSpPr txBox="1"/>
          <p:nvPr/>
        </p:nvSpPr>
        <p:spPr>
          <a:xfrm>
            <a:off x="5096125" y="1721325"/>
            <a:ext cx="454800" cy="3849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a:t>x</a:t>
            </a:r>
            <a:endParaRPr/>
          </a:p>
        </p:txBody>
      </p:sp>
      <p:sp>
        <p:nvSpPr>
          <p:cNvPr id="1638" name="Google Shape;1638;p98"/>
          <p:cNvSpPr txBox="1"/>
          <p:nvPr/>
        </p:nvSpPr>
        <p:spPr>
          <a:xfrm>
            <a:off x="5858125" y="1721325"/>
            <a:ext cx="454800" cy="3849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a:t>x</a:t>
            </a:r>
            <a:endParaRPr/>
          </a:p>
        </p:txBody>
      </p:sp>
      <p:sp>
        <p:nvSpPr>
          <p:cNvPr id="1639" name="Google Shape;1639;p98"/>
          <p:cNvSpPr txBox="1"/>
          <p:nvPr/>
        </p:nvSpPr>
        <p:spPr>
          <a:xfrm>
            <a:off x="6747975" y="1721325"/>
            <a:ext cx="454800" cy="3849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a:t>x</a:t>
            </a:r>
            <a:endParaRPr/>
          </a:p>
        </p:txBody>
      </p:sp>
      <p:sp>
        <p:nvSpPr>
          <p:cNvPr id="1640" name="Google Shape;1640;p98"/>
          <p:cNvSpPr txBox="1"/>
          <p:nvPr/>
        </p:nvSpPr>
        <p:spPr>
          <a:xfrm>
            <a:off x="6419848" y="2529978"/>
            <a:ext cx="454800" cy="3849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a:t>x</a:t>
            </a:r>
            <a:endParaRPr/>
          </a:p>
        </p:txBody>
      </p:sp>
      <p:sp>
        <p:nvSpPr>
          <p:cNvPr id="1641" name="Google Shape;1641;p98"/>
          <p:cNvSpPr txBox="1"/>
          <p:nvPr/>
        </p:nvSpPr>
        <p:spPr>
          <a:xfrm>
            <a:off x="7695293" y="2992900"/>
            <a:ext cx="454800" cy="3849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a:t>x</a:t>
            </a:r>
            <a:endParaRPr/>
          </a:p>
        </p:txBody>
      </p:sp>
      <p:sp>
        <p:nvSpPr>
          <p:cNvPr id="1642" name="Google Shape;1642;p98"/>
          <p:cNvSpPr txBox="1"/>
          <p:nvPr/>
        </p:nvSpPr>
        <p:spPr>
          <a:xfrm>
            <a:off x="7882683" y="2512373"/>
            <a:ext cx="454800" cy="3849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a:t>x</a:t>
            </a:r>
            <a:endParaRPr/>
          </a:p>
        </p:txBody>
      </p:sp>
      <p:sp>
        <p:nvSpPr>
          <p:cNvPr id="1643" name="Google Shape;1643;p98"/>
          <p:cNvSpPr txBox="1"/>
          <p:nvPr/>
        </p:nvSpPr>
        <p:spPr>
          <a:xfrm>
            <a:off x="8644683" y="2512373"/>
            <a:ext cx="454800" cy="3849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a:t>x</a:t>
            </a:r>
            <a:endParaRPr/>
          </a:p>
        </p:txBody>
      </p:sp>
      <p:sp>
        <p:nvSpPr>
          <p:cNvPr id="1644" name="Google Shape;1644;p98"/>
          <p:cNvSpPr/>
          <p:nvPr/>
        </p:nvSpPr>
        <p:spPr>
          <a:xfrm>
            <a:off x="2834175" y="4264475"/>
            <a:ext cx="495300" cy="495300"/>
          </a:xfrm>
          <a:prstGeom prst="rect">
            <a:avLst/>
          </a:prstGeom>
          <a:solidFill>
            <a:srgbClr val="000000"/>
          </a:solid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800">
                <a:solidFill>
                  <a:srgbClr val="FFFFFF"/>
                </a:solidFill>
                <a:latin typeface="Calibri"/>
                <a:ea typeface="Calibri"/>
                <a:cs typeface="Calibri"/>
                <a:sym typeface="Calibri"/>
              </a:rPr>
              <a:t>2</a:t>
            </a:r>
            <a:endParaRPr sz="1800">
              <a:solidFill>
                <a:srgbClr val="FFFFFF"/>
              </a:solidFill>
              <a:latin typeface="Calibri"/>
              <a:ea typeface="Calibri"/>
              <a:cs typeface="Calibri"/>
              <a:sym typeface="Calibri"/>
            </a:endParaRPr>
          </a:p>
        </p:txBody>
      </p:sp>
      <p:sp>
        <p:nvSpPr>
          <p:cNvPr id="1645" name="Google Shape;1645;p98"/>
          <p:cNvSpPr/>
          <p:nvPr/>
        </p:nvSpPr>
        <p:spPr>
          <a:xfrm>
            <a:off x="3319364" y="4264475"/>
            <a:ext cx="495300" cy="495300"/>
          </a:xfrm>
          <a:prstGeom prst="rect">
            <a:avLst/>
          </a:prstGeom>
          <a:solidFill>
            <a:srgbClr val="000000"/>
          </a:solid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800">
                <a:solidFill>
                  <a:srgbClr val="FFFFFF"/>
                </a:solidFill>
                <a:latin typeface="Calibri"/>
                <a:ea typeface="Calibri"/>
                <a:cs typeface="Calibri"/>
                <a:sym typeface="Calibri"/>
              </a:rPr>
              <a:t>15</a:t>
            </a:r>
            <a:endParaRPr sz="1800">
              <a:solidFill>
                <a:srgbClr val="FFFFFF"/>
              </a:solidFill>
              <a:latin typeface="Calibri"/>
              <a:ea typeface="Calibri"/>
              <a:cs typeface="Calibri"/>
              <a:sym typeface="Calibri"/>
            </a:endParaRPr>
          </a:p>
        </p:txBody>
      </p:sp>
      <p:sp>
        <p:nvSpPr>
          <p:cNvPr id="1646" name="Google Shape;1646;p98"/>
          <p:cNvSpPr/>
          <p:nvPr/>
        </p:nvSpPr>
        <p:spPr>
          <a:xfrm>
            <a:off x="3808705" y="4264475"/>
            <a:ext cx="495300" cy="495300"/>
          </a:xfrm>
          <a:prstGeom prst="rect">
            <a:avLst/>
          </a:prstGeom>
          <a:solidFill>
            <a:srgbClr val="000000"/>
          </a:solid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800">
                <a:solidFill>
                  <a:srgbClr val="FFFFFF"/>
                </a:solidFill>
                <a:latin typeface="Calibri"/>
                <a:ea typeface="Calibri"/>
                <a:cs typeface="Calibri"/>
                <a:sym typeface="Calibri"/>
              </a:rPr>
              <a:t>17</a:t>
            </a:r>
            <a:endParaRPr sz="1800">
              <a:solidFill>
                <a:srgbClr val="FFFFFF"/>
              </a:solidFill>
              <a:latin typeface="Calibri"/>
              <a:ea typeface="Calibri"/>
              <a:cs typeface="Calibri"/>
              <a:sym typeface="Calibri"/>
            </a:endParaRPr>
          </a:p>
        </p:txBody>
      </p:sp>
      <p:sp>
        <p:nvSpPr>
          <p:cNvPr id="1647" name="Google Shape;1647;p98"/>
          <p:cNvSpPr/>
          <p:nvPr/>
        </p:nvSpPr>
        <p:spPr>
          <a:xfrm>
            <a:off x="4293894" y="4264475"/>
            <a:ext cx="495300" cy="495300"/>
          </a:xfrm>
          <a:prstGeom prst="rect">
            <a:avLst/>
          </a:prstGeom>
          <a:solidFill>
            <a:srgbClr val="000000"/>
          </a:solid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800">
                <a:solidFill>
                  <a:srgbClr val="FFFFFF"/>
                </a:solidFill>
                <a:latin typeface="Calibri"/>
                <a:ea typeface="Calibri"/>
                <a:cs typeface="Calibri"/>
                <a:sym typeface="Calibri"/>
              </a:rPr>
              <a:t>17</a:t>
            </a:r>
            <a:endParaRPr sz="1800">
              <a:solidFill>
                <a:srgbClr val="FFFFFF"/>
              </a:solidFill>
              <a:latin typeface="Calibri"/>
              <a:ea typeface="Calibri"/>
              <a:cs typeface="Calibri"/>
              <a:sym typeface="Calibri"/>
            </a:endParaRPr>
          </a:p>
        </p:txBody>
      </p:sp>
      <p:sp>
        <p:nvSpPr>
          <p:cNvPr id="1648" name="Google Shape;1648;p98"/>
          <p:cNvSpPr/>
          <p:nvPr/>
        </p:nvSpPr>
        <p:spPr>
          <a:xfrm>
            <a:off x="4778636" y="4264475"/>
            <a:ext cx="495300" cy="495300"/>
          </a:xfrm>
          <a:prstGeom prst="rect">
            <a:avLst/>
          </a:prstGeom>
          <a:solidFill>
            <a:srgbClr val="000000"/>
          </a:solid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800">
                <a:solidFill>
                  <a:srgbClr val="FFFFFF"/>
                </a:solidFill>
                <a:latin typeface="Calibri"/>
                <a:ea typeface="Calibri"/>
                <a:cs typeface="Calibri"/>
                <a:sym typeface="Calibri"/>
              </a:rPr>
              <a:t>17</a:t>
            </a:r>
            <a:endParaRPr sz="1800">
              <a:solidFill>
                <a:srgbClr val="FFFFFF"/>
              </a:solidFill>
              <a:latin typeface="Calibri"/>
              <a:ea typeface="Calibri"/>
              <a:cs typeface="Calibri"/>
              <a:sym typeface="Calibri"/>
            </a:endParaRPr>
          </a:p>
        </p:txBody>
      </p:sp>
      <p:sp>
        <p:nvSpPr>
          <p:cNvPr id="1649" name="Google Shape;1649;p98"/>
          <p:cNvSpPr/>
          <p:nvPr/>
        </p:nvSpPr>
        <p:spPr>
          <a:xfrm>
            <a:off x="5263825" y="4264475"/>
            <a:ext cx="495300" cy="495300"/>
          </a:xfrm>
          <a:prstGeom prst="rect">
            <a:avLst/>
          </a:prstGeom>
          <a:solidFill>
            <a:srgbClr val="000000"/>
          </a:solid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800">
                <a:solidFill>
                  <a:srgbClr val="FFFFFF"/>
                </a:solidFill>
                <a:latin typeface="Calibri"/>
                <a:ea typeface="Calibri"/>
                <a:cs typeface="Calibri"/>
                <a:sym typeface="Calibri"/>
              </a:rPr>
              <a:t>19</a:t>
            </a:r>
            <a:endParaRPr sz="1800">
              <a:solidFill>
                <a:srgbClr val="FFFFFF"/>
              </a:solidFill>
              <a:latin typeface="Calibri"/>
              <a:ea typeface="Calibri"/>
              <a:cs typeface="Calibri"/>
              <a:sym typeface="Calibri"/>
            </a:endParaRPr>
          </a:p>
        </p:txBody>
      </p:sp>
      <p:sp>
        <p:nvSpPr>
          <p:cNvPr id="1650" name="Google Shape;1650;p98"/>
          <p:cNvSpPr/>
          <p:nvPr/>
        </p:nvSpPr>
        <p:spPr>
          <a:xfrm>
            <a:off x="5753166" y="4264475"/>
            <a:ext cx="495300" cy="495300"/>
          </a:xfrm>
          <a:prstGeom prst="rect">
            <a:avLst/>
          </a:prstGeom>
          <a:solidFill>
            <a:srgbClr val="000000"/>
          </a:solid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800">
                <a:solidFill>
                  <a:srgbClr val="FFFFFF"/>
                </a:solidFill>
                <a:latin typeface="Calibri"/>
                <a:ea typeface="Calibri"/>
                <a:cs typeface="Calibri"/>
                <a:sym typeface="Calibri"/>
              </a:rPr>
              <a:t>26</a:t>
            </a:r>
            <a:endParaRPr sz="1800">
              <a:solidFill>
                <a:srgbClr val="FFFFFF"/>
              </a:solidFill>
              <a:latin typeface="Calibri"/>
              <a:ea typeface="Calibri"/>
              <a:cs typeface="Calibri"/>
              <a:sym typeface="Calibri"/>
            </a:endParaRPr>
          </a:p>
        </p:txBody>
      </p:sp>
      <p:sp>
        <p:nvSpPr>
          <p:cNvPr id="1651" name="Google Shape;1651;p98"/>
          <p:cNvSpPr/>
          <p:nvPr/>
        </p:nvSpPr>
        <p:spPr>
          <a:xfrm>
            <a:off x="6238355" y="4264475"/>
            <a:ext cx="495300" cy="495300"/>
          </a:xfrm>
          <a:prstGeom prst="rect">
            <a:avLst/>
          </a:prstGeom>
          <a:solidFill>
            <a:srgbClr val="000000"/>
          </a:solid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800">
                <a:solidFill>
                  <a:srgbClr val="FFFFFF"/>
                </a:solidFill>
                <a:latin typeface="Calibri"/>
                <a:ea typeface="Calibri"/>
                <a:cs typeface="Calibri"/>
                <a:sym typeface="Calibri"/>
              </a:rPr>
              <a:t>32</a:t>
            </a:r>
            <a:endParaRPr sz="1800">
              <a:solidFill>
                <a:srgbClr val="FFFFFF"/>
              </a:solidFill>
              <a:latin typeface="Calibri"/>
              <a:ea typeface="Calibri"/>
              <a:cs typeface="Calibri"/>
              <a:sym typeface="Calibri"/>
            </a:endParaRPr>
          </a:p>
        </p:txBody>
      </p:sp>
      <p:sp>
        <p:nvSpPr>
          <p:cNvPr id="1652" name="Google Shape;1652;p98"/>
          <p:cNvSpPr/>
          <p:nvPr/>
        </p:nvSpPr>
        <p:spPr>
          <a:xfrm>
            <a:off x="6727730" y="4264475"/>
            <a:ext cx="495300" cy="495300"/>
          </a:xfrm>
          <a:prstGeom prst="rect">
            <a:avLst/>
          </a:prstGeom>
          <a:solidFill>
            <a:srgbClr val="000000"/>
          </a:solid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800">
                <a:solidFill>
                  <a:srgbClr val="FFFFFF"/>
                </a:solidFill>
                <a:latin typeface="Calibri"/>
                <a:ea typeface="Calibri"/>
                <a:cs typeface="Calibri"/>
                <a:sym typeface="Calibri"/>
              </a:rPr>
              <a:t>41</a:t>
            </a:r>
            <a:endParaRPr sz="1800">
              <a:solidFill>
                <a:srgbClr val="FFFFFF"/>
              </a:solidFill>
              <a:latin typeface="Calibri"/>
              <a:ea typeface="Calibri"/>
              <a:cs typeface="Calibri"/>
              <a:sym typeface="Calibri"/>
            </a:endParaRPr>
          </a:p>
        </p:txBody>
      </p:sp>
      <p:sp>
        <p:nvSpPr>
          <p:cNvPr id="1653" name="Google Shape;1653;p98"/>
          <p:cNvSpPr txBox="1"/>
          <p:nvPr/>
        </p:nvSpPr>
        <p:spPr>
          <a:xfrm>
            <a:off x="1300800" y="4244250"/>
            <a:ext cx="948300" cy="4953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2000">
                <a:latin typeface="Calibri"/>
                <a:ea typeface="Calibri"/>
                <a:cs typeface="Calibri"/>
                <a:sym typeface="Calibri"/>
              </a:rPr>
              <a:t>Input:</a:t>
            </a:r>
            <a:endParaRPr sz="2000">
              <a:latin typeface="Calibri"/>
              <a:ea typeface="Calibri"/>
              <a:cs typeface="Calibri"/>
              <a:sym typeface="Calibri"/>
            </a:endParaRPr>
          </a:p>
        </p:txBody>
      </p:sp>
      <p:sp>
        <p:nvSpPr>
          <p:cNvPr id="1654" name="Google Shape;1654;p98"/>
          <p:cNvSpPr/>
          <p:nvPr/>
        </p:nvSpPr>
        <p:spPr>
          <a:xfrm rot="-5400000">
            <a:off x="3445914" y="3847148"/>
            <a:ext cx="260700" cy="471900"/>
          </a:xfrm>
          <a:prstGeom prst="rightBrace">
            <a:avLst>
              <a:gd name="adj1" fmla="val 8333"/>
              <a:gd name="adj2" fmla="val 50000"/>
            </a:avLst>
          </a:prstGeom>
          <a:no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55" name="Google Shape;1655;p98"/>
          <p:cNvSpPr txBox="1"/>
          <p:nvPr/>
        </p:nvSpPr>
        <p:spPr>
          <a:xfrm>
            <a:off x="3271727" y="3365315"/>
            <a:ext cx="830700" cy="5745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a:t>in its place</a:t>
            </a:r>
            <a:endParaRPr/>
          </a:p>
        </p:txBody>
      </p:sp>
      <p:sp>
        <p:nvSpPr>
          <p:cNvPr id="1656" name="Google Shape;1656;p98"/>
          <p:cNvSpPr/>
          <p:nvPr/>
        </p:nvSpPr>
        <p:spPr>
          <a:xfrm rot="-5400000">
            <a:off x="2940204" y="3847148"/>
            <a:ext cx="260700" cy="471900"/>
          </a:xfrm>
          <a:prstGeom prst="rightBrace">
            <a:avLst>
              <a:gd name="adj1" fmla="val 8333"/>
              <a:gd name="adj2" fmla="val 50000"/>
            </a:avLst>
          </a:prstGeom>
          <a:no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57" name="Google Shape;1657;p98"/>
          <p:cNvSpPr txBox="1"/>
          <p:nvPr/>
        </p:nvSpPr>
        <p:spPr>
          <a:xfrm>
            <a:off x="2766018" y="3365315"/>
            <a:ext cx="830700" cy="5745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a:t>in its place</a:t>
            </a:r>
            <a:endParaRPr/>
          </a:p>
        </p:txBody>
      </p:sp>
      <p:sp>
        <p:nvSpPr>
          <p:cNvPr id="1658" name="Google Shape;1658;p98"/>
          <p:cNvSpPr/>
          <p:nvPr/>
        </p:nvSpPr>
        <p:spPr>
          <a:xfrm rot="-5400000">
            <a:off x="3928350" y="3863500"/>
            <a:ext cx="260700" cy="439200"/>
          </a:xfrm>
          <a:prstGeom prst="rightBrace">
            <a:avLst>
              <a:gd name="adj1" fmla="val 8333"/>
              <a:gd name="adj2" fmla="val 50000"/>
            </a:avLst>
          </a:prstGeom>
          <a:no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59" name="Google Shape;1659;p98"/>
          <p:cNvSpPr txBox="1"/>
          <p:nvPr/>
        </p:nvSpPr>
        <p:spPr>
          <a:xfrm>
            <a:off x="3770514" y="3365315"/>
            <a:ext cx="830700" cy="5745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a:t>in its place</a:t>
            </a:r>
            <a:endParaRPr/>
          </a:p>
        </p:txBody>
      </p:sp>
      <p:sp>
        <p:nvSpPr>
          <p:cNvPr id="1660" name="Google Shape;1660;p98"/>
          <p:cNvSpPr/>
          <p:nvPr/>
        </p:nvSpPr>
        <p:spPr>
          <a:xfrm rot="-5400000">
            <a:off x="5383175" y="3863500"/>
            <a:ext cx="260700" cy="439200"/>
          </a:xfrm>
          <a:prstGeom prst="rightBrace">
            <a:avLst>
              <a:gd name="adj1" fmla="val 8333"/>
              <a:gd name="adj2" fmla="val 50000"/>
            </a:avLst>
          </a:prstGeom>
          <a:no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61" name="Google Shape;1661;p98"/>
          <p:cNvSpPr txBox="1"/>
          <p:nvPr/>
        </p:nvSpPr>
        <p:spPr>
          <a:xfrm>
            <a:off x="5225340" y="3365315"/>
            <a:ext cx="830700" cy="5745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a:t>in its place</a:t>
            </a:r>
            <a:endParaRPr/>
          </a:p>
        </p:txBody>
      </p:sp>
      <p:sp>
        <p:nvSpPr>
          <p:cNvPr id="1662" name="Google Shape;1662;p98"/>
          <p:cNvSpPr/>
          <p:nvPr/>
        </p:nvSpPr>
        <p:spPr>
          <a:xfrm rot="-5400000">
            <a:off x="6338712" y="3863500"/>
            <a:ext cx="260700" cy="439200"/>
          </a:xfrm>
          <a:prstGeom prst="rightBrace">
            <a:avLst>
              <a:gd name="adj1" fmla="val 8333"/>
              <a:gd name="adj2" fmla="val 50000"/>
            </a:avLst>
          </a:prstGeom>
          <a:no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63" name="Google Shape;1663;p98"/>
          <p:cNvSpPr txBox="1"/>
          <p:nvPr/>
        </p:nvSpPr>
        <p:spPr>
          <a:xfrm>
            <a:off x="6180876" y="3365315"/>
            <a:ext cx="830700" cy="5745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a:t>in its place</a:t>
            </a:r>
            <a:endParaRPr/>
          </a:p>
        </p:txBody>
      </p:sp>
      <p:sp>
        <p:nvSpPr>
          <p:cNvPr id="1664" name="Google Shape;1664;p98"/>
          <p:cNvSpPr/>
          <p:nvPr/>
        </p:nvSpPr>
        <p:spPr>
          <a:xfrm rot="-5400000">
            <a:off x="4399395" y="3863500"/>
            <a:ext cx="260700" cy="439200"/>
          </a:xfrm>
          <a:prstGeom prst="rightBrace">
            <a:avLst>
              <a:gd name="adj1" fmla="val 8333"/>
              <a:gd name="adj2" fmla="val 50000"/>
            </a:avLst>
          </a:prstGeom>
          <a:no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65" name="Google Shape;1665;p98"/>
          <p:cNvSpPr txBox="1"/>
          <p:nvPr/>
        </p:nvSpPr>
        <p:spPr>
          <a:xfrm>
            <a:off x="4241560" y="3365315"/>
            <a:ext cx="830700" cy="5745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a:t>in its place</a:t>
            </a:r>
            <a:endParaRPr/>
          </a:p>
        </p:txBody>
      </p:sp>
      <p:sp>
        <p:nvSpPr>
          <p:cNvPr id="1666" name="Google Shape;1666;p98"/>
          <p:cNvSpPr/>
          <p:nvPr/>
        </p:nvSpPr>
        <p:spPr>
          <a:xfrm rot="-5400000">
            <a:off x="4884337" y="3863500"/>
            <a:ext cx="260700" cy="439200"/>
          </a:xfrm>
          <a:prstGeom prst="rightBrace">
            <a:avLst>
              <a:gd name="adj1" fmla="val 8333"/>
              <a:gd name="adj2" fmla="val 50000"/>
            </a:avLst>
          </a:prstGeom>
          <a:no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67" name="Google Shape;1667;p98"/>
          <p:cNvSpPr txBox="1"/>
          <p:nvPr/>
        </p:nvSpPr>
        <p:spPr>
          <a:xfrm>
            <a:off x="4726501" y="3365315"/>
            <a:ext cx="830700" cy="5745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a:t>in its place</a:t>
            </a:r>
            <a:endParaRPr/>
          </a:p>
        </p:txBody>
      </p:sp>
      <p:sp>
        <p:nvSpPr>
          <p:cNvPr id="1668" name="Google Shape;1668;p98"/>
          <p:cNvSpPr/>
          <p:nvPr/>
        </p:nvSpPr>
        <p:spPr>
          <a:xfrm rot="-5400000">
            <a:off x="5868117" y="3863500"/>
            <a:ext cx="260700" cy="439200"/>
          </a:xfrm>
          <a:prstGeom prst="rightBrace">
            <a:avLst>
              <a:gd name="adj1" fmla="val 8333"/>
              <a:gd name="adj2" fmla="val 50000"/>
            </a:avLst>
          </a:prstGeom>
          <a:no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69" name="Google Shape;1669;p98"/>
          <p:cNvSpPr txBox="1"/>
          <p:nvPr/>
        </p:nvSpPr>
        <p:spPr>
          <a:xfrm>
            <a:off x="5710281" y="3365315"/>
            <a:ext cx="830700" cy="5745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a:t>in its place</a:t>
            </a:r>
            <a:endParaRPr/>
          </a:p>
        </p:txBody>
      </p:sp>
      <p:sp>
        <p:nvSpPr>
          <p:cNvPr id="1670" name="Google Shape;1670;p98"/>
          <p:cNvSpPr/>
          <p:nvPr/>
        </p:nvSpPr>
        <p:spPr>
          <a:xfrm rot="-5400000">
            <a:off x="6831928" y="3863500"/>
            <a:ext cx="260700" cy="439200"/>
          </a:xfrm>
          <a:prstGeom prst="rightBrace">
            <a:avLst>
              <a:gd name="adj1" fmla="val 8333"/>
              <a:gd name="adj2" fmla="val 50000"/>
            </a:avLst>
          </a:prstGeom>
          <a:no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71" name="Google Shape;1671;p98"/>
          <p:cNvSpPr txBox="1"/>
          <p:nvPr/>
        </p:nvSpPr>
        <p:spPr>
          <a:xfrm>
            <a:off x="6674092" y="3365315"/>
            <a:ext cx="830700" cy="5745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a:t>in its place</a:t>
            </a:r>
            <a:endParaRPr/>
          </a:p>
        </p:txBody>
      </p:sp>
      <p:sp>
        <p:nvSpPr>
          <p:cNvPr id="1672" name="Google Shape;1672;p98"/>
          <p:cNvSpPr txBox="1"/>
          <p:nvPr/>
        </p:nvSpPr>
        <p:spPr>
          <a:xfrm>
            <a:off x="357275" y="2253650"/>
            <a:ext cx="1925400" cy="10353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a:latin typeface="Roboto"/>
                <a:ea typeface="Roboto"/>
                <a:cs typeface="Roboto"/>
                <a:sym typeface="Roboto"/>
              </a:rPr>
              <a:t>If you don't fully trust the recursion, see </a:t>
            </a:r>
            <a:r>
              <a:rPr lang="en" u="sng">
                <a:solidFill>
                  <a:schemeClr val="hlink"/>
                </a:solidFill>
                <a:latin typeface="Roboto"/>
                <a:ea typeface="Roboto"/>
                <a:cs typeface="Roboto"/>
                <a:sym typeface="Roboto"/>
                <a:hlinkClick r:id="rId3"/>
              </a:rPr>
              <a:t>these extra slides</a:t>
            </a:r>
            <a:r>
              <a:rPr lang="en">
                <a:latin typeface="Roboto"/>
                <a:ea typeface="Roboto"/>
                <a:cs typeface="Roboto"/>
                <a:sym typeface="Roboto"/>
              </a:rPr>
              <a:t> for a complete demo. </a:t>
            </a:r>
            <a:endParaRPr>
              <a:latin typeface="Roboto"/>
              <a:ea typeface="Roboto"/>
              <a:cs typeface="Roboto"/>
              <a:sym typeface="Roboto"/>
            </a:endParaRPr>
          </a:p>
        </p:txBody>
      </p:sp>
      <p:sp>
        <p:nvSpPr>
          <p:cNvPr id="1673" name="Google Shape;1673;p98"/>
          <p:cNvSpPr txBox="1"/>
          <p:nvPr/>
        </p:nvSpPr>
        <p:spPr>
          <a:xfrm>
            <a:off x="6860539" y="2988115"/>
            <a:ext cx="454800" cy="3849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a:t>x</a:t>
            </a:r>
            <a:endParaRPr/>
          </a:p>
        </p:txBody>
      </p:sp>
    </p:spTree>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Shape 1677"/>
        <p:cNvGrpSpPr/>
        <p:nvPr/>
      </p:nvGrpSpPr>
      <p:grpSpPr>
        <a:xfrm>
          <a:off x="0" y="0"/>
          <a:ext cx="0" cy="0"/>
          <a:chOff x="0" y="0"/>
          <a:chExt cx="0" cy="0"/>
        </a:xfrm>
      </p:grpSpPr>
      <p:sp>
        <p:nvSpPr>
          <p:cNvPr id="1678" name="Google Shape;1678;p99"/>
          <p:cNvSpPr txBox="1">
            <a:spLocks noGrp="1"/>
          </p:cNvSpPr>
          <p:nvPr>
            <p:ph type="title"/>
          </p:nvPr>
        </p:nvSpPr>
        <p:spPr>
          <a:xfrm>
            <a:off x="0" y="0"/>
            <a:ext cx="8520600" cy="3936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Partition Sort, a.k.a. Quicksort</a:t>
            </a:r>
            <a:endParaRPr/>
          </a:p>
        </p:txBody>
      </p:sp>
      <p:sp>
        <p:nvSpPr>
          <p:cNvPr id="1679" name="Google Shape;1679;p99"/>
          <p:cNvSpPr/>
          <p:nvPr/>
        </p:nvSpPr>
        <p:spPr>
          <a:xfrm>
            <a:off x="2377588" y="2121625"/>
            <a:ext cx="495300" cy="495300"/>
          </a:xfrm>
          <a:prstGeom prst="rect">
            <a:avLst/>
          </a:prstGeom>
          <a:solidFill>
            <a:srgbClr val="B1DD8B"/>
          </a:solidFill>
          <a:ln w="19050" cap="flat" cmpd="sng">
            <a:solidFill>
              <a:srgbClr val="666666"/>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800">
                <a:latin typeface="Calibri"/>
                <a:ea typeface="Calibri"/>
                <a:cs typeface="Calibri"/>
                <a:sym typeface="Calibri"/>
              </a:rPr>
              <a:t>32</a:t>
            </a:r>
            <a:endParaRPr sz="1800">
              <a:latin typeface="Calibri"/>
              <a:ea typeface="Calibri"/>
              <a:cs typeface="Calibri"/>
              <a:sym typeface="Calibri"/>
            </a:endParaRPr>
          </a:p>
        </p:txBody>
      </p:sp>
      <p:sp>
        <p:nvSpPr>
          <p:cNvPr id="1680" name="Google Shape;1680;p99"/>
          <p:cNvSpPr/>
          <p:nvPr/>
        </p:nvSpPr>
        <p:spPr>
          <a:xfrm>
            <a:off x="2862777" y="2121625"/>
            <a:ext cx="495300" cy="495300"/>
          </a:xfrm>
          <a:prstGeom prst="rect">
            <a:avLst/>
          </a:prstGeom>
          <a:solidFill>
            <a:srgbClr val="B1DD8B"/>
          </a:solidFill>
          <a:ln w="19050" cap="flat" cmpd="sng">
            <a:solidFill>
              <a:srgbClr val="666666"/>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800">
                <a:latin typeface="Calibri"/>
                <a:ea typeface="Calibri"/>
                <a:cs typeface="Calibri"/>
                <a:sym typeface="Calibri"/>
              </a:rPr>
              <a:t>15</a:t>
            </a:r>
            <a:endParaRPr sz="1800">
              <a:latin typeface="Calibri"/>
              <a:ea typeface="Calibri"/>
              <a:cs typeface="Calibri"/>
              <a:sym typeface="Calibri"/>
            </a:endParaRPr>
          </a:p>
        </p:txBody>
      </p:sp>
      <p:sp>
        <p:nvSpPr>
          <p:cNvPr id="1681" name="Google Shape;1681;p99"/>
          <p:cNvSpPr/>
          <p:nvPr/>
        </p:nvSpPr>
        <p:spPr>
          <a:xfrm>
            <a:off x="3352117" y="2121625"/>
            <a:ext cx="495300" cy="495300"/>
          </a:xfrm>
          <a:prstGeom prst="rect">
            <a:avLst/>
          </a:prstGeom>
          <a:solidFill>
            <a:srgbClr val="B1DD8B"/>
          </a:solidFill>
          <a:ln w="19050" cap="flat" cmpd="sng">
            <a:solidFill>
              <a:srgbClr val="666666"/>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800">
                <a:latin typeface="Calibri"/>
                <a:ea typeface="Calibri"/>
                <a:cs typeface="Calibri"/>
                <a:sym typeface="Calibri"/>
              </a:rPr>
              <a:t>2</a:t>
            </a:r>
            <a:endParaRPr sz="1800">
              <a:latin typeface="Calibri"/>
              <a:ea typeface="Calibri"/>
              <a:cs typeface="Calibri"/>
              <a:sym typeface="Calibri"/>
            </a:endParaRPr>
          </a:p>
        </p:txBody>
      </p:sp>
      <p:sp>
        <p:nvSpPr>
          <p:cNvPr id="1682" name="Google Shape;1682;p99"/>
          <p:cNvSpPr/>
          <p:nvPr/>
        </p:nvSpPr>
        <p:spPr>
          <a:xfrm>
            <a:off x="3837306" y="2121625"/>
            <a:ext cx="495300" cy="495300"/>
          </a:xfrm>
          <a:prstGeom prst="rect">
            <a:avLst/>
          </a:prstGeom>
          <a:solidFill>
            <a:srgbClr val="B1DD8B"/>
          </a:solidFill>
          <a:ln w="19050" cap="flat" cmpd="sng">
            <a:solidFill>
              <a:srgbClr val="666666"/>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800">
                <a:latin typeface="Calibri"/>
                <a:ea typeface="Calibri"/>
                <a:cs typeface="Calibri"/>
                <a:sym typeface="Calibri"/>
              </a:rPr>
              <a:t>17</a:t>
            </a:r>
            <a:endParaRPr sz="1800">
              <a:latin typeface="Calibri"/>
              <a:ea typeface="Calibri"/>
              <a:cs typeface="Calibri"/>
              <a:sym typeface="Calibri"/>
            </a:endParaRPr>
          </a:p>
        </p:txBody>
      </p:sp>
      <p:sp>
        <p:nvSpPr>
          <p:cNvPr id="1683" name="Google Shape;1683;p99"/>
          <p:cNvSpPr/>
          <p:nvPr/>
        </p:nvSpPr>
        <p:spPr>
          <a:xfrm>
            <a:off x="4322048" y="2121625"/>
            <a:ext cx="495300" cy="495300"/>
          </a:xfrm>
          <a:prstGeom prst="rect">
            <a:avLst/>
          </a:prstGeom>
          <a:solidFill>
            <a:srgbClr val="B1DD8B"/>
          </a:solidFill>
          <a:ln w="19050" cap="flat" cmpd="sng">
            <a:solidFill>
              <a:srgbClr val="666666"/>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800">
                <a:latin typeface="Calibri"/>
                <a:ea typeface="Calibri"/>
                <a:cs typeface="Calibri"/>
                <a:sym typeface="Calibri"/>
              </a:rPr>
              <a:t>19</a:t>
            </a:r>
            <a:endParaRPr sz="1800">
              <a:latin typeface="Calibri"/>
              <a:ea typeface="Calibri"/>
              <a:cs typeface="Calibri"/>
              <a:sym typeface="Calibri"/>
            </a:endParaRPr>
          </a:p>
        </p:txBody>
      </p:sp>
      <p:sp>
        <p:nvSpPr>
          <p:cNvPr id="1684" name="Google Shape;1684;p99"/>
          <p:cNvSpPr/>
          <p:nvPr/>
        </p:nvSpPr>
        <p:spPr>
          <a:xfrm>
            <a:off x="4807238" y="2121625"/>
            <a:ext cx="495300" cy="495300"/>
          </a:xfrm>
          <a:prstGeom prst="rect">
            <a:avLst/>
          </a:prstGeom>
          <a:solidFill>
            <a:srgbClr val="B1DD8B"/>
          </a:solidFill>
          <a:ln w="19050" cap="flat" cmpd="sng">
            <a:solidFill>
              <a:srgbClr val="666666"/>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800">
                <a:latin typeface="Calibri"/>
                <a:ea typeface="Calibri"/>
                <a:cs typeface="Calibri"/>
                <a:sym typeface="Calibri"/>
              </a:rPr>
              <a:t>26</a:t>
            </a:r>
            <a:endParaRPr sz="1800">
              <a:latin typeface="Calibri"/>
              <a:ea typeface="Calibri"/>
              <a:cs typeface="Calibri"/>
              <a:sym typeface="Calibri"/>
            </a:endParaRPr>
          </a:p>
        </p:txBody>
      </p:sp>
      <p:sp>
        <p:nvSpPr>
          <p:cNvPr id="1685" name="Google Shape;1685;p99"/>
          <p:cNvSpPr/>
          <p:nvPr/>
        </p:nvSpPr>
        <p:spPr>
          <a:xfrm>
            <a:off x="5296578" y="2121625"/>
            <a:ext cx="495300" cy="495300"/>
          </a:xfrm>
          <a:prstGeom prst="rect">
            <a:avLst/>
          </a:prstGeom>
          <a:solidFill>
            <a:srgbClr val="B1DD8B"/>
          </a:solidFill>
          <a:ln w="19050" cap="flat" cmpd="sng">
            <a:solidFill>
              <a:srgbClr val="666666"/>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800">
                <a:latin typeface="Calibri"/>
                <a:ea typeface="Calibri"/>
                <a:cs typeface="Calibri"/>
                <a:sym typeface="Calibri"/>
              </a:rPr>
              <a:t>41</a:t>
            </a:r>
            <a:endParaRPr sz="1800">
              <a:latin typeface="Calibri"/>
              <a:ea typeface="Calibri"/>
              <a:cs typeface="Calibri"/>
              <a:sym typeface="Calibri"/>
            </a:endParaRPr>
          </a:p>
        </p:txBody>
      </p:sp>
      <p:sp>
        <p:nvSpPr>
          <p:cNvPr id="1686" name="Google Shape;1686;p99"/>
          <p:cNvSpPr/>
          <p:nvPr/>
        </p:nvSpPr>
        <p:spPr>
          <a:xfrm>
            <a:off x="5781767" y="2121625"/>
            <a:ext cx="495300" cy="495300"/>
          </a:xfrm>
          <a:prstGeom prst="rect">
            <a:avLst/>
          </a:prstGeom>
          <a:solidFill>
            <a:srgbClr val="B1DD8B"/>
          </a:solidFill>
          <a:ln w="19050" cap="flat" cmpd="sng">
            <a:solidFill>
              <a:srgbClr val="666666"/>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800">
                <a:latin typeface="Calibri"/>
                <a:ea typeface="Calibri"/>
                <a:cs typeface="Calibri"/>
                <a:sym typeface="Calibri"/>
              </a:rPr>
              <a:t>17</a:t>
            </a:r>
            <a:endParaRPr sz="1800">
              <a:latin typeface="Calibri"/>
              <a:ea typeface="Calibri"/>
              <a:cs typeface="Calibri"/>
              <a:sym typeface="Calibri"/>
            </a:endParaRPr>
          </a:p>
        </p:txBody>
      </p:sp>
      <p:sp>
        <p:nvSpPr>
          <p:cNvPr id="1687" name="Google Shape;1687;p99"/>
          <p:cNvSpPr/>
          <p:nvPr/>
        </p:nvSpPr>
        <p:spPr>
          <a:xfrm>
            <a:off x="6271142" y="2121625"/>
            <a:ext cx="495300" cy="495300"/>
          </a:xfrm>
          <a:prstGeom prst="rect">
            <a:avLst/>
          </a:prstGeom>
          <a:solidFill>
            <a:srgbClr val="B1DD8B"/>
          </a:solidFill>
          <a:ln w="19050" cap="flat" cmpd="sng">
            <a:solidFill>
              <a:srgbClr val="666666"/>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800">
                <a:latin typeface="Calibri"/>
                <a:ea typeface="Calibri"/>
                <a:cs typeface="Calibri"/>
                <a:sym typeface="Calibri"/>
              </a:rPr>
              <a:t>17</a:t>
            </a:r>
            <a:endParaRPr sz="1800">
              <a:latin typeface="Calibri"/>
              <a:ea typeface="Calibri"/>
              <a:cs typeface="Calibri"/>
              <a:sym typeface="Calibri"/>
            </a:endParaRPr>
          </a:p>
        </p:txBody>
      </p:sp>
      <p:sp>
        <p:nvSpPr>
          <p:cNvPr id="1688" name="Google Shape;1688;p99"/>
          <p:cNvSpPr txBox="1"/>
          <p:nvPr/>
        </p:nvSpPr>
        <p:spPr>
          <a:xfrm>
            <a:off x="862300" y="3114125"/>
            <a:ext cx="1781400" cy="3618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a:t>partition(32)</a:t>
            </a:r>
            <a:endParaRPr/>
          </a:p>
        </p:txBody>
      </p:sp>
      <p:sp>
        <p:nvSpPr>
          <p:cNvPr id="1689" name="Google Shape;1689;p99"/>
          <p:cNvSpPr/>
          <p:nvPr/>
        </p:nvSpPr>
        <p:spPr>
          <a:xfrm>
            <a:off x="2377588" y="4026625"/>
            <a:ext cx="495300" cy="495300"/>
          </a:xfrm>
          <a:prstGeom prst="rect">
            <a:avLst/>
          </a:prstGeom>
          <a:solidFill>
            <a:srgbClr val="EA9999"/>
          </a:solidFill>
          <a:ln w="19050" cap="flat" cmpd="sng">
            <a:solidFill>
              <a:srgbClr val="666666"/>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800">
                <a:latin typeface="Calibri"/>
                <a:ea typeface="Calibri"/>
                <a:cs typeface="Calibri"/>
                <a:sym typeface="Calibri"/>
              </a:rPr>
              <a:t>15</a:t>
            </a:r>
            <a:endParaRPr sz="1800">
              <a:latin typeface="Calibri"/>
              <a:ea typeface="Calibri"/>
              <a:cs typeface="Calibri"/>
              <a:sym typeface="Calibri"/>
            </a:endParaRPr>
          </a:p>
        </p:txBody>
      </p:sp>
      <p:sp>
        <p:nvSpPr>
          <p:cNvPr id="1690" name="Google Shape;1690;p99"/>
          <p:cNvSpPr/>
          <p:nvPr/>
        </p:nvSpPr>
        <p:spPr>
          <a:xfrm>
            <a:off x="2862777" y="4026625"/>
            <a:ext cx="495300" cy="495300"/>
          </a:xfrm>
          <a:prstGeom prst="rect">
            <a:avLst/>
          </a:prstGeom>
          <a:solidFill>
            <a:srgbClr val="EA9999"/>
          </a:solidFill>
          <a:ln w="19050" cap="flat" cmpd="sng">
            <a:solidFill>
              <a:srgbClr val="666666"/>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800">
                <a:latin typeface="Calibri"/>
                <a:ea typeface="Calibri"/>
                <a:cs typeface="Calibri"/>
                <a:sym typeface="Calibri"/>
              </a:rPr>
              <a:t>2</a:t>
            </a:r>
            <a:endParaRPr sz="1800">
              <a:latin typeface="Calibri"/>
              <a:ea typeface="Calibri"/>
              <a:cs typeface="Calibri"/>
              <a:sym typeface="Calibri"/>
            </a:endParaRPr>
          </a:p>
        </p:txBody>
      </p:sp>
      <p:sp>
        <p:nvSpPr>
          <p:cNvPr id="1691" name="Google Shape;1691;p99"/>
          <p:cNvSpPr/>
          <p:nvPr/>
        </p:nvSpPr>
        <p:spPr>
          <a:xfrm>
            <a:off x="3352117" y="4026625"/>
            <a:ext cx="495300" cy="495300"/>
          </a:xfrm>
          <a:prstGeom prst="rect">
            <a:avLst/>
          </a:prstGeom>
          <a:solidFill>
            <a:srgbClr val="EA9999"/>
          </a:solidFill>
          <a:ln w="19050" cap="flat" cmpd="sng">
            <a:solidFill>
              <a:srgbClr val="666666"/>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800">
                <a:latin typeface="Calibri"/>
                <a:ea typeface="Calibri"/>
                <a:cs typeface="Calibri"/>
                <a:sym typeface="Calibri"/>
              </a:rPr>
              <a:t>17</a:t>
            </a:r>
            <a:endParaRPr sz="1800">
              <a:latin typeface="Calibri"/>
              <a:ea typeface="Calibri"/>
              <a:cs typeface="Calibri"/>
              <a:sym typeface="Calibri"/>
            </a:endParaRPr>
          </a:p>
        </p:txBody>
      </p:sp>
      <p:sp>
        <p:nvSpPr>
          <p:cNvPr id="1692" name="Google Shape;1692;p99"/>
          <p:cNvSpPr/>
          <p:nvPr/>
        </p:nvSpPr>
        <p:spPr>
          <a:xfrm>
            <a:off x="3837306" y="4026625"/>
            <a:ext cx="495300" cy="495300"/>
          </a:xfrm>
          <a:prstGeom prst="rect">
            <a:avLst/>
          </a:prstGeom>
          <a:solidFill>
            <a:srgbClr val="EA9999"/>
          </a:solidFill>
          <a:ln w="19050" cap="flat" cmpd="sng">
            <a:solidFill>
              <a:srgbClr val="666666"/>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800">
                <a:latin typeface="Calibri"/>
                <a:ea typeface="Calibri"/>
                <a:cs typeface="Calibri"/>
                <a:sym typeface="Calibri"/>
              </a:rPr>
              <a:t>19</a:t>
            </a:r>
            <a:endParaRPr sz="1800">
              <a:latin typeface="Calibri"/>
              <a:ea typeface="Calibri"/>
              <a:cs typeface="Calibri"/>
              <a:sym typeface="Calibri"/>
            </a:endParaRPr>
          </a:p>
        </p:txBody>
      </p:sp>
      <p:sp>
        <p:nvSpPr>
          <p:cNvPr id="1693" name="Google Shape;1693;p99"/>
          <p:cNvSpPr/>
          <p:nvPr/>
        </p:nvSpPr>
        <p:spPr>
          <a:xfrm>
            <a:off x="4322048" y="4026625"/>
            <a:ext cx="495300" cy="495300"/>
          </a:xfrm>
          <a:prstGeom prst="rect">
            <a:avLst/>
          </a:prstGeom>
          <a:solidFill>
            <a:srgbClr val="EA9999"/>
          </a:solidFill>
          <a:ln w="19050" cap="flat" cmpd="sng">
            <a:solidFill>
              <a:srgbClr val="666666"/>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800">
                <a:latin typeface="Calibri"/>
                <a:ea typeface="Calibri"/>
                <a:cs typeface="Calibri"/>
                <a:sym typeface="Calibri"/>
              </a:rPr>
              <a:t>26</a:t>
            </a:r>
            <a:endParaRPr sz="1800">
              <a:latin typeface="Calibri"/>
              <a:ea typeface="Calibri"/>
              <a:cs typeface="Calibri"/>
              <a:sym typeface="Calibri"/>
            </a:endParaRPr>
          </a:p>
        </p:txBody>
      </p:sp>
      <p:sp>
        <p:nvSpPr>
          <p:cNvPr id="1694" name="Google Shape;1694;p99"/>
          <p:cNvSpPr/>
          <p:nvPr/>
        </p:nvSpPr>
        <p:spPr>
          <a:xfrm>
            <a:off x="4807238" y="4026625"/>
            <a:ext cx="495300" cy="495300"/>
          </a:xfrm>
          <a:prstGeom prst="rect">
            <a:avLst/>
          </a:prstGeom>
          <a:solidFill>
            <a:srgbClr val="EA9999"/>
          </a:solidFill>
          <a:ln w="19050" cap="flat" cmpd="sng">
            <a:solidFill>
              <a:srgbClr val="666666"/>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800">
                <a:latin typeface="Calibri"/>
                <a:ea typeface="Calibri"/>
                <a:cs typeface="Calibri"/>
                <a:sym typeface="Calibri"/>
              </a:rPr>
              <a:t>17</a:t>
            </a:r>
            <a:endParaRPr sz="1800">
              <a:latin typeface="Calibri"/>
              <a:ea typeface="Calibri"/>
              <a:cs typeface="Calibri"/>
              <a:sym typeface="Calibri"/>
            </a:endParaRPr>
          </a:p>
        </p:txBody>
      </p:sp>
      <p:sp>
        <p:nvSpPr>
          <p:cNvPr id="1695" name="Google Shape;1695;p99"/>
          <p:cNvSpPr/>
          <p:nvPr/>
        </p:nvSpPr>
        <p:spPr>
          <a:xfrm>
            <a:off x="5296578" y="4026625"/>
            <a:ext cx="495300" cy="495300"/>
          </a:xfrm>
          <a:prstGeom prst="rect">
            <a:avLst/>
          </a:prstGeom>
          <a:solidFill>
            <a:srgbClr val="EA9999"/>
          </a:solidFill>
          <a:ln w="19050" cap="flat" cmpd="sng">
            <a:solidFill>
              <a:srgbClr val="666666"/>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800">
                <a:latin typeface="Calibri"/>
                <a:ea typeface="Calibri"/>
                <a:cs typeface="Calibri"/>
                <a:sym typeface="Calibri"/>
              </a:rPr>
              <a:t>17</a:t>
            </a:r>
            <a:endParaRPr sz="1800">
              <a:latin typeface="Calibri"/>
              <a:ea typeface="Calibri"/>
              <a:cs typeface="Calibri"/>
              <a:sym typeface="Calibri"/>
            </a:endParaRPr>
          </a:p>
        </p:txBody>
      </p:sp>
      <p:sp>
        <p:nvSpPr>
          <p:cNvPr id="1696" name="Google Shape;1696;p99"/>
          <p:cNvSpPr/>
          <p:nvPr/>
        </p:nvSpPr>
        <p:spPr>
          <a:xfrm>
            <a:off x="5781767" y="4026625"/>
            <a:ext cx="495300" cy="495300"/>
          </a:xfrm>
          <a:prstGeom prst="rect">
            <a:avLst/>
          </a:prstGeom>
          <a:solidFill>
            <a:srgbClr val="FFFFFF"/>
          </a:solidFill>
          <a:ln w="19050" cap="flat" cmpd="sng">
            <a:solidFill>
              <a:srgbClr val="666666"/>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800">
                <a:latin typeface="Calibri"/>
                <a:ea typeface="Calibri"/>
                <a:cs typeface="Calibri"/>
                <a:sym typeface="Calibri"/>
              </a:rPr>
              <a:t>32</a:t>
            </a:r>
            <a:endParaRPr sz="1800">
              <a:latin typeface="Calibri"/>
              <a:ea typeface="Calibri"/>
              <a:cs typeface="Calibri"/>
              <a:sym typeface="Calibri"/>
            </a:endParaRPr>
          </a:p>
        </p:txBody>
      </p:sp>
      <p:sp>
        <p:nvSpPr>
          <p:cNvPr id="1697" name="Google Shape;1697;p99"/>
          <p:cNvSpPr/>
          <p:nvPr/>
        </p:nvSpPr>
        <p:spPr>
          <a:xfrm>
            <a:off x="6271142" y="4026625"/>
            <a:ext cx="495300" cy="495300"/>
          </a:xfrm>
          <a:prstGeom prst="rect">
            <a:avLst/>
          </a:prstGeom>
          <a:solidFill>
            <a:srgbClr val="A4C2F4"/>
          </a:solidFill>
          <a:ln w="19050" cap="flat" cmpd="sng">
            <a:solidFill>
              <a:srgbClr val="666666"/>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800">
                <a:latin typeface="Calibri"/>
                <a:ea typeface="Calibri"/>
                <a:cs typeface="Calibri"/>
                <a:sym typeface="Calibri"/>
              </a:rPr>
              <a:t>41</a:t>
            </a:r>
            <a:endParaRPr sz="1800">
              <a:latin typeface="Calibri"/>
              <a:ea typeface="Calibri"/>
              <a:cs typeface="Calibri"/>
              <a:sym typeface="Calibri"/>
            </a:endParaRPr>
          </a:p>
        </p:txBody>
      </p:sp>
      <p:sp>
        <p:nvSpPr>
          <p:cNvPr id="1698" name="Google Shape;1698;p99"/>
          <p:cNvSpPr/>
          <p:nvPr/>
        </p:nvSpPr>
        <p:spPr>
          <a:xfrm rot="-5400000">
            <a:off x="3938777" y="2157525"/>
            <a:ext cx="260700" cy="3380100"/>
          </a:xfrm>
          <a:prstGeom prst="rightBrace">
            <a:avLst>
              <a:gd name="adj1" fmla="val 8333"/>
              <a:gd name="adj2" fmla="val 50000"/>
            </a:avLst>
          </a:prstGeom>
          <a:noFill/>
          <a:ln w="19050" cap="flat" cmpd="sng">
            <a:solidFill>
              <a:srgbClr val="66666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99" name="Google Shape;1699;p99"/>
          <p:cNvSpPr/>
          <p:nvPr/>
        </p:nvSpPr>
        <p:spPr>
          <a:xfrm rot="-5400000">
            <a:off x="6376127" y="3611625"/>
            <a:ext cx="260700" cy="471900"/>
          </a:xfrm>
          <a:prstGeom prst="rightBrace">
            <a:avLst>
              <a:gd name="adj1" fmla="val 8333"/>
              <a:gd name="adj2" fmla="val 50000"/>
            </a:avLst>
          </a:prstGeom>
          <a:noFill/>
          <a:ln w="19050" cap="flat" cmpd="sng">
            <a:solidFill>
              <a:srgbClr val="66666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00" name="Google Shape;1700;p99"/>
          <p:cNvSpPr txBox="1"/>
          <p:nvPr/>
        </p:nvSpPr>
        <p:spPr>
          <a:xfrm>
            <a:off x="4160175" y="3475925"/>
            <a:ext cx="830700" cy="3393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a:t>&lt;= 32</a:t>
            </a:r>
            <a:endParaRPr/>
          </a:p>
        </p:txBody>
      </p:sp>
      <p:sp>
        <p:nvSpPr>
          <p:cNvPr id="1701" name="Google Shape;1701;p99"/>
          <p:cNvSpPr txBox="1"/>
          <p:nvPr/>
        </p:nvSpPr>
        <p:spPr>
          <a:xfrm>
            <a:off x="6555525" y="3510650"/>
            <a:ext cx="830700" cy="3393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a:t>&gt;= 32</a:t>
            </a:r>
            <a:endParaRPr/>
          </a:p>
        </p:txBody>
      </p:sp>
      <p:sp>
        <p:nvSpPr>
          <p:cNvPr id="1702" name="Google Shape;1702;p99"/>
          <p:cNvSpPr/>
          <p:nvPr/>
        </p:nvSpPr>
        <p:spPr>
          <a:xfrm rot="-5400000">
            <a:off x="5881512" y="3634900"/>
            <a:ext cx="260700" cy="439200"/>
          </a:xfrm>
          <a:prstGeom prst="rightBrace">
            <a:avLst>
              <a:gd name="adj1" fmla="val 8333"/>
              <a:gd name="adj2" fmla="val 50000"/>
            </a:avLst>
          </a:prstGeom>
          <a:noFill/>
          <a:ln w="19050" cap="flat" cmpd="sng">
            <a:solidFill>
              <a:srgbClr val="66666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03" name="Google Shape;1703;p99"/>
          <p:cNvSpPr txBox="1"/>
          <p:nvPr/>
        </p:nvSpPr>
        <p:spPr>
          <a:xfrm>
            <a:off x="5723676" y="3136715"/>
            <a:ext cx="830700" cy="5745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a:t>in its place</a:t>
            </a:r>
            <a:endParaRPr/>
          </a:p>
        </p:txBody>
      </p:sp>
      <p:cxnSp>
        <p:nvCxnSpPr>
          <p:cNvPr id="1704" name="Google Shape;1704;p99"/>
          <p:cNvCxnSpPr>
            <a:stCxn id="1679" idx="1"/>
            <a:endCxn id="1689" idx="1"/>
          </p:cNvCxnSpPr>
          <p:nvPr/>
        </p:nvCxnSpPr>
        <p:spPr>
          <a:xfrm>
            <a:off x="2377588" y="2369275"/>
            <a:ext cx="600" cy="1905000"/>
          </a:xfrm>
          <a:prstGeom prst="bentConnector3">
            <a:avLst>
              <a:gd name="adj1" fmla="val -39687500"/>
            </a:avLst>
          </a:prstGeom>
          <a:noFill/>
          <a:ln w="19050" cap="flat" cmpd="sng">
            <a:solidFill>
              <a:schemeClr val="dk2"/>
            </a:solidFill>
            <a:prstDash val="solid"/>
            <a:round/>
            <a:headEnd type="none" w="med" len="med"/>
            <a:tailEnd type="triangle" w="med" len="med"/>
          </a:ln>
        </p:spPr>
      </p:cxnSp>
      <p:sp>
        <p:nvSpPr>
          <p:cNvPr id="1705" name="Google Shape;1705;p99"/>
          <p:cNvSpPr txBox="1">
            <a:spLocks noGrp="1"/>
          </p:cNvSpPr>
          <p:nvPr>
            <p:ph type="body" idx="1"/>
          </p:nvPr>
        </p:nvSpPr>
        <p:spPr>
          <a:xfrm>
            <a:off x="107044" y="402200"/>
            <a:ext cx="8520600" cy="3416400"/>
          </a:xfrm>
          <a:prstGeom prst="rect">
            <a:avLst/>
          </a:prstGeom>
        </p:spPr>
        <p:txBody>
          <a:bodyPr spcFirstLastPara="1" wrap="square" lIns="91425" tIns="91425" rIns="91425" bIns="91425" anchor="t" anchorCtr="0">
            <a:noAutofit/>
          </a:bodyPr>
          <a:lstStyle/>
          <a:p>
            <a:pPr marL="0" lvl="0" indent="0" algn="l" rtl="0">
              <a:spcBef>
                <a:spcPts val="600"/>
              </a:spcBef>
              <a:spcAft>
                <a:spcPts val="0"/>
              </a:spcAft>
              <a:buNone/>
            </a:pPr>
            <a:r>
              <a:rPr lang="en"/>
              <a:t>Quick sorting N items: </a:t>
            </a:r>
            <a:endParaRPr/>
          </a:p>
          <a:p>
            <a:pPr marL="457200" lvl="0" indent="-342900" algn="l" rtl="0">
              <a:spcBef>
                <a:spcPts val="600"/>
              </a:spcBef>
              <a:spcAft>
                <a:spcPts val="0"/>
              </a:spcAft>
              <a:buSzPts val="1800"/>
              <a:buChar char="●"/>
            </a:pPr>
            <a:r>
              <a:rPr lang="en"/>
              <a:t>Partition on leftmost item. </a:t>
            </a:r>
            <a:endParaRPr/>
          </a:p>
          <a:p>
            <a:pPr marL="457200" lvl="0" indent="-342900" algn="l" rtl="0">
              <a:spcBef>
                <a:spcPts val="600"/>
              </a:spcBef>
              <a:spcAft>
                <a:spcPts val="0"/>
              </a:spcAft>
              <a:buSzPts val="1800"/>
              <a:buChar char="●"/>
            </a:pPr>
            <a:r>
              <a:rPr lang="en"/>
              <a:t>Quicksort left half.</a:t>
            </a:r>
            <a:endParaRPr/>
          </a:p>
          <a:p>
            <a:pPr marL="457200" lvl="0" indent="-342900" algn="l" rtl="0">
              <a:spcBef>
                <a:spcPts val="600"/>
              </a:spcBef>
              <a:spcAft>
                <a:spcPts val="0"/>
              </a:spcAft>
              <a:buSzPts val="1800"/>
              <a:buChar char="●"/>
            </a:pPr>
            <a:r>
              <a:rPr lang="en"/>
              <a:t>Quicksort right half.</a:t>
            </a:r>
            <a:endParaRPr/>
          </a:p>
          <a:p>
            <a:pPr marL="0" lvl="0" indent="0" algn="l" rtl="0">
              <a:spcBef>
                <a:spcPts val="600"/>
              </a:spcBef>
              <a:spcAft>
                <a:spcPts val="0"/>
              </a:spcAft>
              <a:buNone/>
            </a:pPr>
            <a:endParaRPr sz="1600"/>
          </a:p>
          <a:p>
            <a:pPr marL="0" lvl="0" indent="0" algn="l" rtl="0">
              <a:spcBef>
                <a:spcPts val="600"/>
              </a:spcBef>
              <a:spcAft>
                <a:spcPts val="0"/>
              </a:spcAft>
              <a:buNone/>
            </a:pPr>
            <a:endParaRPr sz="1600"/>
          </a:p>
        </p:txBody>
      </p:sp>
    </p:spTree>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Shape 1709"/>
        <p:cNvGrpSpPr/>
        <p:nvPr/>
      </p:nvGrpSpPr>
      <p:grpSpPr>
        <a:xfrm>
          <a:off x="0" y="0"/>
          <a:ext cx="0" cy="0"/>
          <a:chOff x="0" y="0"/>
          <a:chExt cx="0" cy="0"/>
        </a:xfrm>
      </p:grpSpPr>
      <p:sp>
        <p:nvSpPr>
          <p:cNvPr id="1710" name="Google Shape;1710;p100"/>
          <p:cNvSpPr txBox="1">
            <a:spLocks noGrp="1"/>
          </p:cNvSpPr>
          <p:nvPr>
            <p:ph type="title"/>
          </p:nvPr>
        </p:nvSpPr>
        <p:spPr>
          <a:xfrm>
            <a:off x="0" y="0"/>
            <a:ext cx="8520600" cy="3936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Quicksort</a:t>
            </a:r>
            <a:endParaRPr/>
          </a:p>
        </p:txBody>
      </p:sp>
      <p:sp>
        <p:nvSpPr>
          <p:cNvPr id="1711" name="Google Shape;1711;p100"/>
          <p:cNvSpPr txBox="1">
            <a:spLocks noGrp="1"/>
          </p:cNvSpPr>
          <p:nvPr>
            <p:ph type="body" idx="1"/>
          </p:nvPr>
        </p:nvSpPr>
        <p:spPr>
          <a:xfrm>
            <a:off x="107044" y="402200"/>
            <a:ext cx="8520600" cy="3416400"/>
          </a:xfrm>
          <a:prstGeom prst="rect">
            <a:avLst/>
          </a:prstGeom>
        </p:spPr>
        <p:txBody>
          <a:bodyPr spcFirstLastPara="1" wrap="square" lIns="91425" tIns="91425" rIns="91425" bIns="91425" anchor="t" anchorCtr="0">
            <a:noAutofit/>
          </a:bodyPr>
          <a:lstStyle/>
          <a:p>
            <a:pPr marL="0" lvl="0" indent="0" algn="l" rtl="0">
              <a:spcBef>
                <a:spcPts val="600"/>
              </a:spcBef>
              <a:spcAft>
                <a:spcPts val="0"/>
              </a:spcAft>
              <a:buNone/>
            </a:pPr>
            <a:r>
              <a:rPr lang="en"/>
              <a:t>Quicksort was the name chosen by Tony Hoare for partition sort.</a:t>
            </a:r>
            <a:endParaRPr/>
          </a:p>
          <a:p>
            <a:pPr marL="457200" lvl="0" indent="-342900" algn="l" rtl="0">
              <a:spcBef>
                <a:spcPts val="600"/>
              </a:spcBef>
              <a:spcAft>
                <a:spcPts val="0"/>
              </a:spcAft>
              <a:buSzPts val="1800"/>
              <a:buChar char="●"/>
            </a:pPr>
            <a:r>
              <a:rPr lang="en"/>
              <a:t>For most common situations, it is empirically the fastest sort.</a:t>
            </a:r>
            <a:endParaRPr/>
          </a:p>
          <a:p>
            <a:pPr marL="914400" lvl="1" indent="-342900" algn="l" rtl="0">
              <a:spcBef>
                <a:spcPts val="0"/>
              </a:spcBef>
              <a:spcAft>
                <a:spcPts val="0"/>
              </a:spcAft>
              <a:buSzPts val="1800"/>
              <a:buChar char="○"/>
            </a:pPr>
            <a:r>
              <a:rPr lang="en"/>
              <a:t>Tony was lucky that the name was correct.</a:t>
            </a:r>
            <a:endParaRPr/>
          </a:p>
          <a:p>
            <a:pPr marL="0" lvl="0" indent="0" algn="l" rtl="0">
              <a:spcBef>
                <a:spcPts val="600"/>
              </a:spcBef>
              <a:spcAft>
                <a:spcPts val="0"/>
              </a:spcAft>
              <a:buNone/>
            </a:pPr>
            <a:endParaRPr/>
          </a:p>
          <a:p>
            <a:pPr marL="0" lvl="0" indent="0" algn="l" rtl="0">
              <a:spcBef>
                <a:spcPts val="600"/>
              </a:spcBef>
              <a:spcAft>
                <a:spcPts val="0"/>
              </a:spcAft>
              <a:buNone/>
            </a:pPr>
            <a:r>
              <a:rPr lang="en"/>
              <a:t>How fast is Quicksort? Need to count number and difficulty of partition operations.</a:t>
            </a:r>
            <a:endParaRPr/>
          </a:p>
          <a:p>
            <a:pPr marL="0" lvl="0" indent="0" algn="l" rtl="0">
              <a:spcBef>
                <a:spcPts val="600"/>
              </a:spcBef>
              <a:spcAft>
                <a:spcPts val="0"/>
              </a:spcAft>
              <a:buNone/>
            </a:pPr>
            <a:endParaRPr/>
          </a:p>
          <a:p>
            <a:pPr marL="0" lvl="0" indent="0" algn="l" rtl="0">
              <a:spcBef>
                <a:spcPts val="600"/>
              </a:spcBef>
              <a:spcAft>
                <a:spcPts val="0"/>
              </a:spcAft>
              <a:buNone/>
            </a:pPr>
            <a:r>
              <a:rPr lang="en"/>
              <a:t>Theoretical analysis:</a:t>
            </a:r>
            <a:endParaRPr/>
          </a:p>
          <a:p>
            <a:pPr marL="457200" lvl="0" indent="-342900" algn="l" rtl="0">
              <a:spcBef>
                <a:spcPts val="600"/>
              </a:spcBef>
              <a:spcAft>
                <a:spcPts val="0"/>
              </a:spcAft>
              <a:buSzPts val="1800"/>
              <a:buChar char="●"/>
            </a:pPr>
            <a:r>
              <a:rPr lang="en"/>
              <a:t>Partitioning costs Θ(K) time, where Θ(K) is the number of elements being partitioned (as we saw in our earlier “interview question”).</a:t>
            </a:r>
            <a:endParaRPr/>
          </a:p>
          <a:p>
            <a:pPr marL="457200" lvl="0" indent="-342900" algn="l" rtl="0">
              <a:spcBef>
                <a:spcPts val="0"/>
              </a:spcBef>
              <a:spcAft>
                <a:spcPts val="0"/>
              </a:spcAft>
              <a:buSzPts val="1800"/>
              <a:buChar char="●"/>
            </a:pPr>
            <a:r>
              <a:rPr lang="en"/>
              <a:t>The interesting twist: Overall runtime will depend crucially on where pivot ends up.</a:t>
            </a:r>
            <a:endParaRPr/>
          </a:p>
        </p:txBody>
      </p:sp>
    </p:spTree>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Shape 1715"/>
        <p:cNvGrpSpPr/>
        <p:nvPr/>
      </p:nvGrpSpPr>
      <p:grpSpPr>
        <a:xfrm>
          <a:off x="0" y="0"/>
          <a:ext cx="0" cy="0"/>
          <a:chOff x="0" y="0"/>
          <a:chExt cx="0" cy="0"/>
        </a:xfrm>
      </p:grpSpPr>
      <p:sp>
        <p:nvSpPr>
          <p:cNvPr id="1716" name="Google Shape;1716;p101"/>
          <p:cNvSpPr txBox="1">
            <a:spLocks noGrp="1"/>
          </p:cNvSpPr>
          <p:nvPr>
            <p:ph type="subTitle" idx="2"/>
          </p:nvPr>
        </p:nvSpPr>
        <p:spPr>
          <a:xfrm>
            <a:off x="177925" y="4068000"/>
            <a:ext cx="4158000" cy="393600"/>
          </a:xfrm>
          <a:prstGeom prst="rect">
            <a:avLst/>
          </a:prstGeom>
        </p:spPr>
        <p:txBody>
          <a:bodyPr spcFirstLastPara="1" wrap="square" lIns="91425" tIns="91425" rIns="91425" bIns="91425" anchor="ctr" anchorCtr="0">
            <a:noAutofit/>
          </a:bodyPr>
          <a:lstStyle/>
          <a:p>
            <a:pPr marL="0" lvl="0" indent="0" algn="l" rtl="0">
              <a:spcBef>
                <a:spcPts val="600"/>
              </a:spcBef>
              <a:spcAft>
                <a:spcPts val="0"/>
              </a:spcAft>
              <a:buNone/>
            </a:pPr>
            <a:r>
              <a:rPr lang="en"/>
              <a:t>Lecture 30, CS61B, Fall 2023</a:t>
            </a:r>
            <a:endParaRPr/>
          </a:p>
        </p:txBody>
      </p:sp>
      <p:sp>
        <p:nvSpPr>
          <p:cNvPr id="1717" name="Google Shape;1717;p101"/>
          <p:cNvSpPr txBox="1">
            <a:spLocks noGrp="1"/>
          </p:cNvSpPr>
          <p:nvPr>
            <p:ph type="body" idx="1"/>
          </p:nvPr>
        </p:nvSpPr>
        <p:spPr>
          <a:xfrm>
            <a:off x="4812375" y="402198"/>
            <a:ext cx="3999900" cy="4260900"/>
          </a:xfrm>
          <a:prstGeom prst="rect">
            <a:avLst/>
          </a:prstGeom>
        </p:spPr>
        <p:txBody>
          <a:bodyPr spcFirstLastPara="1" wrap="square" lIns="91425" tIns="91425" rIns="91425" bIns="91425" anchor="ctr" anchorCtr="0">
            <a:noAutofit/>
          </a:bodyPr>
          <a:lstStyle/>
          <a:p>
            <a:pPr marL="0" lvl="0" indent="0" algn="l" rtl="0">
              <a:spcBef>
                <a:spcPts val="600"/>
              </a:spcBef>
              <a:spcAft>
                <a:spcPts val="0"/>
              </a:spcAft>
              <a:buClr>
                <a:schemeClr val="dk1"/>
              </a:buClr>
              <a:buSzPts val="1100"/>
              <a:buFont typeface="Arial"/>
              <a:buNone/>
            </a:pPr>
            <a:r>
              <a:rPr lang="en"/>
              <a:t>Insertion Sort</a:t>
            </a:r>
            <a:endParaRPr/>
          </a:p>
          <a:p>
            <a:pPr marL="457200" lvl="0" indent="-342900" algn="l" rtl="0">
              <a:spcBef>
                <a:spcPts val="600"/>
              </a:spcBef>
              <a:spcAft>
                <a:spcPts val="0"/>
              </a:spcAft>
              <a:buSzPts val="1800"/>
              <a:buChar char="•"/>
            </a:pPr>
            <a:r>
              <a:rPr lang="en"/>
              <a:t>Naive Insertion Sort</a:t>
            </a:r>
            <a:endParaRPr/>
          </a:p>
          <a:p>
            <a:pPr marL="457200" lvl="0" indent="-342900" algn="l" rtl="0">
              <a:spcBef>
                <a:spcPts val="0"/>
              </a:spcBef>
              <a:spcAft>
                <a:spcPts val="0"/>
              </a:spcAft>
              <a:buSzPts val="1800"/>
              <a:buChar char="•"/>
            </a:pPr>
            <a:r>
              <a:rPr lang="en"/>
              <a:t>In-Place Insertion Sort</a:t>
            </a:r>
            <a:endParaRPr/>
          </a:p>
          <a:p>
            <a:pPr marL="457200" lvl="0" indent="-342900" algn="l" rtl="0">
              <a:spcBef>
                <a:spcPts val="0"/>
              </a:spcBef>
              <a:spcAft>
                <a:spcPts val="0"/>
              </a:spcAft>
              <a:buSzPts val="1800"/>
              <a:buChar char="•"/>
            </a:pPr>
            <a:r>
              <a:rPr lang="en"/>
              <a:t>Insertion Sort Runtime</a:t>
            </a:r>
            <a:endParaRPr/>
          </a:p>
          <a:p>
            <a:pPr marL="0" lvl="0" indent="0" algn="l" rtl="0">
              <a:spcBef>
                <a:spcPts val="600"/>
              </a:spcBef>
              <a:spcAft>
                <a:spcPts val="0"/>
              </a:spcAft>
              <a:buNone/>
            </a:pPr>
            <a:r>
              <a:rPr lang="en"/>
              <a:t>Quicksort</a:t>
            </a:r>
            <a:endParaRPr b="1">
              <a:solidFill>
                <a:schemeClr val="accent3"/>
              </a:solidFill>
              <a:latin typeface="Roboto"/>
              <a:ea typeface="Roboto"/>
              <a:cs typeface="Roboto"/>
              <a:sym typeface="Roboto"/>
            </a:endParaRPr>
          </a:p>
          <a:p>
            <a:pPr marL="457200" lvl="0" indent="-342900" algn="l" rtl="0">
              <a:spcBef>
                <a:spcPts val="600"/>
              </a:spcBef>
              <a:spcAft>
                <a:spcPts val="0"/>
              </a:spcAft>
              <a:buSzPts val="1800"/>
              <a:buChar char="•"/>
            </a:pPr>
            <a:r>
              <a:rPr lang="en"/>
              <a:t>Quicksort Backstory,</a:t>
            </a:r>
            <a:br>
              <a:rPr lang="en"/>
            </a:br>
            <a:r>
              <a:rPr lang="en"/>
              <a:t>Partitioning</a:t>
            </a:r>
            <a:endParaRPr/>
          </a:p>
          <a:p>
            <a:pPr marL="457200" lvl="0" indent="-342900" algn="l" rtl="0">
              <a:spcBef>
                <a:spcPts val="0"/>
              </a:spcBef>
              <a:spcAft>
                <a:spcPts val="0"/>
              </a:spcAft>
              <a:buSzPts val="1800"/>
              <a:buChar char="•"/>
            </a:pPr>
            <a:r>
              <a:rPr lang="en"/>
              <a:t>Quicksort</a:t>
            </a:r>
            <a:endParaRPr b="1">
              <a:solidFill>
                <a:schemeClr val="accent3"/>
              </a:solidFill>
              <a:latin typeface="Roboto"/>
              <a:ea typeface="Roboto"/>
              <a:cs typeface="Roboto"/>
              <a:sym typeface="Roboto"/>
            </a:endParaRPr>
          </a:p>
          <a:p>
            <a:pPr marL="0" lvl="0" indent="0" algn="l" rtl="0">
              <a:spcBef>
                <a:spcPts val="600"/>
              </a:spcBef>
              <a:spcAft>
                <a:spcPts val="0"/>
              </a:spcAft>
              <a:buNone/>
            </a:pPr>
            <a:r>
              <a:rPr lang="en" b="1">
                <a:solidFill>
                  <a:schemeClr val="accent3"/>
                </a:solidFill>
                <a:latin typeface="Roboto"/>
                <a:ea typeface="Roboto"/>
                <a:cs typeface="Roboto"/>
                <a:sym typeface="Roboto"/>
              </a:rPr>
              <a:t>Quicksort Runtime Analysis</a:t>
            </a:r>
            <a:endParaRPr b="1">
              <a:solidFill>
                <a:schemeClr val="accent3"/>
              </a:solidFill>
              <a:latin typeface="Roboto"/>
              <a:ea typeface="Roboto"/>
              <a:cs typeface="Roboto"/>
              <a:sym typeface="Roboto"/>
            </a:endParaRPr>
          </a:p>
          <a:p>
            <a:pPr marL="457200" lvl="0" indent="-342900" algn="l" rtl="0">
              <a:spcBef>
                <a:spcPts val="600"/>
              </a:spcBef>
              <a:spcAft>
                <a:spcPts val="0"/>
              </a:spcAft>
              <a:buClr>
                <a:schemeClr val="accent3"/>
              </a:buClr>
              <a:buSzPts val="1800"/>
              <a:buFont typeface="Roboto"/>
              <a:buChar char="•"/>
            </a:pPr>
            <a:r>
              <a:rPr lang="en" b="1">
                <a:solidFill>
                  <a:schemeClr val="accent3"/>
                </a:solidFill>
                <a:latin typeface="Roboto"/>
                <a:ea typeface="Roboto"/>
                <a:cs typeface="Roboto"/>
                <a:sym typeface="Roboto"/>
              </a:rPr>
              <a:t>Quicksort Runtime Analysis</a:t>
            </a:r>
            <a:endParaRPr b="1">
              <a:solidFill>
                <a:schemeClr val="accent3"/>
              </a:solidFill>
              <a:latin typeface="Roboto"/>
              <a:ea typeface="Roboto"/>
              <a:cs typeface="Roboto"/>
              <a:sym typeface="Roboto"/>
            </a:endParaRPr>
          </a:p>
          <a:p>
            <a:pPr marL="457200" lvl="0" indent="-342900" algn="l" rtl="0">
              <a:spcBef>
                <a:spcPts val="0"/>
              </a:spcBef>
              <a:spcAft>
                <a:spcPts val="0"/>
              </a:spcAft>
              <a:buSzPts val="1800"/>
              <a:buChar char="•"/>
            </a:pPr>
            <a:r>
              <a:rPr lang="en"/>
              <a:t>Avoiding Quicksort Worst Case</a:t>
            </a:r>
            <a:endParaRPr/>
          </a:p>
        </p:txBody>
      </p:sp>
      <p:sp>
        <p:nvSpPr>
          <p:cNvPr id="1718" name="Google Shape;1718;p101"/>
          <p:cNvSpPr txBox="1">
            <a:spLocks noGrp="1"/>
          </p:cNvSpPr>
          <p:nvPr>
            <p:ph type="title"/>
          </p:nvPr>
        </p:nvSpPr>
        <p:spPr>
          <a:xfrm>
            <a:off x="177925" y="2003300"/>
            <a:ext cx="4038000" cy="20379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a:t>Quicksort Runtime Analysis</a:t>
            </a:r>
            <a:endParaRPr/>
          </a:p>
        </p:txBody>
      </p:sp>
    </p:spTree>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Shape 1722"/>
        <p:cNvGrpSpPr/>
        <p:nvPr/>
      </p:nvGrpSpPr>
      <p:grpSpPr>
        <a:xfrm>
          <a:off x="0" y="0"/>
          <a:ext cx="0" cy="0"/>
          <a:chOff x="0" y="0"/>
          <a:chExt cx="0" cy="0"/>
        </a:xfrm>
      </p:grpSpPr>
      <p:sp>
        <p:nvSpPr>
          <p:cNvPr id="1723" name="Google Shape;1723;p102"/>
          <p:cNvSpPr txBox="1">
            <a:spLocks noGrp="1"/>
          </p:cNvSpPr>
          <p:nvPr>
            <p:ph type="title"/>
          </p:nvPr>
        </p:nvSpPr>
        <p:spPr>
          <a:xfrm>
            <a:off x="0" y="0"/>
            <a:ext cx="8520600" cy="3936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Best Case: Pivot Always Lands in the Middle </a:t>
            </a:r>
            <a:endParaRPr/>
          </a:p>
        </p:txBody>
      </p:sp>
      <p:sp>
        <p:nvSpPr>
          <p:cNvPr id="1724" name="Google Shape;1724;p102"/>
          <p:cNvSpPr/>
          <p:nvPr/>
        </p:nvSpPr>
        <p:spPr>
          <a:xfrm>
            <a:off x="1779763" y="785725"/>
            <a:ext cx="376800" cy="345600"/>
          </a:xfrm>
          <a:prstGeom prst="rect">
            <a:avLst/>
          </a:prstGeom>
          <a:solidFill>
            <a:srgbClr val="B1DD8B"/>
          </a:solidFill>
          <a:ln w="19050" cap="flat" cmpd="sng">
            <a:solidFill>
              <a:srgbClr val="666666"/>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sz="1800">
              <a:latin typeface="Calibri"/>
              <a:ea typeface="Calibri"/>
              <a:cs typeface="Calibri"/>
              <a:sym typeface="Calibri"/>
            </a:endParaRPr>
          </a:p>
        </p:txBody>
      </p:sp>
      <p:sp>
        <p:nvSpPr>
          <p:cNvPr id="1725" name="Google Shape;1725;p102"/>
          <p:cNvSpPr/>
          <p:nvPr/>
        </p:nvSpPr>
        <p:spPr>
          <a:xfrm>
            <a:off x="2151476" y="785725"/>
            <a:ext cx="376800" cy="345600"/>
          </a:xfrm>
          <a:prstGeom prst="rect">
            <a:avLst/>
          </a:prstGeom>
          <a:solidFill>
            <a:srgbClr val="D9D9D9"/>
          </a:solidFill>
          <a:ln w="19050" cap="flat" cmpd="sng">
            <a:solidFill>
              <a:srgbClr val="666666"/>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sz="1800">
              <a:latin typeface="Calibri"/>
              <a:ea typeface="Calibri"/>
              <a:cs typeface="Calibri"/>
              <a:sym typeface="Calibri"/>
            </a:endParaRPr>
          </a:p>
        </p:txBody>
      </p:sp>
      <p:sp>
        <p:nvSpPr>
          <p:cNvPr id="1726" name="Google Shape;1726;p102"/>
          <p:cNvSpPr/>
          <p:nvPr/>
        </p:nvSpPr>
        <p:spPr>
          <a:xfrm>
            <a:off x="2894904" y="785725"/>
            <a:ext cx="376800" cy="345600"/>
          </a:xfrm>
          <a:prstGeom prst="rect">
            <a:avLst/>
          </a:prstGeom>
          <a:solidFill>
            <a:srgbClr val="D9D9D9"/>
          </a:solidFill>
          <a:ln w="19050" cap="flat" cmpd="sng">
            <a:solidFill>
              <a:srgbClr val="666666"/>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sz="1800">
              <a:latin typeface="Calibri"/>
              <a:ea typeface="Calibri"/>
              <a:cs typeface="Calibri"/>
              <a:sym typeface="Calibri"/>
            </a:endParaRPr>
          </a:p>
        </p:txBody>
      </p:sp>
      <p:sp>
        <p:nvSpPr>
          <p:cNvPr id="1727" name="Google Shape;1727;p102"/>
          <p:cNvSpPr/>
          <p:nvPr/>
        </p:nvSpPr>
        <p:spPr>
          <a:xfrm>
            <a:off x="3638332" y="785725"/>
            <a:ext cx="376800" cy="345600"/>
          </a:xfrm>
          <a:prstGeom prst="rect">
            <a:avLst/>
          </a:prstGeom>
          <a:solidFill>
            <a:srgbClr val="D9D9D9"/>
          </a:solidFill>
          <a:ln w="19050" cap="flat" cmpd="sng">
            <a:solidFill>
              <a:srgbClr val="666666"/>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sz="1800">
              <a:latin typeface="Calibri"/>
              <a:ea typeface="Calibri"/>
              <a:cs typeface="Calibri"/>
              <a:sym typeface="Calibri"/>
            </a:endParaRPr>
          </a:p>
        </p:txBody>
      </p:sp>
      <p:sp>
        <p:nvSpPr>
          <p:cNvPr id="1728" name="Google Shape;1728;p102"/>
          <p:cNvSpPr/>
          <p:nvPr/>
        </p:nvSpPr>
        <p:spPr>
          <a:xfrm>
            <a:off x="4010045" y="785725"/>
            <a:ext cx="376800" cy="345600"/>
          </a:xfrm>
          <a:prstGeom prst="rect">
            <a:avLst/>
          </a:prstGeom>
          <a:solidFill>
            <a:srgbClr val="D9D9D9"/>
          </a:solidFill>
          <a:ln w="19050" cap="flat" cmpd="sng">
            <a:solidFill>
              <a:srgbClr val="666666"/>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sz="1800">
              <a:latin typeface="Calibri"/>
              <a:ea typeface="Calibri"/>
              <a:cs typeface="Calibri"/>
              <a:sym typeface="Calibri"/>
            </a:endParaRPr>
          </a:p>
        </p:txBody>
      </p:sp>
      <p:sp>
        <p:nvSpPr>
          <p:cNvPr id="1729" name="Google Shape;1729;p102"/>
          <p:cNvSpPr/>
          <p:nvPr/>
        </p:nvSpPr>
        <p:spPr>
          <a:xfrm>
            <a:off x="3266618" y="785725"/>
            <a:ext cx="376800" cy="345600"/>
          </a:xfrm>
          <a:prstGeom prst="rect">
            <a:avLst/>
          </a:prstGeom>
          <a:solidFill>
            <a:srgbClr val="D9D9D9"/>
          </a:solidFill>
          <a:ln w="19050" cap="flat" cmpd="sng">
            <a:solidFill>
              <a:srgbClr val="666666"/>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sz="1800">
              <a:latin typeface="Calibri"/>
              <a:ea typeface="Calibri"/>
              <a:cs typeface="Calibri"/>
              <a:sym typeface="Calibri"/>
            </a:endParaRPr>
          </a:p>
        </p:txBody>
      </p:sp>
      <p:sp>
        <p:nvSpPr>
          <p:cNvPr id="1730" name="Google Shape;1730;p102"/>
          <p:cNvSpPr/>
          <p:nvPr/>
        </p:nvSpPr>
        <p:spPr>
          <a:xfrm>
            <a:off x="2523190" y="785725"/>
            <a:ext cx="376800" cy="345600"/>
          </a:xfrm>
          <a:prstGeom prst="rect">
            <a:avLst/>
          </a:prstGeom>
          <a:solidFill>
            <a:srgbClr val="D9D9D9"/>
          </a:solidFill>
          <a:ln w="19050" cap="flat" cmpd="sng">
            <a:solidFill>
              <a:srgbClr val="666666"/>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sz="1800">
              <a:latin typeface="Calibri"/>
              <a:ea typeface="Calibri"/>
              <a:cs typeface="Calibri"/>
              <a:sym typeface="Calibri"/>
            </a:endParaRPr>
          </a:p>
        </p:txBody>
      </p:sp>
      <p:sp>
        <p:nvSpPr>
          <p:cNvPr id="1731" name="Google Shape;1731;p102"/>
          <p:cNvSpPr/>
          <p:nvPr/>
        </p:nvSpPr>
        <p:spPr>
          <a:xfrm>
            <a:off x="4381763" y="785725"/>
            <a:ext cx="376800" cy="345600"/>
          </a:xfrm>
          <a:prstGeom prst="rect">
            <a:avLst/>
          </a:prstGeom>
          <a:solidFill>
            <a:srgbClr val="D9D9D9"/>
          </a:solidFill>
          <a:ln w="19050" cap="flat" cmpd="sng">
            <a:solidFill>
              <a:srgbClr val="666666"/>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sz="1800">
              <a:latin typeface="Calibri"/>
              <a:ea typeface="Calibri"/>
              <a:cs typeface="Calibri"/>
              <a:sym typeface="Calibri"/>
            </a:endParaRPr>
          </a:p>
        </p:txBody>
      </p:sp>
      <p:sp>
        <p:nvSpPr>
          <p:cNvPr id="1732" name="Google Shape;1732;p102"/>
          <p:cNvSpPr/>
          <p:nvPr/>
        </p:nvSpPr>
        <p:spPr>
          <a:xfrm>
            <a:off x="4753476" y="785725"/>
            <a:ext cx="376800" cy="345600"/>
          </a:xfrm>
          <a:prstGeom prst="rect">
            <a:avLst/>
          </a:prstGeom>
          <a:solidFill>
            <a:srgbClr val="D9D9D9"/>
          </a:solidFill>
          <a:ln w="19050" cap="flat" cmpd="sng">
            <a:solidFill>
              <a:srgbClr val="666666"/>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sz="1800">
              <a:latin typeface="Calibri"/>
              <a:ea typeface="Calibri"/>
              <a:cs typeface="Calibri"/>
              <a:sym typeface="Calibri"/>
            </a:endParaRPr>
          </a:p>
        </p:txBody>
      </p:sp>
      <p:sp>
        <p:nvSpPr>
          <p:cNvPr id="1733" name="Google Shape;1733;p102"/>
          <p:cNvSpPr/>
          <p:nvPr/>
        </p:nvSpPr>
        <p:spPr>
          <a:xfrm>
            <a:off x="5496904" y="785725"/>
            <a:ext cx="376800" cy="345600"/>
          </a:xfrm>
          <a:prstGeom prst="rect">
            <a:avLst/>
          </a:prstGeom>
          <a:solidFill>
            <a:srgbClr val="D9D9D9"/>
          </a:solidFill>
          <a:ln w="19050" cap="flat" cmpd="sng">
            <a:solidFill>
              <a:srgbClr val="666666"/>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sz="1800">
              <a:latin typeface="Calibri"/>
              <a:ea typeface="Calibri"/>
              <a:cs typeface="Calibri"/>
              <a:sym typeface="Calibri"/>
            </a:endParaRPr>
          </a:p>
        </p:txBody>
      </p:sp>
      <p:sp>
        <p:nvSpPr>
          <p:cNvPr id="1734" name="Google Shape;1734;p102"/>
          <p:cNvSpPr/>
          <p:nvPr/>
        </p:nvSpPr>
        <p:spPr>
          <a:xfrm>
            <a:off x="6240332" y="785725"/>
            <a:ext cx="376800" cy="345600"/>
          </a:xfrm>
          <a:prstGeom prst="rect">
            <a:avLst/>
          </a:prstGeom>
          <a:solidFill>
            <a:srgbClr val="D9D9D9"/>
          </a:solidFill>
          <a:ln w="19050" cap="flat" cmpd="sng">
            <a:solidFill>
              <a:srgbClr val="666666"/>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sz="1800">
              <a:latin typeface="Calibri"/>
              <a:ea typeface="Calibri"/>
              <a:cs typeface="Calibri"/>
              <a:sym typeface="Calibri"/>
            </a:endParaRPr>
          </a:p>
        </p:txBody>
      </p:sp>
      <p:sp>
        <p:nvSpPr>
          <p:cNvPr id="1735" name="Google Shape;1735;p102"/>
          <p:cNvSpPr/>
          <p:nvPr/>
        </p:nvSpPr>
        <p:spPr>
          <a:xfrm>
            <a:off x="6612045" y="785725"/>
            <a:ext cx="376800" cy="345600"/>
          </a:xfrm>
          <a:prstGeom prst="rect">
            <a:avLst/>
          </a:prstGeom>
          <a:solidFill>
            <a:srgbClr val="D9D9D9"/>
          </a:solidFill>
          <a:ln w="19050" cap="flat" cmpd="sng">
            <a:solidFill>
              <a:srgbClr val="666666"/>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sz="1800">
              <a:latin typeface="Calibri"/>
              <a:ea typeface="Calibri"/>
              <a:cs typeface="Calibri"/>
              <a:sym typeface="Calibri"/>
            </a:endParaRPr>
          </a:p>
        </p:txBody>
      </p:sp>
      <p:sp>
        <p:nvSpPr>
          <p:cNvPr id="1736" name="Google Shape;1736;p102"/>
          <p:cNvSpPr/>
          <p:nvPr/>
        </p:nvSpPr>
        <p:spPr>
          <a:xfrm>
            <a:off x="6983759" y="785725"/>
            <a:ext cx="376800" cy="345600"/>
          </a:xfrm>
          <a:prstGeom prst="rect">
            <a:avLst/>
          </a:prstGeom>
          <a:solidFill>
            <a:srgbClr val="D9D9D9"/>
          </a:solidFill>
          <a:ln w="19050" cap="flat" cmpd="sng">
            <a:solidFill>
              <a:srgbClr val="666666"/>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sz="1800">
              <a:latin typeface="Calibri"/>
              <a:ea typeface="Calibri"/>
              <a:cs typeface="Calibri"/>
              <a:sym typeface="Calibri"/>
            </a:endParaRPr>
          </a:p>
        </p:txBody>
      </p:sp>
      <p:sp>
        <p:nvSpPr>
          <p:cNvPr id="1737" name="Google Shape;1737;p102"/>
          <p:cNvSpPr/>
          <p:nvPr/>
        </p:nvSpPr>
        <p:spPr>
          <a:xfrm>
            <a:off x="5868618" y="785725"/>
            <a:ext cx="376800" cy="345600"/>
          </a:xfrm>
          <a:prstGeom prst="rect">
            <a:avLst/>
          </a:prstGeom>
          <a:solidFill>
            <a:srgbClr val="D9D9D9"/>
          </a:solidFill>
          <a:ln w="19050" cap="flat" cmpd="sng">
            <a:solidFill>
              <a:srgbClr val="666666"/>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sz="1800">
              <a:latin typeface="Calibri"/>
              <a:ea typeface="Calibri"/>
              <a:cs typeface="Calibri"/>
              <a:sym typeface="Calibri"/>
            </a:endParaRPr>
          </a:p>
        </p:txBody>
      </p:sp>
      <p:sp>
        <p:nvSpPr>
          <p:cNvPr id="1738" name="Google Shape;1738;p102"/>
          <p:cNvSpPr/>
          <p:nvPr/>
        </p:nvSpPr>
        <p:spPr>
          <a:xfrm>
            <a:off x="5125190" y="785725"/>
            <a:ext cx="376800" cy="345600"/>
          </a:xfrm>
          <a:prstGeom prst="rect">
            <a:avLst/>
          </a:prstGeom>
          <a:solidFill>
            <a:srgbClr val="D9D9D9"/>
          </a:solidFill>
          <a:ln w="19050" cap="flat" cmpd="sng">
            <a:solidFill>
              <a:srgbClr val="666666"/>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sz="1800">
              <a:latin typeface="Calibri"/>
              <a:ea typeface="Calibri"/>
              <a:cs typeface="Calibri"/>
              <a:sym typeface="Calibri"/>
            </a:endParaRPr>
          </a:p>
        </p:txBody>
      </p:sp>
      <p:grpSp>
        <p:nvGrpSpPr>
          <p:cNvPr id="1739" name="Google Shape;1739;p102"/>
          <p:cNvGrpSpPr/>
          <p:nvPr/>
        </p:nvGrpSpPr>
        <p:grpSpPr>
          <a:xfrm>
            <a:off x="1779763" y="1131325"/>
            <a:ext cx="5585872" cy="609600"/>
            <a:chOff x="1675900" y="1131325"/>
            <a:chExt cx="5585872" cy="609600"/>
          </a:xfrm>
        </p:grpSpPr>
        <p:sp>
          <p:nvSpPr>
            <p:cNvPr id="1740" name="Google Shape;1740;p102"/>
            <p:cNvSpPr/>
            <p:nvPr/>
          </p:nvSpPr>
          <p:spPr>
            <a:xfrm>
              <a:off x="1675900" y="1395325"/>
              <a:ext cx="376800" cy="345600"/>
            </a:xfrm>
            <a:prstGeom prst="rect">
              <a:avLst/>
            </a:prstGeom>
            <a:solidFill>
              <a:srgbClr val="B1DD8B"/>
            </a:solidFill>
            <a:ln w="19050" cap="flat" cmpd="sng">
              <a:solidFill>
                <a:srgbClr val="666666"/>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sz="1800">
                <a:latin typeface="Calibri"/>
                <a:ea typeface="Calibri"/>
                <a:cs typeface="Calibri"/>
                <a:sym typeface="Calibri"/>
              </a:endParaRPr>
            </a:p>
          </p:txBody>
        </p:sp>
        <p:sp>
          <p:nvSpPr>
            <p:cNvPr id="1741" name="Google Shape;1741;p102"/>
            <p:cNvSpPr/>
            <p:nvPr/>
          </p:nvSpPr>
          <p:spPr>
            <a:xfrm>
              <a:off x="2047614" y="1395325"/>
              <a:ext cx="376800" cy="345600"/>
            </a:xfrm>
            <a:prstGeom prst="rect">
              <a:avLst/>
            </a:prstGeom>
            <a:solidFill>
              <a:srgbClr val="D9D9D9"/>
            </a:solidFill>
            <a:ln w="19050" cap="flat" cmpd="sng">
              <a:solidFill>
                <a:srgbClr val="666666"/>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sz="1800">
                <a:latin typeface="Calibri"/>
                <a:ea typeface="Calibri"/>
                <a:cs typeface="Calibri"/>
                <a:sym typeface="Calibri"/>
              </a:endParaRPr>
            </a:p>
          </p:txBody>
        </p:sp>
        <p:sp>
          <p:nvSpPr>
            <p:cNvPr id="1742" name="Google Shape;1742;p102"/>
            <p:cNvSpPr/>
            <p:nvPr/>
          </p:nvSpPr>
          <p:spPr>
            <a:xfrm>
              <a:off x="2791041" y="1395325"/>
              <a:ext cx="376800" cy="345600"/>
            </a:xfrm>
            <a:prstGeom prst="rect">
              <a:avLst/>
            </a:prstGeom>
            <a:solidFill>
              <a:srgbClr val="D9D9D9"/>
            </a:solidFill>
            <a:ln w="19050" cap="flat" cmpd="sng">
              <a:solidFill>
                <a:srgbClr val="666666"/>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sz="1800">
                <a:latin typeface="Calibri"/>
                <a:ea typeface="Calibri"/>
                <a:cs typeface="Calibri"/>
                <a:sym typeface="Calibri"/>
              </a:endParaRPr>
            </a:p>
          </p:txBody>
        </p:sp>
        <p:sp>
          <p:nvSpPr>
            <p:cNvPr id="1743" name="Google Shape;1743;p102"/>
            <p:cNvSpPr/>
            <p:nvPr/>
          </p:nvSpPr>
          <p:spPr>
            <a:xfrm>
              <a:off x="3534469" y="1395325"/>
              <a:ext cx="376800" cy="345600"/>
            </a:xfrm>
            <a:prstGeom prst="rect">
              <a:avLst/>
            </a:prstGeom>
            <a:solidFill>
              <a:srgbClr val="D9D9D9"/>
            </a:solidFill>
            <a:ln w="19050" cap="flat" cmpd="sng">
              <a:solidFill>
                <a:srgbClr val="666666"/>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sz="1800">
                <a:latin typeface="Calibri"/>
                <a:ea typeface="Calibri"/>
                <a:cs typeface="Calibri"/>
                <a:sym typeface="Calibri"/>
              </a:endParaRPr>
            </a:p>
          </p:txBody>
        </p:sp>
        <p:sp>
          <p:nvSpPr>
            <p:cNvPr id="1744" name="Google Shape;1744;p102"/>
            <p:cNvSpPr/>
            <p:nvPr/>
          </p:nvSpPr>
          <p:spPr>
            <a:xfrm>
              <a:off x="3906183" y="1395325"/>
              <a:ext cx="376800" cy="345600"/>
            </a:xfrm>
            <a:prstGeom prst="rect">
              <a:avLst/>
            </a:prstGeom>
            <a:solidFill>
              <a:srgbClr val="D9D9D9"/>
            </a:solidFill>
            <a:ln w="19050" cap="flat" cmpd="sng">
              <a:solidFill>
                <a:srgbClr val="666666"/>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sz="1800">
                <a:latin typeface="Calibri"/>
                <a:ea typeface="Calibri"/>
                <a:cs typeface="Calibri"/>
                <a:sym typeface="Calibri"/>
              </a:endParaRPr>
            </a:p>
          </p:txBody>
        </p:sp>
        <p:sp>
          <p:nvSpPr>
            <p:cNvPr id="1745" name="Google Shape;1745;p102"/>
            <p:cNvSpPr/>
            <p:nvPr/>
          </p:nvSpPr>
          <p:spPr>
            <a:xfrm>
              <a:off x="3162755" y="1395325"/>
              <a:ext cx="376800" cy="345600"/>
            </a:xfrm>
            <a:prstGeom prst="rect">
              <a:avLst/>
            </a:prstGeom>
            <a:solidFill>
              <a:srgbClr val="D9D9D9"/>
            </a:solidFill>
            <a:ln w="19050" cap="flat" cmpd="sng">
              <a:solidFill>
                <a:srgbClr val="666666"/>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sz="1800">
                <a:latin typeface="Calibri"/>
                <a:ea typeface="Calibri"/>
                <a:cs typeface="Calibri"/>
                <a:sym typeface="Calibri"/>
              </a:endParaRPr>
            </a:p>
          </p:txBody>
        </p:sp>
        <p:sp>
          <p:nvSpPr>
            <p:cNvPr id="1746" name="Google Shape;1746;p102"/>
            <p:cNvSpPr/>
            <p:nvPr/>
          </p:nvSpPr>
          <p:spPr>
            <a:xfrm>
              <a:off x="2419328" y="1395325"/>
              <a:ext cx="376800" cy="345600"/>
            </a:xfrm>
            <a:prstGeom prst="rect">
              <a:avLst/>
            </a:prstGeom>
            <a:solidFill>
              <a:srgbClr val="D9D9D9"/>
            </a:solidFill>
            <a:ln w="19050" cap="flat" cmpd="sng">
              <a:solidFill>
                <a:srgbClr val="666666"/>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sz="1800">
                <a:latin typeface="Calibri"/>
                <a:ea typeface="Calibri"/>
                <a:cs typeface="Calibri"/>
                <a:sym typeface="Calibri"/>
              </a:endParaRPr>
            </a:p>
          </p:txBody>
        </p:sp>
        <p:sp>
          <p:nvSpPr>
            <p:cNvPr id="1747" name="Google Shape;1747;p102"/>
            <p:cNvSpPr/>
            <p:nvPr/>
          </p:nvSpPr>
          <p:spPr>
            <a:xfrm>
              <a:off x="4282975" y="1395325"/>
              <a:ext cx="376800" cy="345600"/>
            </a:xfrm>
            <a:prstGeom prst="rect">
              <a:avLst/>
            </a:prstGeom>
            <a:solidFill>
              <a:srgbClr val="000000"/>
            </a:solidFill>
            <a:ln w="19050" cap="flat" cmpd="sng">
              <a:solidFill>
                <a:srgbClr val="666666"/>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sz="1800">
                <a:latin typeface="Calibri"/>
                <a:ea typeface="Calibri"/>
                <a:cs typeface="Calibri"/>
                <a:sym typeface="Calibri"/>
              </a:endParaRPr>
            </a:p>
          </p:txBody>
        </p:sp>
        <p:sp>
          <p:nvSpPr>
            <p:cNvPr id="1748" name="Google Shape;1748;p102"/>
            <p:cNvSpPr/>
            <p:nvPr/>
          </p:nvSpPr>
          <p:spPr>
            <a:xfrm>
              <a:off x="4654689" y="1395325"/>
              <a:ext cx="376800" cy="345600"/>
            </a:xfrm>
            <a:prstGeom prst="rect">
              <a:avLst/>
            </a:prstGeom>
            <a:solidFill>
              <a:srgbClr val="B1DD8B"/>
            </a:solidFill>
            <a:ln w="19050" cap="flat" cmpd="sng">
              <a:solidFill>
                <a:srgbClr val="666666"/>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sz="1800">
                <a:latin typeface="Calibri"/>
                <a:ea typeface="Calibri"/>
                <a:cs typeface="Calibri"/>
                <a:sym typeface="Calibri"/>
              </a:endParaRPr>
            </a:p>
          </p:txBody>
        </p:sp>
        <p:sp>
          <p:nvSpPr>
            <p:cNvPr id="1749" name="Google Shape;1749;p102"/>
            <p:cNvSpPr/>
            <p:nvPr/>
          </p:nvSpPr>
          <p:spPr>
            <a:xfrm>
              <a:off x="5398116" y="1395325"/>
              <a:ext cx="376800" cy="345600"/>
            </a:xfrm>
            <a:prstGeom prst="rect">
              <a:avLst/>
            </a:prstGeom>
            <a:solidFill>
              <a:srgbClr val="D9D9D9"/>
            </a:solidFill>
            <a:ln w="19050" cap="flat" cmpd="sng">
              <a:solidFill>
                <a:srgbClr val="666666"/>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sz="1800">
                <a:latin typeface="Calibri"/>
                <a:ea typeface="Calibri"/>
                <a:cs typeface="Calibri"/>
                <a:sym typeface="Calibri"/>
              </a:endParaRPr>
            </a:p>
          </p:txBody>
        </p:sp>
        <p:sp>
          <p:nvSpPr>
            <p:cNvPr id="1750" name="Google Shape;1750;p102"/>
            <p:cNvSpPr/>
            <p:nvPr/>
          </p:nvSpPr>
          <p:spPr>
            <a:xfrm>
              <a:off x="6141544" y="1395325"/>
              <a:ext cx="376800" cy="345600"/>
            </a:xfrm>
            <a:prstGeom prst="rect">
              <a:avLst/>
            </a:prstGeom>
            <a:solidFill>
              <a:srgbClr val="D9D9D9"/>
            </a:solidFill>
            <a:ln w="19050" cap="flat" cmpd="sng">
              <a:solidFill>
                <a:srgbClr val="666666"/>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sz="1800">
                <a:latin typeface="Calibri"/>
                <a:ea typeface="Calibri"/>
                <a:cs typeface="Calibri"/>
                <a:sym typeface="Calibri"/>
              </a:endParaRPr>
            </a:p>
          </p:txBody>
        </p:sp>
        <p:sp>
          <p:nvSpPr>
            <p:cNvPr id="1751" name="Google Shape;1751;p102"/>
            <p:cNvSpPr/>
            <p:nvPr/>
          </p:nvSpPr>
          <p:spPr>
            <a:xfrm>
              <a:off x="6513258" y="1395325"/>
              <a:ext cx="376800" cy="345600"/>
            </a:xfrm>
            <a:prstGeom prst="rect">
              <a:avLst/>
            </a:prstGeom>
            <a:solidFill>
              <a:srgbClr val="D9D9D9"/>
            </a:solidFill>
            <a:ln w="19050" cap="flat" cmpd="sng">
              <a:solidFill>
                <a:srgbClr val="666666"/>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sz="1800">
                <a:latin typeface="Calibri"/>
                <a:ea typeface="Calibri"/>
                <a:cs typeface="Calibri"/>
                <a:sym typeface="Calibri"/>
              </a:endParaRPr>
            </a:p>
          </p:txBody>
        </p:sp>
        <p:sp>
          <p:nvSpPr>
            <p:cNvPr id="1752" name="Google Shape;1752;p102"/>
            <p:cNvSpPr/>
            <p:nvPr/>
          </p:nvSpPr>
          <p:spPr>
            <a:xfrm>
              <a:off x="6884972" y="1395325"/>
              <a:ext cx="376800" cy="345600"/>
            </a:xfrm>
            <a:prstGeom prst="rect">
              <a:avLst/>
            </a:prstGeom>
            <a:solidFill>
              <a:srgbClr val="D9D9D9"/>
            </a:solidFill>
            <a:ln w="19050" cap="flat" cmpd="sng">
              <a:solidFill>
                <a:srgbClr val="666666"/>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sz="1800">
                <a:latin typeface="Calibri"/>
                <a:ea typeface="Calibri"/>
                <a:cs typeface="Calibri"/>
                <a:sym typeface="Calibri"/>
              </a:endParaRPr>
            </a:p>
          </p:txBody>
        </p:sp>
        <p:sp>
          <p:nvSpPr>
            <p:cNvPr id="1753" name="Google Shape;1753;p102"/>
            <p:cNvSpPr/>
            <p:nvPr/>
          </p:nvSpPr>
          <p:spPr>
            <a:xfrm>
              <a:off x="5769830" y="1395325"/>
              <a:ext cx="376800" cy="345600"/>
            </a:xfrm>
            <a:prstGeom prst="rect">
              <a:avLst/>
            </a:prstGeom>
            <a:solidFill>
              <a:srgbClr val="D9D9D9"/>
            </a:solidFill>
            <a:ln w="19050" cap="flat" cmpd="sng">
              <a:solidFill>
                <a:srgbClr val="666666"/>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sz="1800">
                <a:latin typeface="Calibri"/>
                <a:ea typeface="Calibri"/>
                <a:cs typeface="Calibri"/>
                <a:sym typeface="Calibri"/>
              </a:endParaRPr>
            </a:p>
          </p:txBody>
        </p:sp>
        <p:sp>
          <p:nvSpPr>
            <p:cNvPr id="1754" name="Google Shape;1754;p102"/>
            <p:cNvSpPr/>
            <p:nvPr/>
          </p:nvSpPr>
          <p:spPr>
            <a:xfrm>
              <a:off x="5026403" y="1395325"/>
              <a:ext cx="376800" cy="345600"/>
            </a:xfrm>
            <a:prstGeom prst="rect">
              <a:avLst/>
            </a:prstGeom>
            <a:solidFill>
              <a:srgbClr val="D9D9D9"/>
            </a:solidFill>
            <a:ln w="19050" cap="flat" cmpd="sng">
              <a:solidFill>
                <a:srgbClr val="666666"/>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sz="1800">
                <a:latin typeface="Calibri"/>
                <a:ea typeface="Calibri"/>
                <a:cs typeface="Calibri"/>
                <a:sym typeface="Calibri"/>
              </a:endParaRPr>
            </a:p>
          </p:txBody>
        </p:sp>
        <p:cxnSp>
          <p:nvCxnSpPr>
            <p:cNvPr id="1755" name="Google Shape;1755;p102"/>
            <p:cNvCxnSpPr>
              <a:stCxn id="1724" idx="2"/>
              <a:endCxn id="1747" idx="0"/>
            </p:cNvCxnSpPr>
            <p:nvPr/>
          </p:nvCxnSpPr>
          <p:spPr>
            <a:xfrm rot="-5400000" flipH="1">
              <a:off x="3035800" y="-40175"/>
              <a:ext cx="264000" cy="2607000"/>
            </a:xfrm>
            <a:prstGeom prst="curvedConnector3">
              <a:avLst>
                <a:gd name="adj1" fmla="val 50000"/>
              </a:avLst>
            </a:prstGeom>
            <a:noFill/>
            <a:ln w="19050" cap="flat" cmpd="sng">
              <a:solidFill>
                <a:schemeClr val="dk2"/>
              </a:solidFill>
              <a:prstDash val="solid"/>
              <a:round/>
              <a:headEnd type="none" w="med" len="med"/>
              <a:tailEnd type="triangle" w="med" len="med"/>
            </a:ln>
          </p:spPr>
        </p:cxnSp>
      </p:grpSp>
      <p:grpSp>
        <p:nvGrpSpPr>
          <p:cNvPr id="1756" name="Google Shape;1756;p102"/>
          <p:cNvGrpSpPr/>
          <p:nvPr/>
        </p:nvGrpSpPr>
        <p:grpSpPr>
          <a:xfrm>
            <a:off x="1779763" y="1740925"/>
            <a:ext cx="5580797" cy="609600"/>
            <a:chOff x="1675900" y="1740925"/>
            <a:chExt cx="5580797" cy="609600"/>
          </a:xfrm>
        </p:grpSpPr>
        <p:sp>
          <p:nvSpPr>
            <p:cNvPr id="1757" name="Google Shape;1757;p102"/>
            <p:cNvSpPr/>
            <p:nvPr/>
          </p:nvSpPr>
          <p:spPr>
            <a:xfrm>
              <a:off x="1675900" y="2004925"/>
              <a:ext cx="376800" cy="345600"/>
            </a:xfrm>
            <a:prstGeom prst="rect">
              <a:avLst/>
            </a:prstGeom>
            <a:solidFill>
              <a:srgbClr val="B1DD8B"/>
            </a:solidFill>
            <a:ln w="19050" cap="flat" cmpd="sng">
              <a:solidFill>
                <a:srgbClr val="666666"/>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sz="1800">
                <a:latin typeface="Calibri"/>
                <a:ea typeface="Calibri"/>
                <a:cs typeface="Calibri"/>
                <a:sym typeface="Calibri"/>
              </a:endParaRPr>
            </a:p>
          </p:txBody>
        </p:sp>
        <p:sp>
          <p:nvSpPr>
            <p:cNvPr id="1758" name="Google Shape;1758;p102"/>
            <p:cNvSpPr/>
            <p:nvPr/>
          </p:nvSpPr>
          <p:spPr>
            <a:xfrm>
              <a:off x="2047614" y="2004925"/>
              <a:ext cx="376800" cy="345600"/>
            </a:xfrm>
            <a:prstGeom prst="rect">
              <a:avLst/>
            </a:prstGeom>
            <a:solidFill>
              <a:srgbClr val="D9D9D9"/>
            </a:solidFill>
            <a:ln w="19050" cap="flat" cmpd="sng">
              <a:solidFill>
                <a:srgbClr val="666666"/>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sz="1800">
                <a:latin typeface="Calibri"/>
                <a:ea typeface="Calibri"/>
                <a:cs typeface="Calibri"/>
                <a:sym typeface="Calibri"/>
              </a:endParaRPr>
            </a:p>
          </p:txBody>
        </p:sp>
        <p:sp>
          <p:nvSpPr>
            <p:cNvPr id="1759" name="Google Shape;1759;p102"/>
            <p:cNvSpPr/>
            <p:nvPr/>
          </p:nvSpPr>
          <p:spPr>
            <a:xfrm>
              <a:off x="3162769" y="2004925"/>
              <a:ext cx="376800" cy="345600"/>
            </a:xfrm>
            <a:prstGeom prst="rect">
              <a:avLst/>
            </a:prstGeom>
            <a:solidFill>
              <a:srgbClr val="B1DD8B"/>
            </a:solidFill>
            <a:ln w="19050" cap="flat" cmpd="sng">
              <a:solidFill>
                <a:srgbClr val="666666"/>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sz="1800">
                <a:latin typeface="Calibri"/>
                <a:ea typeface="Calibri"/>
                <a:cs typeface="Calibri"/>
                <a:sym typeface="Calibri"/>
              </a:endParaRPr>
            </a:p>
          </p:txBody>
        </p:sp>
        <p:sp>
          <p:nvSpPr>
            <p:cNvPr id="1760" name="Google Shape;1760;p102"/>
            <p:cNvSpPr/>
            <p:nvPr/>
          </p:nvSpPr>
          <p:spPr>
            <a:xfrm>
              <a:off x="3534483" y="2004925"/>
              <a:ext cx="376800" cy="345600"/>
            </a:xfrm>
            <a:prstGeom prst="rect">
              <a:avLst/>
            </a:prstGeom>
            <a:solidFill>
              <a:srgbClr val="D9D9D9"/>
            </a:solidFill>
            <a:ln w="19050" cap="flat" cmpd="sng">
              <a:solidFill>
                <a:srgbClr val="666666"/>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sz="1800">
                <a:latin typeface="Calibri"/>
                <a:ea typeface="Calibri"/>
                <a:cs typeface="Calibri"/>
                <a:sym typeface="Calibri"/>
              </a:endParaRPr>
            </a:p>
          </p:txBody>
        </p:sp>
        <p:sp>
          <p:nvSpPr>
            <p:cNvPr id="1761" name="Google Shape;1761;p102"/>
            <p:cNvSpPr/>
            <p:nvPr/>
          </p:nvSpPr>
          <p:spPr>
            <a:xfrm>
              <a:off x="3906197" y="2004925"/>
              <a:ext cx="376800" cy="345600"/>
            </a:xfrm>
            <a:prstGeom prst="rect">
              <a:avLst/>
            </a:prstGeom>
            <a:solidFill>
              <a:srgbClr val="D9D9D9"/>
            </a:solidFill>
            <a:ln w="19050" cap="flat" cmpd="sng">
              <a:solidFill>
                <a:srgbClr val="666666"/>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sz="1800">
                <a:latin typeface="Calibri"/>
                <a:ea typeface="Calibri"/>
                <a:cs typeface="Calibri"/>
                <a:sym typeface="Calibri"/>
              </a:endParaRPr>
            </a:p>
          </p:txBody>
        </p:sp>
        <p:sp>
          <p:nvSpPr>
            <p:cNvPr id="1762" name="Google Shape;1762;p102"/>
            <p:cNvSpPr/>
            <p:nvPr/>
          </p:nvSpPr>
          <p:spPr>
            <a:xfrm>
              <a:off x="2791055" y="2004925"/>
              <a:ext cx="376800" cy="345600"/>
            </a:xfrm>
            <a:prstGeom prst="rect">
              <a:avLst/>
            </a:prstGeom>
            <a:solidFill>
              <a:srgbClr val="000000"/>
            </a:solidFill>
            <a:ln w="19050" cap="flat" cmpd="sng">
              <a:solidFill>
                <a:srgbClr val="666666"/>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sz="1800">
                <a:latin typeface="Calibri"/>
                <a:ea typeface="Calibri"/>
                <a:cs typeface="Calibri"/>
                <a:sym typeface="Calibri"/>
              </a:endParaRPr>
            </a:p>
          </p:txBody>
        </p:sp>
        <p:sp>
          <p:nvSpPr>
            <p:cNvPr id="1763" name="Google Shape;1763;p102"/>
            <p:cNvSpPr/>
            <p:nvPr/>
          </p:nvSpPr>
          <p:spPr>
            <a:xfrm>
              <a:off x="2419328" y="2004925"/>
              <a:ext cx="376800" cy="345600"/>
            </a:xfrm>
            <a:prstGeom prst="rect">
              <a:avLst/>
            </a:prstGeom>
            <a:solidFill>
              <a:srgbClr val="D9D9D9"/>
            </a:solidFill>
            <a:ln w="19050" cap="flat" cmpd="sng">
              <a:solidFill>
                <a:srgbClr val="666666"/>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sz="1800">
                <a:latin typeface="Calibri"/>
                <a:ea typeface="Calibri"/>
                <a:cs typeface="Calibri"/>
                <a:sym typeface="Calibri"/>
              </a:endParaRPr>
            </a:p>
          </p:txBody>
        </p:sp>
        <p:sp>
          <p:nvSpPr>
            <p:cNvPr id="1764" name="Google Shape;1764;p102"/>
            <p:cNvSpPr/>
            <p:nvPr/>
          </p:nvSpPr>
          <p:spPr>
            <a:xfrm>
              <a:off x="4277900" y="2004925"/>
              <a:ext cx="376800" cy="345600"/>
            </a:xfrm>
            <a:prstGeom prst="rect">
              <a:avLst/>
            </a:prstGeom>
            <a:solidFill>
              <a:srgbClr val="000000"/>
            </a:solidFill>
            <a:ln w="19050" cap="flat" cmpd="sng">
              <a:solidFill>
                <a:srgbClr val="666666"/>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sz="1800">
                <a:latin typeface="Calibri"/>
                <a:ea typeface="Calibri"/>
                <a:cs typeface="Calibri"/>
                <a:sym typeface="Calibri"/>
              </a:endParaRPr>
            </a:p>
          </p:txBody>
        </p:sp>
        <p:sp>
          <p:nvSpPr>
            <p:cNvPr id="1765" name="Google Shape;1765;p102"/>
            <p:cNvSpPr/>
            <p:nvPr/>
          </p:nvSpPr>
          <p:spPr>
            <a:xfrm>
              <a:off x="4649614" y="2004925"/>
              <a:ext cx="376800" cy="345600"/>
            </a:xfrm>
            <a:prstGeom prst="rect">
              <a:avLst/>
            </a:prstGeom>
            <a:solidFill>
              <a:srgbClr val="B1DD8B"/>
            </a:solidFill>
            <a:ln w="19050" cap="flat" cmpd="sng">
              <a:solidFill>
                <a:srgbClr val="666666"/>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sz="1800">
                <a:latin typeface="Calibri"/>
                <a:ea typeface="Calibri"/>
                <a:cs typeface="Calibri"/>
                <a:sym typeface="Calibri"/>
              </a:endParaRPr>
            </a:p>
          </p:txBody>
        </p:sp>
        <p:sp>
          <p:nvSpPr>
            <p:cNvPr id="1766" name="Google Shape;1766;p102"/>
            <p:cNvSpPr/>
            <p:nvPr/>
          </p:nvSpPr>
          <p:spPr>
            <a:xfrm>
              <a:off x="5393041" y="2004925"/>
              <a:ext cx="376800" cy="345600"/>
            </a:xfrm>
            <a:prstGeom prst="rect">
              <a:avLst/>
            </a:prstGeom>
            <a:solidFill>
              <a:srgbClr val="D9D9D9"/>
            </a:solidFill>
            <a:ln w="19050" cap="flat" cmpd="sng">
              <a:solidFill>
                <a:srgbClr val="666666"/>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sz="1800">
                <a:latin typeface="Calibri"/>
                <a:ea typeface="Calibri"/>
                <a:cs typeface="Calibri"/>
                <a:sym typeface="Calibri"/>
              </a:endParaRPr>
            </a:p>
          </p:txBody>
        </p:sp>
        <p:sp>
          <p:nvSpPr>
            <p:cNvPr id="1767" name="Google Shape;1767;p102"/>
            <p:cNvSpPr/>
            <p:nvPr/>
          </p:nvSpPr>
          <p:spPr>
            <a:xfrm>
              <a:off x="6136469" y="2004925"/>
              <a:ext cx="376800" cy="345600"/>
            </a:xfrm>
            <a:prstGeom prst="rect">
              <a:avLst/>
            </a:prstGeom>
            <a:solidFill>
              <a:srgbClr val="B1DD8B"/>
            </a:solidFill>
            <a:ln w="19050" cap="flat" cmpd="sng">
              <a:solidFill>
                <a:srgbClr val="666666"/>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sz="1800">
                <a:latin typeface="Calibri"/>
                <a:ea typeface="Calibri"/>
                <a:cs typeface="Calibri"/>
                <a:sym typeface="Calibri"/>
              </a:endParaRPr>
            </a:p>
          </p:txBody>
        </p:sp>
        <p:sp>
          <p:nvSpPr>
            <p:cNvPr id="1768" name="Google Shape;1768;p102"/>
            <p:cNvSpPr/>
            <p:nvPr/>
          </p:nvSpPr>
          <p:spPr>
            <a:xfrm>
              <a:off x="6508183" y="2004925"/>
              <a:ext cx="376800" cy="345600"/>
            </a:xfrm>
            <a:prstGeom prst="rect">
              <a:avLst/>
            </a:prstGeom>
            <a:solidFill>
              <a:srgbClr val="D9D9D9"/>
            </a:solidFill>
            <a:ln w="19050" cap="flat" cmpd="sng">
              <a:solidFill>
                <a:srgbClr val="666666"/>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sz="1800">
                <a:latin typeface="Calibri"/>
                <a:ea typeface="Calibri"/>
                <a:cs typeface="Calibri"/>
                <a:sym typeface="Calibri"/>
              </a:endParaRPr>
            </a:p>
          </p:txBody>
        </p:sp>
        <p:sp>
          <p:nvSpPr>
            <p:cNvPr id="1769" name="Google Shape;1769;p102"/>
            <p:cNvSpPr/>
            <p:nvPr/>
          </p:nvSpPr>
          <p:spPr>
            <a:xfrm>
              <a:off x="6879897" y="2004925"/>
              <a:ext cx="376800" cy="345600"/>
            </a:xfrm>
            <a:prstGeom prst="rect">
              <a:avLst/>
            </a:prstGeom>
            <a:solidFill>
              <a:srgbClr val="D9D9D9"/>
            </a:solidFill>
            <a:ln w="19050" cap="flat" cmpd="sng">
              <a:solidFill>
                <a:srgbClr val="666666"/>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sz="1800">
                <a:latin typeface="Calibri"/>
                <a:ea typeface="Calibri"/>
                <a:cs typeface="Calibri"/>
                <a:sym typeface="Calibri"/>
              </a:endParaRPr>
            </a:p>
          </p:txBody>
        </p:sp>
        <p:sp>
          <p:nvSpPr>
            <p:cNvPr id="1770" name="Google Shape;1770;p102"/>
            <p:cNvSpPr/>
            <p:nvPr/>
          </p:nvSpPr>
          <p:spPr>
            <a:xfrm>
              <a:off x="5764755" y="2004925"/>
              <a:ext cx="376800" cy="345600"/>
            </a:xfrm>
            <a:prstGeom prst="rect">
              <a:avLst/>
            </a:prstGeom>
            <a:solidFill>
              <a:srgbClr val="000000"/>
            </a:solidFill>
            <a:ln w="19050" cap="flat" cmpd="sng">
              <a:solidFill>
                <a:srgbClr val="666666"/>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sz="1800">
                <a:latin typeface="Calibri"/>
                <a:ea typeface="Calibri"/>
                <a:cs typeface="Calibri"/>
                <a:sym typeface="Calibri"/>
              </a:endParaRPr>
            </a:p>
          </p:txBody>
        </p:sp>
        <p:sp>
          <p:nvSpPr>
            <p:cNvPr id="1771" name="Google Shape;1771;p102"/>
            <p:cNvSpPr/>
            <p:nvPr/>
          </p:nvSpPr>
          <p:spPr>
            <a:xfrm>
              <a:off x="5021328" y="2004925"/>
              <a:ext cx="376800" cy="345600"/>
            </a:xfrm>
            <a:prstGeom prst="rect">
              <a:avLst/>
            </a:prstGeom>
            <a:solidFill>
              <a:srgbClr val="D9D9D9"/>
            </a:solidFill>
            <a:ln w="19050" cap="flat" cmpd="sng">
              <a:solidFill>
                <a:srgbClr val="666666"/>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sz="1800">
                <a:latin typeface="Calibri"/>
                <a:ea typeface="Calibri"/>
                <a:cs typeface="Calibri"/>
                <a:sym typeface="Calibri"/>
              </a:endParaRPr>
            </a:p>
          </p:txBody>
        </p:sp>
        <p:cxnSp>
          <p:nvCxnSpPr>
            <p:cNvPr id="1772" name="Google Shape;1772;p102"/>
            <p:cNvCxnSpPr>
              <a:stCxn id="1740" idx="2"/>
              <a:endCxn id="1762" idx="0"/>
            </p:cNvCxnSpPr>
            <p:nvPr/>
          </p:nvCxnSpPr>
          <p:spPr>
            <a:xfrm rot="-5400000" flipH="1">
              <a:off x="2289850" y="1315375"/>
              <a:ext cx="264000" cy="1115100"/>
            </a:xfrm>
            <a:prstGeom prst="curvedConnector3">
              <a:avLst>
                <a:gd name="adj1" fmla="val 50000"/>
              </a:avLst>
            </a:prstGeom>
            <a:noFill/>
            <a:ln w="19050" cap="flat" cmpd="sng">
              <a:solidFill>
                <a:schemeClr val="dk2"/>
              </a:solidFill>
              <a:prstDash val="solid"/>
              <a:round/>
              <a:headEnd type="none" w="med" len="med"/>
              <a:tailEnd type="triangle" w="med" len="med"/>
            </a:ln>
          </p:spPr>
        </p:cxnSp>
        <p:cxnSp>
          <p:nvCxnSpPr>
            <p:cNvPr id="1773" name="Google Shape;1773;p102"/>
            <p:cNvCxnSpPr>
              <a:stCxn id="1748" idx="2"/>
              <a:endCxn id="1770" idx="0"/>
            </p:cNvCxnSpPr>
            <p:nvPr/>
          </p:nvCxnSpPr>
          <p:spPr>
            <a:xfrm rot="-5400000" flipH="1">
              <a:off x="5266089" y="1317925"/>
              <a:ext cx="264000" cy="1110000"/>
            </a:xfrm>
            <a:prstGeom prst="curvedConnector3">
              <a:avLst>
                <a:gd name="adj1" fmla="val 50000"/>
              </a:avLst>
            </a:prstGeom>
            <a:noFill/>
            <a:ln w="19050" cap="flat" cmpd="sng">
              <a:solidFill>
                <a:schemeClr val="dk2"/>
              </a:solidFill>
              <a:prstDash val="solid"/>
              <a:round/>
              <a:headEnd type="none" w="med" len="med"/>
              <a:tailEnd type="triangle" w="med" len="med"/>
            </a:ln>
          </p:spPr>
        </p:cxnSp>
      </p:grpSp>
      <p:grpSp>
        <p:nvGrpSpPr>
          <p:cNvPr id="1774" name="Google Shape;1774;p102"/>
          <p:cNvGrpSpPr/>
          <p:nvPr/>
        </p:nvGrpSpPr>
        <p:grpSpPr>
          <a:xfrm>
            <a:off x="1778364" y="2350525"/>
            <a:ext cx="5580796" cy="696300"/>
            <a:chOff x="1674501" y="2350525"/>
            <a:chExt cx="5580796" cy="696300"/>
          </a:xfrm>
        </p:grpSpPr>
        <p:sp>
          <p:nvSpPr>
            <p:cNvPr id="1775" name="Google Shape;1775;p102"/>
            <p:cNvSpPr/>
            <p:nvPr/>
          </p:nvSpPr>
          <p:spPr>
            <a:xfrm>
              <a:off x="1674501" y="2701225"/>
              <a:ext cx="376800" cy="345600"/>
            </a:xfrm>
            <a:prstGeom prst="rect">
              <a:avLst/>
            </a:prstGeom>
            <a:solidFill>
              <a:srgbClr val="B1DD8B"/>
            </a:solidFill>
            <a:ln w="19050" cap="flat" cmpd="sng">
              <a:solidFill>
                <a:srgbClr val="666666"/>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sz="1800">
                <a:latin typeface="Calibri"/>
                <a:ea typeface="Calibri"/>
                <a:cs typeface="Calibri"/>
                <a:sym typeface="Calibri"/>
              </a:endParaRPr>
            </a:p>
          </p:txBody>
        </p:sp>
        <p:sp>
          <p:nvSpPr>
            <p:cNvPr id="1776" name="Google Shape;1776;p102"/>
            <p:cNvSpPr/>
            <p:nvPr/>
          </p:nvSpPr>
          <p:spPr>
            <a:xfrm>
              <a:off x="2046215" y="2701225"/>
              <a:ext cx="376800" cy="345600"/>
            </a:xfrm>
            <a:prstGeom prst="rect">
              <a:avLst/>
            </a:prstGeom>
            <a:solidFill>
              <a:srgbClr val="000000"/>
            </a:solidFill>
            <a:ln w="19050" cap="flat" cmpd="sng">
              <a:solidFill>
                <a:srgbClr val="666666"/>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sz="1800">
                <a:latin typeface="Calibri"/>
                <a:ea typeface="Calibri"/>
                <a:cs typeface="Calibri"/>
                <a:sym typeface="Calibri"/>
              </a:endParaRPr>
            </a:p>
          </p:txBody>
        </p:sp>
        <p:sp>
          <p:nvSpPr>
            <p:cNvPr id="1777" name="Google Shape;1777;p102"/>
            <p:cNvSpPr/>
            <p:nvPr/>
          </p:nvSpPr>
          <p:spPr>
            <a:xfrm>
              <a:off x="3161370" y="2701225"/>
              <a:ext cx="376800" cy="345600"/>
            </a:xfrm>
            <a:prstGeom prst="rect">
              <a:avLst/>
            </a:prstGeom>
            <a:solidFill>
              <a:srgbClr val="B1DD8B"/>
            </a:solidFill>
            <a:ln w="19050" cap="flat" cmpd="sng">
              <a:solidFill>
                <a:srgbClr val="666666"/>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sz="1800">
                <a:latin typeface="Calibri"/>
                <a:ea typeface="Calibri"/>
                <a:cs typeface="Calibri"/>
                <a:sym typeface="Calibri"/>
              </a:endParaRPr>
            </a:p>
          </p:txBody>
        </p:sp>
        <p:sp>
          <p:nvSpPr>
            <p:cNvPr id="1778" name="Google Shape;1778;p102"/>
            <p:cNvSpPr/>
            <p:nvPr/>
          </p:nvSpPr>
          <p:spPr>
            <a:xfrm>
              <a:off x="3533084" y="2701225"/>
              <a:ext cx="376800" cy="345600"/>
            </a:xfrm>
            <a:prstGeom prst="rect">
              <a:avLst/>
            </a:prstGeom>
            <a:solidFill>
              <a:srgbClr val="000000"/>
            </a:solidFill>
            <a:ln w="19050" cap="flat" cmpd="sng">
              <a:solidFill>
                <a:srgbClr val="666666"/>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sz="1800">
                <a:latin typeface="Calibri"/>
                <a:ea typeface="Calibri"/>
                <a:cs typeface="Calibri"/>
                <a:sym typeface="Calibri"/>
              </a:endParaRPr>
            </a:p>
          </p:txBody>
        </p:sp>
        <p:sp>
          <p:nvSpPr>
            <p:cNvPr id="1779" name="Google Shape;1779;p102"/>
            <p:cNvSpPr/>
            <p:nvPr/>
          </p:nvSpPr>
          <p:spPr>
            <a:xfrm>
              <a:off x="3904798" y="2701225"/>
              <a:ext cx="376800" cy="345600"/>
            </a:xfrm>
            <a:prstGeom prst="rect">
              <a:avLst/>
            </a:prstGeom>
            <a:solidFill>
              <a:srgbClr val="B1DD8B"/>
            </a:solidFill>
            <a:ln w="19050" cap="flat" cmpd="sng">
              <a:solidFill>
                <a:srgbClr val="666666"/>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sz="1800">
                <a:latin typeface="Calibri"/>
                <a:ea typeface="Calibri"/>
                <a:cs typeface="Calibri"/>
                <a:sym typeface="Calibri"/>
              </a:endParaRPr>
            </a:p>
          </p:txBody>
        </p:sp>
        <p:sp>
          <p:nvSpPr>
            <p:cNvPr id="1780" name="Google Shape;1780;p102"/>
            <p:cNvSpPr/>
            <p:nvPr/>
          </p:nvSpPr>
          <p:spPr>
            <a:xfrm>
              <a:off x="2789656" y="2701225"/>
              <a:ext cx="376800" cy="345600"/>
            </a:xfrm>
            <a:prstGeom prst="rect">
              <a:avLst/>
            </a:prstGeom>
            <a:solidFill>
              <a:srgbClr val="000000"/>
            </a:solidFill>
            <a:ln w="19050" cap="flat" cmpd="sng">
              <a:solidFill>
                <a:srgbClr val="666666"/>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sz="1800">
                <a:latin typeface="Calibri"/>
                <a:ea typeface="Calibri"/>
                <a:cs typeface="Calibri"/>
                <a:sym typeface="Calibri"/>
              </a:endParaRPr>
            </a:p>
          </p:txBody>
        </p:sp>
        <p:sp>
          <p:nvSpPr>
            <p:cNvPr id="1781" name="Google Shape;1781;p102"/>
            <p:cNvSpPr/>
            <p:nvPr/>
          </p:nvSpPr>
          <p:spPr>
            <a:xfrm>
              <a:off x="2417929" y="2701225"/>
              <a:ext cx="376800" cy="345600"/>
            </a:xfrm>
            <a:prstGeom prst="rect">
              <a:avLst/>
            </a:prstGeom>
            <a:solidFill>
              <a:srgbClr val="B1DD8B"/>
            </a:solidFill>
            <a:ln w="19050" cap="flat" cmpd="sng">
              <a:solidFill>
                <a:srgbClr val="666666"/>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sz="1800">
                <a:latin typeface="Calibri"/>
                <a:ea typeface="Calibri"/>
                <a:cs typeface="Calibri"/>
                <a:sym typeface="Calibri"/>
              </a:endParaRPr>
            </a:p>
          </p:txBody>
        </p:sp>
        <p:sp>
          <p:nvSpPr>
            <p:cNvPr id="1782" name="Google Shape;1782;p102"/>
            <p:cNvSpPr/>
            <p:nvPr/>
          </p:nvSpPr>
          <p:spPr>
            <a:xfrm>
              <a:off x="4276501" y="2701225"/>
              <a:ext cx="376800" cy="345600"/>
            </a:xfrm>
            <a:prstGeom prst="rect">
              <a:avLst/>
            </a:prstGeom>
            <a:solidFill>
              <a:srgbClr val="000000"/>
            </a:solidFill>
            <a:ln w="19050" cap="flat" cmpd="sng">
              <a:solidFill>
                <a:srgbClr val="666666"/>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sz="1800">
                <a:latin typeface="Calibri"/>
                <a:ea typeface="Calibri"/>
                <a:cs typeface="Calibri"/>
                <a:sym typeface="Calibri"/>
              </a:endParaRPr>
            </a:p>
          </p:txBody>
        </p:sp>
        <p:sp>
          <p:nvSpPr>
            <p:cNvPr id="1783" name="Google Shape;1783;p102"/>
            <p:cNvSpPr/>
            <p:nvPr/>
          </p:nvSpPr>
          <p:spPr>
            <a:xfrm>
              <a:off x="4648215" y="2701225"/>
              <a:ext cx="376800" cy="345600"/>
            </a:xfrm>
            <a:prstGeom prst="rect">
              <a:avLst/>
            </a:prstGeom>
            <a:solidFill>
              <a:srgbClr val="B1DD8B"/>
            </a:solidFill>
            <a:ln w="19050" cap="flat" cmpd="sng">
              <a:solidFill>
                <a:srgbClr val="666666"/>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sz="1800">
                <a:latin typeface="Calibri"/>
                <a:ea typeface="Calibri"/>
                <a:cs typeface="Calibri"/>
                <a:sym typeface="Calibri"/>
              </a:endParaRPr>
            </a:p>
          </p:txBody>
        </p:sp>
        <p:sp>
          <p:nvSpPr>
            <p:cNvPr id="1784" name="Google Shape;1784;p102"/>
            <p:cNvSpPr/>
            <p:nvPr/>
          </p:nvSpPr>
          <p:spPr>
            <a:xfrm>
              <a:off x="5391643" y="2701225"/>
              <a:ext cx="376800" cy="345600"/>
            </a:xfrm>
            <a:prstGeom prst="rect">
              <a:avLst/>
            </a:prstGeom>
            <a:solidFill>
              <a:srgbClr val="B1DD8B"/>
            </a:solidFill>
            <a:ln w="19050" cap="flat" cmpd="sng">
              <a:solidFill>
                <a:srgbClr val="666666"/>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sz="1800">
                <a:latin typeface="Calibri"/>
                <a:ea typeface="Calibri"/>
                <a:cs typeface="Calibri"/>
                <a:sym typeface="Calibri"/>
              </a:endParaRPr>
            </a:p>
          </p:txBody>
        </p:sp>
        <p:sp>
          <p:nvSpPr>
            <p:cNvPr id="1785" name="Google Shape;1785;p102"/>
            <p:cNvSpPr/>
            <p:nvPr/>
          </p:nvSpPr>
          <p:spPr>
            <a:xfrm>
              <a:off x="6135070" y="2701225"/>
              <a:ext cx="376800" cy="345600"/>
            </a:xfrm>
            <a:prstGeom prst="rect">
              <a:avLst/>
            </a:prstGeom>
            <a:solidFill>
              <a:srgbClr val="B1DD8B"/>
            </a:solidFill>
            <a:ln w="19050" cap="flat" cmpd="sng">
              <a:solidFill>
                <a:srgbClr val="666666"/>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sz="1800">
                <a:latin typeface="Calibri"/>
                <a:ea typeface="Calibri"/>
                <a:cs typeface="Calibri"/>
                <a:sym typeface="Calibri"/>
              </a:endParaRPr>
            </a:p>
          </p:txBody>
        </p:sp>
        <p:sp>
          <p:nvSpPr>
            <p:cNvPr id="1786" name="Google Shape;1786;p102"/>
            <p:cNvSpPr/>
            <p:nvPr/>
          </p:nvSpPr>
          <p:spPr>
            <a:xfrm>
              <a:off x="6506784" y="2701225"/>
              <a:ext cx="376800" cy="345600"/>
            </a:xfrm>
            <a:prstGeom prst="rect">
              <a:avLst/>
            </a:prstGeom>
            <a:solidFill>
              <a:srgbClr val="000000"/>
            </a:solidFill>
            <a:ln w="19050" cap="flat" cmpd="sng">
              <a:solidFill>
                <a:srgbClr val="666666"/>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sz="1800">
                <a:latin typeface="Calibri"/>
                <a:ea typeface="Calibri"/>
                <a:cs typeface="Calibri"/>
                <a:sym typeface="Calibri"/>
              </a:endParaRPr>
            </a:p>
          </p:txBody>
        </p:sp>
        <p:sp>
          <p:nvSpPr>
            <p:cNvPr id="1787" name="Google Shape;1787;p102"/>
            <p:cNvSpPr/>
            <p:nvPr/>
          </p:nvSpPr>
          <p:spPr>
            <a:xfrm>
              <a:off x="6878498" y="2701225"/>
              <a:ext cx="376800" cy="345600"/>
            </a:xfrm>
            <a:prstGeom prst="rect">
              <a:avLst/>
            </a:prstGeom>
            <a:solidFill>
              <a:srgbClr val="B1DD8B"/>
            </a:solidFill>
            <a:ln w="19050" cap="flat" cmpd="sng">
              <a:solidFill>
                <a:srgbClr val="666666"/>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sz="1800">
                <a:latin typeface="Calibri"/>
                <a:ea typeface="Calibri"/>
                <a:cs typeface="Calibri"/>
                <a:sym typeface="Calibri"/>
              </a:endParaRPr>
            </a:p>
          </p:txBody>
        </p:sp>
        <p:sp>
          <p:nvSpPr>
            <p:cNvPr id="1788" name="Google Shape;1788;p102"/>
            <p:cNvSpPr/>
            <p:nvPr/>
          </p:nvSpPr>
          <p:spPr>
            <a:xfrm>
              <a:off x="5763357" y="2701225"/>
              <a:ext cx="376800" cy="345600"/>
            </a:xfrm>
            <a:prstGeom prst="rect">
              <a:avLst/>
            </a:prstGeom>
            <a:solidFill>
              <a:srgbClr val="000000"/>
            </a:solidFill>
            <a:ln w="19050" cap="flat" cmpd="sng">
              <a:solidFill>
                <a:srgbClr val="666666"/>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sz="1800">
                <a:latin typeface="Calibri"/>
                <a:ea typeface="Calibri"/>
                <a:cs typeface="Calibri"/>
                <a:sym typeface="Calibri"/>
              </a:endParaRPr>
            </a:p>
          </p:txBody>
        </p:sp>
        <p:sp>
          <p:nvSpPr>
            <p:cNvPr id="1789" name="Google Shape;1789;p102"/>
            <p:cNvSpPr/>
            <p:nvPr/>
          </p:nvSpPr>
          <p:spPr>
            <a:xfrm>
              <a:off x="5019929" y="2701225"/>
              <a:ext cx="376800" cy="345600"/>
            </a:xfrm>
            <a:prstGeom prst="rect">
              <a:avLst/>
            </a:prstGeom>
            <a:solidFill>
              <a:srgbClr val="000000"/>
            </a:solidFill>
            <a:ln w="19050" cap="flat" cmpd="sng">
              <a:solidFill>
                <a:srgbClr val="666666"/>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sz="1800">
                <a:latin typeface="Calibri"/>
                <a:ea typeface="Calibri"/>
                <a:cs typeface="Calibri"/>
                <a:sym typeface="Calibri"/>
              </a:endParaRPr>
            </a:p>
          </p:txBody>
        </p:sp>
        <p:cxnSp>
          <p:nvCxnSpPr>
            <p:cNvPr id="1790" name="Google Shape;1790;p102"/>
            <p:cNvCxnSpPr>
              <a:stCxn id="1757" idx="2"/>
              <a:endCxn id="1776" idx="0"/>
            </p:cNvCxnSpPr>
            <p:nvPr/>
          </p:nvCxnSpPr>
          <p:spPr>
            <a:xfrm rot="-5400000" flipH="1">
              <a:off x="1874050" y="2340775"/>
              <a:ext cx="350700" cy="370200"/>
            </a:xfrm>
            <a:prstGeom prst="curvedConnector3">
              <a:avLst>
                <a:gd name="adj1" fmla="val 50000"/>
              </a:avLst>
            </a:prstGeom>
            <a:noFill/>
            <a:ln w="19050" cap="flat" cmpd="sng">
              <a:solidFill>
                <a:schemeClr val="dk2"/>
              </a:solidFill>
              <a:prstDash val="solid"/>
              <a:round/>
              <a:headEnd type="none" w="med" len="med"/>
              <a:tailEnd type="triangle" w="med" len="med"/>
            </a:ln>
          </p:spPr>
        </p:cxnSp>
        <p:cxnSp>
          <p:nvCxnSpPr>
            <p:cNvPr id="1791" name="Google Shape;1791;p102"/>
            <p:cNvCxnSpPr>
              <a:stCxn id="1759" idx="2"/>
              <a:endCxn id="1778" idx="0"/>
            </p:cNvCxnSpPr>
            <p:nvPr/>
          </p:nvCxnSpPr>
          <p:spPr>
            <a:xfrm rot="-5400000" flipH="1">
              <a:off x="3360919" y="2340775"/>
              <a:ext cx="350700" cy="370200"/>
            </a:xfrm>
            <a:prstGeom prst="curvedConnector3">
              <a:avLst>
                <a:gd name="adj1" fmla="val 50000"/>
              </a:avLst>
            </a:prstGeom>
            <a:noFill/>
            <a:ln w="19050" cap="flat" cmpd="sng">
              <a:solidFill>
                <a:schemeClr val="dk2"/>
              </a:solidFill>
              <a:prstDash val="solid"/>
              <a:round/>
              <a:headEnd type="none" w="med" len="med"/>
              <a:tailEnd type="triangle" w="med" len="med"/>
            </a:ln>
          </p:spPr>
        </p:cxnSp>
        <p:cxnSp>
          <p:nvCxnSpPr>
            <p:cNvPr id="1792" name="Google Shape;1792;p102"/>
            <p:cNvCxnSpPr>
              <a:stCxn id="1765" idx="2"/>
              <a:endCxn id="1789" idx="0"/>
            </p:cNvCxnSpPr>
            <p:nvPr/>
          </p:nvCxnSpPr>
          <p:spPr>
            <a:xfrm rot="-5400000" flipH="1">
              <a:off x="4847764" y="2340775"/>
              <a:ext cx="350700" cy="370200"/>
            </a:xfrm>
            <a:prstGeom prst="curvedConnector3">
              <a:avLst>
                <a:gd name="adj1" fmla="val 50000"/>
              </a:avLst>
            </a:prstGeom>
            <a:noFill/>
            <a:ln w="19050" cap="flat" cmpd="sng">
              <a:solidFill>
                <a:schemeClr val="dk2"/>
              </a:solidFill>
              <a:prstDash val="solid"/>
              <a:round/>
              <a:headEnd type="none" w="med" len="med"/>
              <a:tailEnd type="triangle" w="med" len="med"/>
            </a:ln>
          </p:spPr>
        </p:cxnSp>
        <p:cxnSp>
          <p:nvCxnSpPr>
            <p:cNvPr id="1793" name="Google Shape;1793;p102"/>
            <p:cNvCxnSpPr>
              <a:stCxn id="1767" idx="2"/>
              <a:endCxn id="1786" idx="0"/>
            </p:cNvCxnSpPr>
            <p:nvPr/>
          </p:nvCxnSpPr>
          <p:spPr>
            <a:xfrm rot="-5400000" flipH="1">
              <a:off x="6334619" y="2340775"/>
              <a:ext cx="350700" cy="370200"/>
            </a:xfrm>
            <a:prstGeom prst="curvedConnector3">
              <a:avLst>
                <a:gd name="adj1" fmla="val 50000"/>
              </a:avLst>
            </a:prstGeom>
            <a:noFill/>
            <a:ln w="19050" cap="flat" cmpd="sng">
              <a:solidFill>
                <a:schemeClr val="dk2"/>
              </a:solidFill>
              <a:prstDash val="solid"/>
              <a:round/>
              <a:headEnd type="none" w="med" len="med"/>
              <a:tailEnd type="triangle" w="med" len="med"/>
            </a:ln>
          </p:spPr>
        </p:cxnSp>
      </p:grpSp>
      <p:grpSp>
        <p:nvGrpSpPr>
          <p:cNvPr id="1794" name="Google Shape;1794;p102"/>
          <p:cNvGrpSpPr/>
          <p:nvPr/>
        </p:nvGrpSpPr>
        <p:grpSpPr>
          <a:xfrm>
            <a:off x="1778364" y="3615625"/>
            <a:ext cx="5580796" cy="345600"/>
            <a:chOff x="1674501" y="3615625"/>
            <a:chExt cx="5580796" cy="345600"/>
          </a:xfrm>
        </p:grpSpPr>
        <p:sp>
          <p:nvSpPr>
            <p:cNvPr id="1795" name="Google Shape;1795;p102"/>
            <p:cNvSpPr/>
            <p:nvPr/>
          </p:nvSpPr>
          <p:spPr>
            <a:xfrm>
              <a:off x="1674501" y="3615625"/>
              <a:ext cx="376800" cy="345600"/>
            </a:xfrm>
            <a:prstGeom prst="rect">
              <a:avLst/>
            </a:prstGeom>
            <a:solidFill>
              <a:srgbClr val="000000"/>
            </a:solidFill>
            <a:ln w="19050" cap="flat" cmpd="sng">
              <a:solidFill>
                <a:srgbClr val="666666"/>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sz="1800">
                <a:latin typeface="Calibri"/>
                <a:ea typeface="Calibri"/>
                <a:cs typeface="Calibri"/>
                <a:sym typeface="Calibri"/>
              </a:endParaRPr>
            </a:p>
          </p:txBody>
        </p:sp>
        <p:sp>
          <p:nvSpPr>
            <p:cNvPr id="1796" name="Google Shape;1796;p102"/>
            <p:cNvSpPr/>
            <p:nvPr/>
          </p:nvSpPr>
          <p:spPr>
            <a:xfrm>
              <a:off x="2046215" y="3615625"/>
              <a:ext cx="376800" cy="345600"/>
            </a:xfrm>
            <a:prstGeom prst="rect">
              <a:avLst/>
            </a:prstGeom>
            <a:solidFill>
              <a:srgbClr val="000000"/>
            </a:solidFill>
            <a:ln w="19050" cap="flat" cmpd="sng">
              <a:solidFill>
                <a:srgbClr val="666666"/>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sz="1800">
                <a:latin typeface="Calibri"/>
                <a:ea typeface="Calibri"/>
                <a:cs typeface="Calibri"/>
                <a:sym typeface="Calibri"/>
              </a:endParaRPr>
            </a:p>
          </p:txBody>
        </p:sp>
        <p:sp>
          <p:nvSpPr>
            <p:cNvPr id="1797" name="Google Shape;1797;p102"/>
            <p:cNvSpPr/>
            <p:nvPr/>
          </p:nvSpPr>
          <p:spPr>
            <a:xfrm>
              <a:off x="3161370" y="3615625"/>
              <a:ext cx="376800" cy="345600"/>
            </a:xfrm>
            <a:prstGeom prst="rect">
              <a:avLst/>
            </a:prstGeom>
            <a:solidFill>
              <a:srgbClr val="000000"/>
            </a:solidFill>
            <a:ln w="19050" cap="flat" cmpd="sng">
              <a:solidFill>
                <a:srgbClr val="666666"/>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sz="1800">
                <a:latin typeface="Calibri"/>
                <a:ea typeface="Calibri"/>
                <a:cs typeface="Calibri"/>
                <a:sym typeface="Calibri"/>
              </a:endParaRPr>
            </a:p>
          </p:txBody>
        </p:sp>
        <p:sp>
          <p:nvSpPr>
            <p:cNvPr id="1798" name="Google Shape;1798;p102"/>
            <p:cNvSpPr/>
            <p:nvPr/>
          </p:nvSpPr>
          <p:spPr>
            <a:xfrm>
              <a:off x="3533084" y="3615625"/>
              <a:ext cx="376800" cy="345600"/>
            </a:xfrm>
            <a:prstGeom prst="rect">
              <a:avLst/>
            </a:prstGeom>
            <a:solidFill>
              <a:srgbClr val="000000"/>
            </a:solidFill>
            <a:ln w="19050" cap="flat" cmpd="sng">
              <a:solidFill>
                <a:srgbClr val="666666"/>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sz="1800">
                <a:latin typeface="Calibri"/>
                <a:ea typeface="Calibri"/>
                <a:cs typeface="Calibri"/>
                <a:sym typeface="Calibri"/>
              </a:endParaRPr>
            </a:p>
          </p:txBody>
        </p:sp>
        <p:sp>
          <p:nvSpPr>
            <p:cNvPr id="1799" name="Google Shape;1799;p102"/>
            <p:cNvSpPr/>
            <p:nvPr/>
          </p:nvSpPr>
          <p:spPr>
            <a:xfrm>
              <a:off x="3904798" y="3615625"/>
              <a:ext cx="376800" cy="345600"/>
            </a:xfrm>
            <a:prstGeom prst="rect">
              <a:avLst/>
            </a:prstGeom>
            <a:solidFill>
              <a:srgbClr val="000000"/>
            </a:solidFill>
            <a:ln w="19050" cap="flat" cmpd="sng">
              <a:solidFill>
                <a:srgbClr val="666666"/>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sz="1800">
                <a:latin typeface="Calibri"/>
                <a:ea typeface="Calibri"/>
                <a:cs typeface="Calibri"/>
                <a:sym typeface="Calibri"/>
              </a:endParaRPr>
            </a:p>
          </p:txBody>
        </p:sp>
        <p:sp>
          <p:nvSpPr>
            <p:cNvPr id="1800" name="Google Shape;1800;p102"/>
            <p:cNvSpPr/>
            <p:nvPr/>
          </p:nvSpPr>
          <p:spPr>
            <a:xfrm>
              <a:off x="2789656" y="3615625"/>
              <a:ext cx="376800" cy="345600"/>
            </a:xfrm>
            <a:prstGeom prst="rect">
              <a:avLst/>
            </a:prstGeom>
            <a:solidFill>
              <a:srgbClr val="000000"/>
            </a:solidFill>
            <a:ln w="19050" cap="flat" cmpd="sng">
              <a:solidFill>
                <a:srgbClr val="666666"/>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sz="1800">
                <a:latin typeface="Calibri"/>
                <a:ea typeface="Calibri"/>
                <a:cs typeface="Calibri"/>
                <a:sym typeface="Calibri"/>
              </a:endParaRPr>
            </a:p>
          </p:txBody>
        </p:sp>
        <p:sp>
          <p:nvSpPr>
            <p:cNvPr id="1801" name="Google Shape;1801;p102"/>
            <p:cNvSpPr/>
            <p:nvPr/>
          </p:nvSpPr>
          <p:spPr>
            <a:xfrm>
              <a:off x="2417929" y="3615625"/>
              <a:ext cx="376800" cy="345600"/>
            </a:xfrm>
            <a:prstGeom prst="rect">
              <a:avLst/>
            </a:prstGeom>
            <a:solidFill>
              <a:srgbClr val="000000"/>
            </a:solidFill>
            <a:ln w="19050" cap="flat" cmpd="sng">
              <a:solidFill>
                <a:srgbClr val="666666"/>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sz="1800">
                <a:latin typeface="Calibri"/>
                <a:ea typeface="Calibri"/>
                <a:cs typeface="Calibri"/>
                <a:sym typeface="Calibri"/>
              </a:endParaRPr>
            </a:p>
          </p:txBody>
        </p:sp>
        <p:sp>
          <p:nvSpPr>
            <p:cNvPr id="1802" name="Google Shape;1802;p102"/>
            <p:cNvSpPr/>
            <p:nvPr/>
          </p:nvSpPr>
          <p:spPr>
            <a:xfrm>
              <a:off x="4276501" y="3615625"/>
              <a:ext cx="376800" cy="345600"/>
            </a:xfrm>
            <a:prstGeom prst="rect">
              <a:avLst/>
            </a:prstGeom>
            <a:solidFill>
              <a:srgbClr val="000000"/>
            </a:solidFill>
            <a:ln w="19050" cap="flat" cmpd="sng">
              <a:solidFill>
                <a:srgbClr val="666666"/>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sz="1800">
                <a:latin typeface="Calibri"/>
                <a:ea typeface="Calibri"/>
                <a:cs typeface="Calibri"/>
                <a:sym typeface="Calibri"/>
              </a:endParaRPr>
            </a:p>
          </p:txBody>
        </p:sp>
        <p:sp>
          <p:nvSpPr>
            <p:cNvPr id="1803" name="Google Shape;1803;p102"/>
            <p:cNvSpPr/>
            <p:nvPr/>
          </p:nvSpPr>
          <p:spPr>
            <a:xfrm>
              <a:off x="4648215" y="3615625"/>
              <a:ext cx="376800" cy="345600"/>
            </a:xfrm>
            <a:prstGeom prst="rect">
              <a:avLst/>
            </a:prstGeom>
            <a:solidFill>
              <a:srgbClr val="000000"/>
            </a:solidFill>
            <a:ln w="19050" cap="flat" cmpd="sng">
              <a:solidFill>
                <a:srgbClr val="666666"/>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sz="1800">
                <a:latin typeface="Calibri"/>
                <a:ea typeface="Calibri"/>
                <a:cs typeface="Calibri"/>
                <a:sym typeface="Calibri"/>
              </a:endParaRPr>
            </a:p>
          </p:txBody>
        </p:sp>
        <p:sp>
          <p:nvSpPr>
            <p:cNvPr id="1804" name="Google Shape;1804;p102"/>
            <p:cNvSpPr/>
            <p:nvPr/>
          </p:nvSpPr>
          <p:spPr>
            <a:xfrm>
              <a:off x="5391643" y="3615625"/>
              <a:ext cx="376800" cy="345600"/>
            </a:xfrm>
            <a:prstGeom prst="rect">
              <a:avLst/>
            </a:prstGeom>
            <a:solidFill>
              <a:srgbClr val="000000"/>
            </a:solidFill>
            <a:ln w="19050" cap="flat" cmpd="sng">
              <a:solidFill>
                <a:srgbClr val="666666"/>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sz="1800">
                <a:latin typeface="Calibri"/>
                <a:ea typeface="Calibri"/>
                <a:cs typeface="Calibri"/>
                <a:sym typeface="Calibri"/>
              </a:endParaRPr>
            </a:p>
          </p:txBody>
        </p:sp>
        <p:sp>
          <p:nvSpPr>
            <p:cNvPr id="1805" name="Google Shape;1805;p102"/>
            <p:cNvSpPr/>
            <p:nvPr/>
          </p:nvSpPr>
          <p:spPr>
            <a:xfrm>
              <a:off x="6135070" y="3615625"/>
              <a:ext cx="376800" cy="345600"/>
            </a:xfrm>
            <a:prstGeom prst="rect">
              <a:avLst/>
            </a:prstGeom>
            <a:solidFill>
              <a:srgbClr val="000000"/>
            </a:solidFill>
            <a:ln w="19050" cap="flat" cmpd="sng">
              <a:solidFill>
                <a:srgbClr val="666666"/>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sz="1800">
                <a:latin typeface="Calibri"/>
                <a:ea typeface="Calibri"/>
                <a:cs typeface="Calibri"/>
                <a:sym typeface="Calibri"/>
              </a:endParaRPr>
            </a:p>
          </p:txBody>
        </p:sp>
        <p:sp>
          <p:nvSpPr>
            <p:cNvPr id="1806" name="Google Shape;1806;p102"/>
            <p:cNvSpPr/>
            <p:nvPr/>
          </p:nvSpPr>
          <p:spPr>
            <a:xfrm>
              <a:off x="6506784" y="3615625"/>
              <a:ext cx="376800" cy="345600"/>
            </a:xfrm>
            <a:prstGeom prst="rect">
              <a:avLst/>
            </a:prstGeom>
            <a:solidFill>
              <a:srgbClr val="000000"/>
            </a:solidFill>
            <a:ln w="19050" cap="flat" cmpd="sng">
              <a:solidFill>
                <a:srgbClr val="666666"/>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sz="1800">
                <a:latin typeface="Calibri"/>
                <a:ea typeface="Calibri"/>
                <a:cs typeface="Calibri"/>
                <a:sym typeface="Calibri"/>
              </a:endParaRPr>
            </a:p>
          </p:txBody>
        </p:sp>
        <p:sp>
          <p:nvSpPr>
            <p:cNvPr id="1807" name="Google Shape;1807;p102"/>
            <p:cNvSpPr/>
            <p:nvPr/>
          </p:nvSpPr>
          <p:spPr>
            <a:xfrm>
              <a:off x="6878498" y="3615625"/>
              <a:ext cx="376800" cy="345600"/>
            </a:xfrm>
            <a:prstGeom prst="rect">
              <a:avLst/>
            </a:prstGeom>
            <a:solidFill>
              <a:srgbClr val="000000"/>
            </a:solidFill>
            <a:ln w="19050" cap="flat" cmpd="sng">
              <a:solidFill>
                <a:srgbClr val="666666"/>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sz="1800">
                <a:latin typeface="Calibri"/>
                <a:ea typeface="Calibri"/>
                <a:cs typeface="Calibri"/>
                <a:sym typeface="Calibri"/>
              </a:endParaRPr>
            </a:p>
          </p:txBody>
        </p:sp>
        <p:sp>
          <p:nvSpPr>
            <p:cNvPr id="1808" name="Google Shape;1808;p102"/>
            <p:cNvSpPr/>
            <p:nvPr/>
          </p:nvSpPr>
          <p:spPr>
            <a:xfrm>
              <a:off x="5763357" y="3615625"/>
              <a:ext cx="376800" cy="345600"/>
            </a:xfrm>
            <a:prstGeom prst="rect">
              <a:avLst/>
            </a:prstGeom>
            <a:solidFill>
              <a:srgbClr val="000000"/>
            </a:solidFill>
            <a:ln w="19050" cap="flat" cmpd="sng">
              <a:solidFill>
                <a:srgbClr val="666666"/>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sz="1800">
                <a:latin typeface="Calibri"/>
                <a:ea typeface="Calibri"/>
                <a:cs typeface="Calibri"/>
                <a:sym typeface="Calibri"/>
              </a:endParaRPr>
            </a:p>
          </p:txBody>
        </p:sp>
        <p:sp>
          <p:nvSpPr>
            <p:cNvPr id="1809" name="Google Shape;1809;p102"/>
            <p:cNvSpPr/>
            <p:nvPr/>
          </p:nvSpPr>
          <p:spPr>
            <a:xfrm>
              <a:off x="5019929" y="3615625"/>
              <a:ext cx="376800" cy="345600"/>
            </a:xfrm>
            <a:prstGeom prst="rect">
              <a:avLst/>
            </a:prstGeom>
            <a:solidFill>
              <a:srgbClr val="000000"/>
            </a:solidFill>
            <a:ln w="19050" cap="flat" cmpd="sng">
              <a:solidFill>
                <a:srgbClr val="666666"/>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sz="1800">
                <a:latin typeface="Calibri"/>
                <a:ea typeface="Calibri"/>
                <a:cs typeface="Calibri"/>
                <a:sym typeface="Calibri"/>
              </a:endParaRPr>
            </a:p>
          </p:txBody>
        </p:sp>
      </p:grpSp>
      <p:sp>
        <p:nvSpPr>
          <p:cNvPr id="1810" name="Google Shape;1810;p102"/>
          <p:cNvSpPr txBox="1"/>
          <p:nvPr/>
        </p:nvSpPr>
        <p:spPr>
          <a:xfrm>
            <a:off x="3127363" y="3178775"/>
            <a:ext cx="4200300" cy="1308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a:t>Only size 1 problems remain, so we’re done.</a:t>
            </a:r>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739"/>
                                        </p:tgtEl>
                                        <p:attrNameLst>
                                          <p:attrName>style.visibility</p:attrName>
                                        </p:attrNameLst>
                                      </p:cBhvr>
                                      <p:to>
                                        <p:strVal val="visible"/>
                                      </p:to>
                                    </p:set>
                                    <p:animEffect transition="in" filter="fade">
                                      <p:cBhvr>
                                        <p:cTn id="7" dur="1"/>
                                        <p:tgtEl>
                                          <p:spTgt spid="1739"/>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756"/>
                                        </p:tgtEl>
                                        <p:attrNameLst>
                                          <p:attrName>style.visibility</p:attrName>
                                        </p:attrNameLst>
                                      </p:cBhvr>
                                      <p:to>
                                        <p:strVal val="visible"/>
                                      </p:to>
                                    </p:set>
                                    <p:animEffect transition="in" filter="fade">
                                      <p:cBhvr>
                                        <p:cTn id="12" dur="1"/>
                                        <p:tgtEl>
                                          <p:spTgt spid="1756"/>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1774"/>
                                        </p:tgtEl>
                                        <p:attrNameLst>
                                          <p:attrName>style.visibility</p:attrName>
                                        </p:attrNameLst>
                                      </p:cBhvr>
                                      <p:to>
                                        <p:strVal val="visible"/>
                                      </p:to>
                                    </p:set>
                                    <p:animEffect transition="in" filter="fade">
                                      <p:cBhvr>
                                        <p:cTn id="17" dur="1"/>
                                        <p:tgtEl>
                                          <p:spTgt spid="1774"/>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1810"/>
                                        </p:tgtEl>
                                        <p:attrNameLst>
                                          <p:attrName>style.visibility</p:attrName>
                                        </p:attrNameLst>
                                      </p:cBhvr>
                                      <p:to>
                                        <p:strVal val="visible"/>
                                      </p:to>
                                    </p:set>
                                    <p:animEffect transition="in" filter="fade">
                                      <p:cBhvr>
                                        <p:cTn id="22" dur="1000"/>
                                        <p:tgtEl>
                                          <p:spTgt spid="1810"/>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1794"/>
                                        </p:tgtEl>
                                        <p:attrNameLst>
                                          <p:attrName>style.visibility</p:attrName>
                                        </p:attrNameLst>
                                      </p:cBhvr>
                                      <p:to>
                                        <p:strVal val="visible"/>
                                      </p:to>
                                    </p:set>
                                    <p:animEffect transition="in" filter="fade">
                                      <p:cBhvr>
                                        <p:cTn id="27" dur="1"/>
                                        <p:tgtEl>
                                          <p:spTgt spid="179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0.xml><?xml version="1.0" encoding="utf-8"?>
<p:sld xmlns:a="http://schemas.openxmlformats.org/drawingml/2006/main" xmlns:r="http://schemas.openxmlformats.org/officeDocument/2006/relationships" xmlns:p="http://schemas.openxmlformats.org/presentationml/2006/main">
  <p:cSld>
    <p:bg>
      <p:bgPr>
        <a:solidFill>
          <a:srgbClr val="C9DAF8"/>
        </a:solidFill>
        <a:effectLst/>
      </p:bgPr>
    </p:bg>
    <p:spTree>
      <p:nvGrpSpPr>
        <p:cNvPr id="1" name="Shape 1814"/>
        <p:cNvGrpSpPr/>
        <p:nvPr/>
      </p:nvGrpSpPr>
      <p:grpSpPr>
        <a:xfrm>
          <a:off x="0" y="0"/>
          <a:ext cx="0" cy="0"/>
          <a:chOff x="0" y="0"/>
          <a:chExt cx="0" cy="0"/>
        </a:xfrm>
      </p:grpSpPr>
      <p:sp>
        <p:nvSpPr>
          <p:cNvPr id="1815" name="Google Shape;1815;p103"/>
          <p:cNvSpPr txBox="1">
            <a:spLocks noGrp="1"/>
          </p:cNvSpPr>
          <p:nvPr>
            <p:ph type="title"/>
          </p:nvPr>
        </p:nvSpPr>
        <p:spPr>
          <a:xfrm>
            <a:off x="0" y="0"/>
            <a:ext cx="8520600" cy="3936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Best Case Runtime?</a:t>
            </a:r>
            <a:endParaRPr/>
          </a:p>
        </p:txBody>
      </p:sp>
      <p:sp>
        <p:nvSpPr>
          <p:cNvPr id="1816" name="Google Shape;1816;p103"/>
          <p:cNvSpPr/>
          <p:nvPr/>
        </p:nvSpPr>
        <p:spPr>
          <a:xfrm>
            <a:off x="1779763" y="785725"/>
            <a:ext cx="376800" cy="345600"/>
          </a:xfrm>
          <a:prstGeom prst="rect">
            <a:avLst/>
          </a:prstGeom>
          <a:solidFill>
            <a:srgbClr val="B1DD8B"/>
          </a:solidFill>
          <a:ln w="19050" cap="flat" cmpd="sng">
            <a:solidFill>
              <a:srgbClr val="666666"/>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sz="1800">
              <a:latin typeface="Calibri"/>
              <a:ea typeface="Calibri"/>
              <a:cs typeface="Calibri"/>
              <a:sym typeface="Calibri"/>
            </a:endParaRPr>
          </a:p>
        </p:txBody>
      </p:sp>
      <p:sp>
        <p:nvSpPr>
          <p:cNvPr id="1817" name="Google Shape;1817;p103"/>
          <p:cNvSpPr/>
          <p:nvPr/>
        </p:nvSpPr>
        <p:spPr>
          <a:xfrm>
            <a:off x="2151476" y="785725"/>
            <a:ext cx="376800" cy="345600"/>
          </a:xfrm>
          <a:prstGeom prst="rect">
            <a:avLst/>
          </a:prstGeom>
          <a:solidFill>
            <a:srgbClr val="D9D9D9"/>
          </a:solidFill>
          <a:ln w="19050" cap="flat" cmpd="sng">
            <a:solidFill>
              <a:srgbClr val="666666"/>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sz="1800">
              <a:latin typeface="Calibri"/>
              <a:ea typeface="Calibri"/>
              <a:cs typeface="Calibri"/>
              <a:sym typeface="Calibri"/>
            </a:endParaRPr>
          </a:p>
        </p:txBody>
      </p:sp>
      <p:sp>
        <p:nvSpPr>
          <p:cNvPr id="1818" name="Google Shape;1818;p103"/>
          <p:cNvSpPr/>
          <p:nvPr/>
        </p:nvSpPr>
        <p:spPr>
          <a:xfrm>
            <a:off x="2894904" y="785725"/>
            <a:ext cx="376800" cy="345600"/>
          </a:xfrm>
          <a:prstGeom prst="rect">
            <a:avLst/>
          </a:prstGeom>
          <a:solidFill>
            <a:srgbClr val="D9D9D9"/>
          </a:solidFill>
          <a:ln w="19050" cap="flat" cmpd="sng">
            <a:solidFill>
              <a:srgbClr val="666666"/>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sz="1800">
              <a:latin typeface="Calibri"/>
              <a:ea typeface="Calibri"/>
              <a:cs typeface="Calibri"/>
              <a:sym typeface="Calibri"/>
            </a:endParaRPr>
          </a:p>
        </p:txBody>
      </p:sp>
      <p:sp>
        <p:nvSpPr>
          <p:cNvPr id="1819" name="Google Shape;1819;p103"/>
          <p:cNvSpPr/>
          <p:nvPr/>
        </p:nvSpPr>
        <p:spPr>
          <a:xfrm>
            <a:off x="3638332" y="785725"/>
            <a:ext cx="376800" cy="345600"/>
          </a:xfrm>
          <a:prstGeom prst="rect">
            <a:avLst/>
          </a:prstGeom>
          <a:solidFill>
            <a:srgbClr val="D9D9D9"/>
          </a:solidFill>
          <a:ln w="19050" cap="flat" cmpd="sng">
            <a:solidFill>
              <a:srgbClr val="666666"/>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sz="1800">
              <a:latin typeface="Calibri"/>
              <a:ea typeface="Calibri"/>
              <a:cs typeface="Calibri"/>
              <a:sym typeface="Calibri"/>
            </a:endParaRPr>
          </a:p>
        </p:txBody>
      </p:sp>
      <p:sp>
        <p:nvSpPr>
          <p:cNvPr id="1820" name="Google Shape;1820;p103"/>
          <p:cNvSpPr/>
          <p:nvPr/>
        </p:nvSpPr>
        <p:spPr>
          <a:xfrm>
            <a:off x="4010045" y="785725"/>
            <a:ext cx="376800" cy="345600"/>
          </a:xfrm>
          <a:prstGeom prst="rect">
            <a:avLst/>
          </a:prstGeom>
          <a:solidFill>
            <a:srgbClr val="D9D9D9"/>
          </a:solidFill>
          <a:ln w="19050" cap="flat" cmpd="sng">
            <a:solidFill>
              <a:srgbClr val="666666"/>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sz="1800">
              <a:latin typeface="Calibri"/>
              <a:ea typeface="Calibri"/>
              <a:cs typeface="Calibri"/>
              <a:sym typeface="Calibri"/>
            </a:endParaRPr>
          </a:p>
        </p:txBody>
      </p:sp>
      <p:sp>
        <p:nvSpPr>
          <p:cNvPr id="1821" name="Google Shape;1821;p103"/>
          <p:cNvSpPr/>
          <p:nvPr/>
        </p:nvSpPr>
        <p:spPr>
          <a:xfrm>
            <a:off x="3266618" y="785725"/>
            <a:ext cx="376800" cy="345600"/>
          </a:xfrm>
          <a:prstGeom prst="rect">
            <a:avLst/>
          </a:prstGeom>
          <a:solidFill>
            <a:srgbClr val="D9D9D9"/>
          </a:solidFill>
          <a:ln w="19050" cap="flat" cmpd="sng">
            <a:solidFill>
              <a:srgbClr val="666666"/>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sz="1800">
              <a:latin typeface="Calibri"/>
              <a:ea typeface="Calibri"/>
              <a:cs typeface="Calibri"/>
              <a:sym typeface="Calibri"/>
            </a:endParaRPr>
          </a:p>
        </p:txBody>
      </p:sp>
      <p:sp>
        <p:nvSpPr>
          <p:cNvPr id="1822" name="Google Shape;1822;p103"/>
          <p:cNvSpPr/>
          <p:nvPr/>
        </p:nvSpPr>
        <p:spPr>
          <a:xfrm>
            <a:off x="2523190" y="785725"/>
            <a:ext cx="376800" cy="345600"/>
          </a:xfrm>
          <a:prstGeom prst="rect">
            <a:avLst/>
          </a:prstGeom>
          <a:solidFill>
            <a:srgbClr val="D9D9D9"/>
          </a:solidFill>
          <a:ln w="19050" cap="flat" cmpd="sng">
            <a:solidFill>
              <a:srgbClr val="666666"/>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sz="1800">
              <a:latin typeface="Calibri"/>
              <a:ea typeface="Calibri"/>
              <a:cs typeface="Calibri"/>
              <a:sym typeface="Calibri"/>
            </a:endParaRPr>
          </a:p>
        </p:txBody>
      </p:sp>
      <p:sp>
        <p:nvSpPr>
          <p:cNvPr id="1823" name="Google Shape;1823;p103"/>
          <p:cNvSpPr/>
          <p:nvPr/>
        </p:nvSpPr>
        <p:spPr>
          <a:xfrm>
            <a:off x="4381763" y="785725"/>
            <a:ext cx="376800" cy="345600"/>
          </a:xfrm>
          <a:prstGeom prst="rect">
            <a:avLst/>
          </a:prstGeom>
          <a:solidFill>
            <a:srgbClr val="D9D9D9"/>
          </a:solidFill>
          <a:ln w="19050" cap="flat" cmpd="sng">
            <a:solidFill>
              <a:srgbClr val="666666"/>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sz="1800">
              <a:latin typeface="Calibri"/>
              <a:ea typeface="Calibri"/>
              <a:cs typeface="Calibri"/>
              <a:sym typeface="Calibri"/>
            </a:endParaRPr>
          </a:p>
        </p:txBody>
      </p:sp>
      <p:sp>
        <p:nvSpPr>
          <p:cNvPr id="1824" name="Google Shape;1824;p103"/>
          <p:cNvSpPr/>
          <p:nvPr/>
        </p:nvSpPr>
        <p:spPr>
          <a:xfrm>
            <a:off x="4753476" y="785725"/>
            <a:ext cx="376800" cy="345600"/>
          </a:xfrm>
          <a:prstGeom prst="rect">
            <a:avLst/>
          </a:prstGeom>
          <a:solidFill>
            <a:srgbClr val="D9D9D9"/>
          </a:solidFill>
          <a:ln w="19050" cap="flat" cmpd="sng">
            <a:solidFill>
              <a:srgbClr val="666666"/>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sz="1800">
              <a:latin typeface="Calibri"/>
              <a:ea typeface="Calibri"/>
              <a:cs typeface="Calibri"/>
              <a:sym typeface="Calibri"/>
            </a:endParaRPr>
          </a:p>
        </p:txBody>
      </p:sp>
      <p:sp>
        <p:nvSpPr>
          <p:cNvPr id="1825" name="Google Shape;1825;p103"/>
          <p:cNvSpPr/>
          <p:nvPr/>
        </p:nvSpPr>
        <p:spPr>
          <a:xfrm>
            <a:off x="5496904" y="785725"/>
            <a:ext cx="376800" cy="345600"/>
          </a:xfrm>
          <a:prstGeom prst="rect">
            <a:avLst/>
          </a:prstGeom>
          <a:solidFill>
            <a:srgbClr val="D9D9D9"/>
          </a:solidFill>
          <a:ln w="19050" cap="flat" cmpd="sng">
            <a:solidFill>
              <a:srgbClr val="666666"/>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sz="1800">
              <a:latin typeface="Calibri"/>
              <a:ea typeface="Calibri"/>
              <a:cs typeface="Calibri"/>
              <a:sym typeface="Calibri"/>
            </a:endParaRPr>
          </a:p>
        </p:txBody>
      </p:sp>
      <p:sp>
        <p:nvSpPr>
          <p:cNvPr id="1826" name="Google Shape;1826;p103"/>
          <p:cNvSpPr/>
          <p:nvPr/>
        </p:nvSpPr>
        <p:spPr>
          <a:xfrm>
            <a:off x="6240332" y="785725"/>
            <a:ext cx="376800" cy="345600"/>
          </a:xfrm>
          <a:prstGeom prst="rect">
            <a:avLst/>
          </a:prstGeom>
          <a:solidFill>
            <a:srgbClr val="D9D9D9"/>
          </a:solidFill>
          <a:ln w="19050" cap="flat" cmpd="sng">
            <a:solidFill>
              <a:srgbClr val="666666"/>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sz="1800">
              <a:latin typeface="Calibri"/>
              <a:ea typeface="Calibri"/>
              <a:cs typeface="Calibri"/>
              <a:sym typeface="Calibri"/>
            </a:endParaRPr>
          </a:p>
        </p:txBody>
      </p:sp>
      <p:sp>
        <p:nvSpPr>
          <p:cNvPr id="1827" name="Google Shape;1827;p103"/>
          <p:cNvSpPr/>
          <p:nvPr/>
        </p:nvSpPr>
        <p:spPr>
          <a:xfrm>
            <a:off x="6612045" y="785725"/>
            <a:ext cx="376800" cy="345600"/>
          </a:xfrm>
          <a:prstGeom prst="rect">
            <a:avLst/>
          </a:prstGeom>
          <a:solidFill>
            <a:srgbClr val="D9D9D9"/>
          </a:solidFill>
          <a:ln w="19050" cap="flat" cmpd="sng">
            <a:solidFill>
              <a:srgbClr val="666666"/>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sz="1800">
              <a:latin typeface="Calibri"/>
              <a:ea typeface="Calibri"/>
              <a:cs typeface="Calibri"/>
              <a:sym typeface="Calibri"/>
            </a:endParaRPr>
          </a:p>
        </p:txBody>
      </p:sp>
      <p:sp>
        <p:nvSpPr>
          <p:cNvPr id="1828" name="Google Shape;1828;p103"/>
          <p:cNvSpPr/>
          <p:nvPr/>
        </p:nvSpPr>
        <p:spPr>
          <a:xfrm>
            <a:off x="6983759" y="785725"/>
            <a:ext cx="376800" cy="345600"/>
          </a:xfrm>
          <a:prstGeom prst="rect">
            <a:avLst/>
          </a:prstGeom>
          <a:solidFill>
            <a:srgbClr val="D9D9D9"/>
          </a:solidFill>
          <a:ln w="19050" cap="flat" cmpd="sng">
            <a:solidFill>
              <a:srgbClr val="666666"/>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sz="1800">
              <a:latin typeface="Calibri"/>
              <a:ea typeface="Calibri"/>
              <a:cs typeface="Calibri"/>
              <a:sym typeface="Calibri"/>
            </a:endParaRPr>
          </a:p>
        </p:txBody>
      </p:sp>
      <p:sp>
        <p:nvSpPr>
          <p:cNvPr id="1829" name="Google Shape;1829;p103"/>
          <p:cNvSpPr/>
          <p:nvPr/>
        </p:nvSpPr>
        <p:spPr>
          <a:xfrm>
            <a:off x="5868618" y="785725"/>
            <a:ext cx="376800" cy="345600"/>
          </a:xfrm>
          <a:prstGeom prst="rect">
            <a:avLst/>
          </a:prstGeom>
          <a:solidFill>
            <a:srgbClr val="D9D9D9"/>
          </a:solidFill>
          <a:ln w="19050" cap="flat" cmpd="sng">
            <a:solidFill>
              <a:srgbClr val="666666"/>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sz="1800">
              <a:latin typeface="Calibri"/>
              <a:ea typeface="Calibri"/>
              <a:cs typeface="Calibri"/>
              <a:sym typeface="Calibri"/>
            </a:endParaRPr>
          </a:p>
        </p:txBody>
      </p:sp>
      <p:sp>
        <p:nvSpPr>
          <p:cNvPr id="1830" name="Google Shape;1830;p103"/>
          <p:cNvSpPr/>
          <p:nvPr/>
        </p:nvSpPr>
        <p:spPr>
          <a:xfrm>
            <a:off x="5125190" y="785725"/>
            <a:ext cx="376800" cy="345600"/>
          </a:xfrm>
          <a:prstGeom prst="rect">
            <a:avLst/>
          </a:prstGeom>
          <a:solidFill>
            <a:srgbClr val="D9D9D9"/>
          </a:solidFill>
          <a:ln w="19050" cap="flat" cmpd="sng">
            <a:solidFill>
              <a:srgbClr val="666666"/>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sz="1800">
              <a:latin typeface="Calibri"/>
              <a:ea typeface="Calibri"/>
              <a:cs typeface="Calibri"/>
              <a:sym typeface="Calibri"/>
            </a:endParaRPr>
          </a:p>
        </p:txBody>
      </p:sp>
      <p:grpSp>
        <p:nvGrpSpPr>
          <p:cNvPr id="1831" name="Google Shape;1831;p103"/>
          <p:cNvGrpSpPr/>
          <p:nvPr/>
        </p:nvGrpSpPr>
        <p:grpSpPr>
          <a:xfrm>
            <a:off x="1779763" y="1131325"/>
            <a:ext cx="5585872" cy="609600"/>
            <a:chOff x="1675900" y="1131325"/>
            <a:chExt cx="5585872" cy="609600"/>
          </a:xfrm>
        </p:grpSpPr>
        <p:sp>
          <p:nvSpPr>
            <p:cNvPr id="1832" name="Google Shape;1832;p103"/>
            <p:cNvSpPr/>
            <p:nvPr/>
          </p:nvSpPr>
          <p:spPr>
            <a:xfrm>
              <a:off x="1675900" y="1395325"/>
              <a:ext cx="376800" cy="345600"/>
            </a:xfrm>
            <a:prstGeom prst="rect">
              <a:avLst/>
            </a:prstGeom>
            <a:solidFill>
              <a:srgbClr val="B1DD8B"/>
            </a:solidFill>
            <a:ln w="19050" cap="flat" cmpd="sng">
              <a:solidFill>
                <a:srgbClr val="666666"/>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sz="1800">
                <a:latin typeface="Calibri"/>
                <a:ea typeface="Calibri"/>
                <a:cs typeface="Calibri"/>
                <a:sym typeface="Calibri"/>
              </a:endParaRPr>
            </a:p>
          </p:txBody>
        </p:sp>
        <p:sp>
          <p:nvSpPr>
            <p:cNvPr id="1833" name="Google Shape;1833;p103"/>
            <p:cNvSpPr/>
            <p:nvPr/>
          </p:nvSpPr>
          <p:spPr>
            <a:xfrm>
              <a:off x="2047614" y="1395325"/>
              <a:ext cx="376800" cy="345600"/>
            </a:xfrm>
            <a:prstGeom prst="rect">
              <a:avLst/>
            </a:prstGeom>
            <a:solidFill>
              <a:srgbClr val="D9D9D9"/>
            </a:solidFill>
            <a:ln w="19050" cap="flat" cmpd="sng">
              <a:solidFill>
                <a:srgbClr val="666666"/>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sz="1800">
                <a:latin typeface="Calibri"/>
                <a:ea typeface="Calibri"/>
                <a:cs typeface="Calibri"/>
                <a:sym typeface="Calibri"/>
              </a:endParaRPr>
            </a:p>
          </p:txBody>
        </p:sp>
        <p:sp>
          <p:nvSpPr>
            <p:cNvPr id="1834" name="Google Shape;1834;p103"/>
            <p:cNvSpPr/>
            <p:nvPr/>
          </p:nvSpPr>
          <p:spPr>
            <a:xfrm>
              <a:off x="2791041" y="1395325"/>
              <a:ext cx="376800" cy="345600"/>
            </a:xfrm>
            <a:prstGeom prst="rect">
              <a:avLst/>
            </a:prstGeom>
            <a:solidFill>
              <a:srgbClr val="D9D9D9"/>
            </a:solidFill>
            <a:ln w="19050" cap="flat" cmpd="sng">
              <a:solidFill>
                <a:srgbClr val="666666"/>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sz="1800">
                <a:latin typeface="Calibri"/>
                <a:ea typeface="Calibri"/>
                <a:cs typeface="Calibri"/>
                <a:sym typeface="Calibri"/>
              </a:endParaRPr>
            </a:p>
          </p:txBody>
        </p:sp>
        <p:sp>
          <p:nvSpPr>
            <p:cNvPr id="1835" name="Google Shape;1835;p103"/>
            <p:cNvSpPr/>
            <p:nvPr/>
          </p:nvSpPr>
          <p:spPr>
            <a:xfrm>
              <a:off x="3534469" y="1395325"/>
              <a:ext cx="376800" cy="345600"/>
            </a:xfrm>
            <a:prstGeom prst="rect">
              <a:avLst/>
            </a:prstGeom>
            <a:solidFill>
              <a:srgbClr val="D9D9D9"/>
            </a:solidFill>
            <a:ln w="19050" cap="flat" cmpd="sng">
              <a:solidFill>
                <a:srgbClr val="666666"/>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sz="1800">
                <a:latin typeface="Calibri"/>
                <a:ea typeface="Calibri"/>
                <a:cs typeface="Calibri"/>
                <a:sym typeface="Calibri"/>
              </a:endParaRPr>
            </a:p>
          </p:txBody>
        </p:sp>
        <p:sp>
          <p:nvSpPr>
            <p:cNvPr id="1836" name="Google Shape;1836;p103"/>
            <p:cNvSpPr/>
            <p:nvPr/>
          </p:nvSpPr>
          <p:spPr>
            <a:xfrm>
              <a:off x="3906183" y="1395325"/>
              <a:ext cx="376800" cy="345600"/>
            </a:xfrm>
            <a:prstGeom prst="rect">
              <a:avLst/>
            </a:prstGeom>
            <a:solidFill>
              <a:srgbClr val="D9D9D9"/>
            </a:solidFill>
            <a:ln w="19050" cap="flat" cmpd="sng">
              <a:solidFill>
                <a:srgbClr val="666666"/>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sz="1800">
                <a:latin typeface="Calibri"/>
                <a:ea typeface="Calibri"/>
                <a:cs typeface="Calibri"/>
                <a:sym typeface="Calibri"/>
              </a:endParaRPr>
            </a:p>
          </p:txBody>
        </p:sp>
        <p:sp>
          <p:nvSpPr>
            <p:cNvPr id="1837" name="Google Shape;1837;p103"/>
            <p:cNvSpPr/>
            <p:nvPr/>
          </p:nvSpPr>
          <p:spPr>
            <a:xfrm>
              <a:off x="3162755" y="1395325"/>
              <a:ext cx="376800" cy="345600"/>
            </a:xfrm>
            <a:prstGeom prst="rect">
              <a:avLst/>
            </a:prstGeom>
            <a:solidFill>
              <a:srgbClr val="D9D9D9"/>
            </a:solidFill>
            <a:ln w="19050" cap="flat" cmpd="sng">
              <a:solidFill>
                <a:srgbClr val="666666"/>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sz="1800">
                <a:latin typeface="Calibri"/>
                <a:ea typeface="Calibri"/>
                <a:cs typeface="Calibri"/>
                <a:sym typeface="Calibri"/>
              </a:endParaRPr>
            </a:p>
          </p:txBody>
        </p:sp>
        <p:sp>
          <p:nvSpPr>
            <p:cNvPr id="1838" name="Google Shape;1838;p103"/>
            <p:cNvSpPr/>
            <p:nvPr/>
          </p:nvSpPr>
          <p:spPr>
            <a:xfrm>
              <a:off x="2419328" y="1395325"/>
              <a:ext cx="376800" cy="345600"/>
            </a:xfrm>
            <a:prstGeom prst="rect">
              <a:avLst/>
            </a:prstGeom>
            <a:solidFill>
              <a:srgbClr val="D9D9D9"/>
            </a:solidFill>
            <a:ln w="19050" cap="flat" cmpd="sng">
              <a:solidFill>
                <a:srgbClr val="666666"/>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sz="1800">
                <a:latin typeface="Calibri"/>
                <a:ea typeface="Calibri"/>
                <a:cs typeface="Calibri"/>
                <a:sym typeface="Calibri"/>
              </a:endParaRPr>
            </a:p>
          </p:txBody>
        </p:sp>
        <p:sp>
          <p:nvSpPr>
            <p:cNvPr id="1839" name="Google Shape;1839;p103"/>
            <p:cNvSpPr/>
            <p:nvPr/>
          </p:nvSpPr>
          <p:spPr>
            <a:xfrm>
              <a:off x="4282975" y="1395325"/>
              <a:ext cx="376800" cy="345600"/>
            </a:xfrm>
            <a:prstGeom prst="rect">
              <a:avLst/>
            </a:prstGeom>
            <a:solidFill>
              <a:srgbClr val="000000"/>
            </a:solidFill>
            <a:ln w="19050" cap="flat" cmpd="sng">
              <a:solidFill>
                <a:srgbClr val="666666"/>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sz="1800">
                <a:latin typeface="Calibri"/>
                <a:ea typeface="Calibri"/>
                <a:cs typeface="Calibri"/>
                <a:sym typeface="Calibri"/>
              </a:endParaRPr>
            </a:p>
          </p:txBody>
        </p:sp>
        <p:sp>
          <p:nvSpPr>
            <p:cNvPr id="1840" name="Google Shape;1840;p103"/>
            <p:cNvSpPr/>
            <p:nvPr/>
          </p:nvSpPr>
          <p:spPr>
            <a:xfrm>
              <a:off x="4654689" y="1395325"/>
              <a:ext cx="376800" cy="345600"/>
            </a:xfrm>
            <a:prstGeom prst="rect">
              <a:avLst/>
            </a:prstGeom>
            <a:solidFill>
              <a:srgbClr val="B1DD8B"/>
            </a:solidFill>
            <a:ln w="19050" cap="flat" cmpd="sng">
              <a:solidFill>
                <a:srgbClr val="666666"/>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sz="1800">
                <a:latin typeface="Calibri"/>
                <a:ea typeface="Calibri"/>
                <a:cs typeface="Calibri"/>
                <a:sym typeface="Calibri"/>
              </a:endParaRPr>
            </a:p>
          </p:txBody>
        </p:sp>
        <p:sp>
          <p:nvSpPr>
            <p:cNvPr id="1841" name="Google Shape;1841;p103"/>
            <p:cNvSpPr/>
            <p:nvPr/>
          </p:nvSpPr>
          <p:spPr>
            <a:xfrm>
              <a:off x="5398116" y="1395325"/>
              <a:ext cx="376800" cy="345600"/>
            </a:xfrm>
            <a:prstGeom prst="rect">
              <a:avLst/>
            </a:prstGeom>
            <a:solidFill>
              <a:srgbClr val="D9D9D9"/>
            </a:solidFill>
            <a:ln w="19050" cap="flat" cmpd="sng">
              <a:solidFill>
                <a:srgbClr val="666666"/>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sz="1800">
                <a:latin typeface="Calibri"/>
                <a:ea typeface="Calibri"/>
                <a:cs typeface="Calibri"/>
                <a:sym typeface="Calibri"/>
              </a:endParaRPr>
            </a:p>
          </p:txBody>
        </p:sp>
        <p:sp>
          <p:nvSpPr>
            <p:cNvPr id="1842" name="Google Shape;1842;p103"/>
            <p:cNvSpPr/>
            <p:nvPr/>
          </p:nvSpPr>
          <p:spPr>
            <a:xfrm>
              <a:off x="6141544" y="1395325"/>
              <a:ext cx="376800" cy="345600"/>
            </a:xfrm>
            <a:prstGeom prst="rect">
              <a:avLst/>
            </a:prstGeom>
            <a:solidFill>
              <a:srgbClr val="D9D9D9"/>
            </a:solidFill>
            <a:ln w="19050" cap="flat" cmpd="sng">
              <a:solidFill>
                <a:srgbClr val="666666"/>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sz="1800">
                <a:latin typeface="Calibri"/>
                <a:ea typeface="Calibri"/>
                <a:cs typeface="Calibri"/>
                <a:sym typeface="Calibri"/>
              </a:endParaRPr>
            </a:p>
          </p:txBody>
        </p:sp>
        <p:sp>
          <p:nvSpPr>
            <p:cNvPr id="1843" name="Google Shape;1843;p103"/>
            <p:cNvSpPr/>
            <p:nvPr/>
          </p:nvSpPr>
          <p:spPr>
            <a:xfrm>
              <a:off x="6513258" y="1395325"/>
              <a:ext cx="376800" cy="345600"/>
            </a:xfrm>
            <a:prstGeom prst="rect">
              <a:avLst/>
            </a:prstGeom>
            <a:solidFill>
              <a:srgbClr val="D9D9D9"/>
            </a:solidFill>
            <a:ln w="19050" cap="flat" cmpd="sng">
              <a:solidFill>
                <a:srgbClr val="666666"/>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sz="1800">
                <a:latin typeface="Calibri"/>
                <a:ea typeface="Calibri"/>
                <a:cs typeface="Calibri"/>
                <a:sym typeface="Calibri"/>
              </a:endParaRPr>
            </a:p>
          </p:txBody>
        </p:sp>
        <p:sp>
          <p:nvSpPr>
            <p:cNvPr id="1844" name="Google Shape;1844;p103"/>
            <p:cNvSpPr/>
            <p:nvPr/>
          </p:nvSpPr>
          <p:spPr>
            <a:xfrm>
              <a:off x="6884972" y="1395325"/>
              <a:ext cx="376800" cy="345600"/>
            </a:xfrm>
            <a:prstGeom prst="rect">
              <a:avLst/>
            </a:prstGeom>
            <a:solidFill>
              <a:srgbClr val="D9D9D9"/>
            </a:solidFill>
            <a:ln w="19050" cap="flat" cmpd="sng">
              <a:solidFill>
                <a:srgbClr val="666666"/>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sz="1800">
                <a:latin typeface="Calibri"/>
                <a:ea typeface="Calibri"/>
                <a:cs typeface="Calibri"/>
                <a:sym typeface="Calibri"/>
              </a:endParaRPr>
            </a:p>
          </p:txBody>
        </p:sp>
        <p:sp>
          <p:nvSpPr>
            <p:cNvPr id="1845" name="Google Shape;1845;p103"/>
            <p:cNvSpPr/>
            <p:nvPr/>
          </p:nvSpPr>
          <p:spPr>
            <a:xfrm>
              <a:off x="5769830" y="1395325"/>
              <a:ext cx="376800" cy="345600"/>
            </a:xfrm>
            <a:prstGeom prst="rect">
              <a:avLst/>
            </a:prstGeom>
            <a:solidFill>
              <a:srgbClr val="D9D9D9"/>
            </a:solidFill>
            <a:ln w="19050" cap="flat" cmpd="sng">
              <a:solidFill>
                <a:srgbClr val="666666"/>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sz="1800">
                <a:latin typeface="Calibri"/>
                <a:ea typeface="Calibri"/>
                <a:cs typeface="Calibri"/>
                <a:sym typeface="Calibri"/>
              </a:endParaRPr>
            </a:p>
          </p:txBody>
        </p:sp>
        <p:sp>
          <p:nvSpPr>
            <p:cNvPr id="1846" name="Google Shape;1846;p103"/>
            <p:cNvSpPr/>
            <p:nvPr/>
          </p:nvSpPr>
          <p:spPr>
            <a:xfrm>
              <a:off x="5026403" y="1395325"/>
              <a:ext cx="376800" cy="345600"/>
            </a:xfrm>
            <a:prstGeom prst="rect">
              <a:avLst/>
            </a:prstGeom>
            <a:solidFill>
              <a:srgbClr val="D9D9D9"/>
            </a:solidFill>
            <a:ln w="19050" cap="flat" cmpd="sng">
              <a:solidFill>
                <a:srgbClr val="666666"/>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sz="1800">
                <a:latin typeface="Calibri"/>
                <a:ea typeface="Calibri"/>
                <a:cs typeface="Calibri"/>
                <a:sym typeface="Calibri"/>
              </a:endParaRPr>
            </a:p>
          </p:txBody>
        </p:sp>
        <p:cxnSp>
          <p:nvCxnSpPr>
            <p:cNvPr id="1847" name="Google Shape;1847;p103"/>
            <p:cNvCxnSpPr>
              <a:stCxn id="1816" idx="2"/>
              <a:endCxn id="1839" idx="0"/>
            </p:cNvCxnSpPr>
            <p:nvPr/>
          </p:nvCxnSpPr>
          <p:spPr>
            <a:xfrm rot="-5400000" flipH="1">
              <a:off x="3035800" y="-40175"/>
              <a:ext cx="264000" cy="2607000"/>
            </a:xfrm>
            <a:prstGeom prst="curvedConnector3">
              <a:avLst>
                <a:gd name="adj1" fmla="val 50000"/>
              </a:avLst>
            </a:prstGeom>
            <a:noFill/>
            <a:ln w="19050" cap="flat" cmpd="sng">
              <a:solidFill>
                <a:schemeClr val="dk2"/>
              </a:solidFill>
              <a:prstDash val="solid"/>
              <a:round/>
              <a:headEnd type="none" w="med" len="med"/>
              <a:tailEnd type="triangle" w="med" len="med"/>
            </a:ln>
          </p:spPr>
        </p:cxnSp>
      </p:grpSp>
      <p:grpSp>
        <p:nvGrpSpPr>
          <p:cNvPr id="1848" name="Google Shape;1848;p103"/>
          <p:cNvGrpSpPr/>
          <p:nvPr/>
        </p:nvGrpSpPr>
        <p:grpSpPr>
          <a:xfrm>
            <a:off x="1779763" y="1740925"/>
            <a:ext cx="5580797" cy="609600"/>
            <a:chOff x="1675900" y="1740925"/>
            <a:chExt cx="5580797" cy="609600"/>
          </a:xfrm>
        </p:grpSpPr>
        <p:sp>
          <p:nvSpPr>
            <p:cNvPr id="1849" name="Google Shape;1849;p103"/>
            <p:cNvSpPr/>
            <p:nvPr/>
          </p:nvSpPr>
          <p:spPr>
            <a:xfrm>
              <a:off x="1675900" y="2004925"/>
              <a:ext cx="376800" cy="345600"/>
            </a:xfrm>
            <a:prstGeom prst="rect">
              <a:avLst/>
            </a:prstGeom>
            <a:solidFill>
              <a:srgbClr val="B1DD8B"/>
            </a:solidFill>
            <a:ln w="19050" cap="flat" cmpd="sng">
              <a:solidFill>
                <a:srgbClr val="666666"/>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sz="1800">
                <a:latin typeface="Calibri"/>
                <a:ea typeface="Calibri"/>
                <a:cs typeface="Calibri"/>
                <a:sym typeface="Calibri"/>
              </a:endParaRPr>
            </a:p>
          </p:txBody>
        </p:sp>
        <p:sp>
          <p:nvSpPr>
            <p:cNvPr id="1850" name="Google Shape;1850;p103"/>
            <p:cNvSpPr/>
            <p:nvPr/>
          </p:nvSpPr>
          <p:spPr>
            <a:xfrm>
              <a:off x="2047614" y="2004925"/>
              <a:ext cx="376800" cy="345600"/>
            </a:xfrm>
            <a:prstGeom prst="rect">
              <a:avLst/>
            </a:prstGeom>
            <a:solidFill>
              <a:srgbClr val="D9D9D9"/>
            </a:solidFill>
            <a:ln w="19050" cap="flat" cmpd="sng">
              <a:solidFill>
                <a:srgbClr val="666666"/>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sz="1800">
                <a:latin typeface="Calibri"/>
                <a:ea typeface="Calibri"/>
                <a:cs typeface="Calibri"/>
                <a:sym typeface="Calibri"/>
              </a:endParaRPr>
            </a:p>
          </p:txBody>
        </p:sp>
        <p:sp>
          <p:nvSpPr>
            <p:cNvPr id="1851" name="Google Shape;1851;p103"/>
            <p:cNvSpPr/>
            <p:nvPr/>
          </p:nvSpPr>
          <p:spPr>
            <a:xfrm>
              <a:off x="3162769" y="2004925"/>
              <a:ext cx="376800" cy="345600"/>
            </a:xfrm>
            <a:prstGeom prst="rect">
              <a:avLst/>
            </a:prstGeom>
            <a:solidFill>
              <a:srgbClr val="B1DD8B"/>
            </a:solidFill>
            <a:ln w="19050" cap="flat" cmpd="sng">
              <a:solidFill>
                <a:srgbClr val="666666"/>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sz="1800">
                <a:latin typeface="Calibri"/>
                <a:ea typeface="Calibri"/>
                <a:cs typeface="Calibri"/>
                <a:sym typeface="Calibri"/>
              </a:endParaRPr>
            </a:p>
          </p:txBody>
        </p:sp>
        <p:sp>
          <p:nvSpPr>
            <p:cNvPr id="1852" name="Google Shape;1852;p103"/>
            <p:cNvSpPr/>
            <p:nvPr/>
          </p:nvSpPr>
          <p:spPr>
            <a:xfrm>
              <a:off x="3534483" y="2004925"/>
              <a:ext cx="376800" cy="345600"/>
            </a:xfrm>
            <a:prstGeom prst="rect">
              <a:avLst/>
            </a:prstGeom>
            <a:solidFill>
              <a:srgbClr val="D9D9D9"/>
            </a:solidFill>
            <a:ln w="19050" cap="flat" cmpd="sng">
              <a:solidFill>
                <a:srgbClr val="666666"/>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sz="1800">
                <a:latin typeface="Calibri"/>
                <a:ea typeface="Calibri"/>
                <a:cs typeface="Calibri"/>
                <a:sym typeface="Calibri"/>
              </a:endParaRPr>
            </a:p>
          </p:txBody>
        </p:sp>
        <p:sp>
          <p:nvSpPr>
            <p:cNvPr id="1853" name="Google Shape;1853;p103"/>
            <p:cNvSpPr/>
            <p:nvPr/>
          </p:nvSpPr>
          <p:spPr>
            <a:xfrm>
              <a:off x="3906197" y="2004925"/>
              <a:ext cx="376800" cy="345600"/>
            </a:xfrm>
            <a:prstGeom prst="rect">
              <a:avLst/>
            </a:prstGeom>
            <a:solidFill>
              <a:srgbClr val="D9D9D9"/>
            </a:solidFill>
            <a:ln w="19050" cap="flat" cmpd="sng">
              <a:solidFill>
                <a:srgbClr val="666666"/>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sz="1800">
                <a:latin typeface="Calibri"/>
                <a:ea typeface="Calibri"/>
                <a:cs typeface="Calibri"/>
                <a:sym typeface="Calibri"/>
              </a:endParaRPr>
            </a:p>
          </p:txBody>
        </p:sp>
        <p:sp>
          <p:nvSpPr>
            <p:cNvPr id="1854" name="Google Shape;1854;p103"/>
            <p:cNvSpPr/>
            <p:nvPr/>
          </p:nvSpPr>
          <p:spPr>
            <a:xfrm>
              <a:off x="2791055" y="2004925"/>
              <a:ext cx="376800" cy="345600"/>
            </a:xfrm>
            <a:prstGeom prst="rect">
              <a:avLst/>
            </a:prstGeom>
            <a:solidFill>
              <a:srgbClr val="000000"/>
            </a:solidFill>
            <a:ln w="19050" cap="flat" cmpd="sng">
              <a:solidFill>
                <a:srgbClr val="666666"/>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sz="1800">
                <a:latin typeface="Calibri"/>
                <a:ea typeface="Calibri"/>
                <a:cs typeface="Calibri"/>
                <a:sym typeface="Calibri"/>
              </a:endParaRPr>
            </a:p>
          </p:txBody>
        </p:sp>
        <p:sp>
          <p:nvSpPr>
            <p:cNvPr id="1855" name="Google Shape;1855;p103"/>
            <p:cNvSpPr/>
            <p:nvPr/>
          </p:nvSpPr>
          <p:spPr>
            <a:xfrm>
              <a:off x="2419328" y="2004925"/>
              <a:ext cx="376800" cy="345600"/>
            </a:xfrm>
            <a:prstGeom prst="rect">
              <a:avLst/>
            </a:prstGeom>
            <a:solidFill>
              <a:srgbClr val="D9D9D9"/>
            </a:solidFill>
            <a:ln w="19050" cap="flat" cmpd="sng">
              <a:solidFill>
                <a:srgbClr val="666666"/>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sz="1800">
                <a:latin typeface="Calibri"/>
                <a:ea typeface="Calibri"/>
                <a:cs typeface="Calibri"/>
                <a:sym typeface="Calibri"/>
              </a:endParaRPr>
            </a:p>
          </p:txBody>
        </p:sp>
        <p:sp>
          <p:nvSpPr>
            <p:cNvPr id="1856" name="Google Shape;1856;p103"/>
            <p:cNvSpPr/>
            <p:nvPr/>
          </p:nvSpPr>
          <p:spPr>
            <a:xfrm>
              <a:off x="4277900" y="2004925"/>
              <a:ext cx="376800" cy="345600"/>
            </a:xfrm>
            <a:prstGeom prst="rect">
              <a:avLst/>
            </a:prstGeom>
            <a:solidFill>
              <a:srgbClr val="000000"/>
            </a:solidFill>
            <a:ln w="19050" cap="flat" cmpd="sng">
              <a:solidFill>
                <a:srgbClr val="666666"/>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sz="1800">
                <a:latin typeface="Calibri"/>
                <a:ea typeface="Calibri"/>
                <a:cs typeface="Calibri"/>
                <a:sym typeface="Calibri"/>
              </a:endParaRPr>
            </a:p>
          </p:txBody>
        </p:sp>
        <p:sp>
          <p:nvSpPr>
            <p:cNvPr id="1857" name="Google Shape;1857;p103"/>
            <p:cNvSpPr/>
            <p:nvPr/>
          </p:nvSpPr>
          <p:spPr>
            <a:xfrm>
              <a:off x="4649614" y="2004925"/>
              <a:ext cx="376800" cy="345600"/>
            </a:xfrm>
            <a:prstGeom prst="rect">
              <a:avLst/>
            </a:prstGeom>
            <a:solidFill>
              <a:srgbClr val="B1DD8B"/>
            </a:solidFill>
            <a:ln w="19050" cap="flat" cmpd="sng">
              <a:solidFill>
                <a:srgbClr val="666666"/>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sz="1800">
                <a:latin typeface="Calibri"/>
                <a:ea typeface="Calibri"/>
                <a:cs typeface="Calibri"/>
                <a:sym typeface="Calibri"/>
              </a:endParaRPr>
            </a:p>
          </p:txBody>
        </p:sp>
        <p:sp>
          <p:nvSpPr>
            <p:cNvPr id="1858" name="Google Shape;1858;p103"/>
            <p:cNvSpPr/>
            <p:nvPr/>
          </p:nvSpPr>
          <p:spPr>
            <a:xfrm>
              <a:off x="5393041" y="2004925"/>
              <a:ext cx="376800" cy="345600"/>
            </a:xfrm>
            <a:prstGeom prst="rect">
              <a:avLst/>
            </a:prstGeom>
            <a:solidFill>
              <a:srgbClr val="D9D9D9"/>
            </a:solidFill>
            <a:ln w="19050" cap="flat" cmpd="sng">
              <a:solidFill>
                <a:srgbClr val="666666"/>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sz="1800">
                <a:latin typeface="Calibri"/>
                <a:ea typeface="Calibri"/>
                <a:cs typeface="Calibri"/>
                <a:sym typeface="Calibri"/>
              </a:endParaRPr>
            </a:p>
          </p:txBody>
        </p:sp>
        <p:sp>
          <p:nvSpPr>
            <p:cNvPr id="1859" name="Google Shape;1859;p103"/>
            <p:cNvSpPr/>
            <p:nvPr/>
          </p:nvSpPr>
          <p:spPr>
            <a:xfrm>
              <a:off x="6136469" y="2004925"/>
              <a:ext cx="376800" cy="345600"/>
            </a:xfrm>
            <a:prstGeom prst="rect">
              <a:avLst/>
            </a:prstGeom>
            <a:solidFill>
              <a:srgbClr val="B1DD8B"/>
            </a:solidFill>
            <a:ln w="19050" cap="flat" cmpd="sng">
              <a:solidFill>
                <a:srgbClr val="666666"/>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sz="1800">
                <a:latin typeface="Calibri"/>
                <a:ea typeface="Calibri"/>
                <a:cs typeface="Calibri"/>
                <a:sym typeface="Calibri"/>
              </a:endParaRPr>
            </a:p>
          </p:txBody>
        </p:sp>
        <p:sp>
          <p:nvSpPr>
            <p:cNvPr id="1860" name="Google Shape;1860;p103"/>
            <p:cNvSpPr/>
            <p:nvPr/>
          </p:nvSpPr>
          <p:spPr>
            <a:xfrm>
              <a:off x="6508183" y="2004925"/>
              <a:ext cx="376800" cy="345600"/>
            </a:xfrm>
            <a:prstGeom prst="rect">
              <a:avLst/>
            </a:prstGeom>
            <a:solidFill>
              <a:srgbClr val="D9D9D9"/>
            </a:solidFill>
            <a:ln w="19050" cap="flat" cmpd="sng">
              <a:solidFill>
                <a:srgbClr val="666666"/>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sz="1800">
                <a:latin typeface="Calibri"/>
                <a:ea typeface="Calibri"/>
                <a:cs typeface="Calibri"/>
                <a:sym typeface="Calibri"/>
              </a:endParaRPr>
            </a:p>
          </p:txBody>
        </p:sp>
        <p:sp>
          <p:nvSpPr>
            <p:cNvPr id="1861" name="Google Shape;1861;p103"/>
            <p:cNvSpPr/>
            <p:nvPr/>
          </p:nvSpPr>
          <p:spPr>
            <a:xfrm>
              <a:off x="6879897" y="2004925"/>
              <a:ext cx="376800" cy="345600"/>
            </a:xfrm>
            <a:prstGeom prst="rect">
              <a:avLst/>
            </a:prstGeom>
            <a:solidFill>
              <a:srgbClr val="D9D9D9"/>
            </a:solidFill>
            <a:ln w="19050" cap="flat" cmpd="sng">
              <a:solidFill>
                <a:srgbClr val="666666"/>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sz="1800">
                <a:latin typeface="Calibri"/>
                <a:ea typeface="Calibri"/>
                <a:cs typeface="Calibri"/>
                <a:sym typeface="Calibri"/>
              </a:endParaRPr>
            </a:p>
          </p:txBody>
        </p:sp>
        <p:sp>
          <p:nvSpPr>
            <p:cNvPr id="1862" name="Google Shape;1862;p103"/>
            <p:cNvSpPr/>
            <p:nvPr/>
          </p:nvSpPr>
          <p:spPr>
            <a:xfrm>
              <a:off x="5764755" y="2004925"/>
              <a:ext cx="376800" cy="345600"/>
            </a:xfrm>
            <a:prstGeom prst="rect">
              <a:avLst/>
            </a:prstGeom>
            <a:solidFill>
              <a:srgbClr val="000000"/>
            </a:solidFill>
            <a:ln w="19050" cap="flat" cmpd="sng">
              <a:solidFill>
                <a:srgbClr val="666666"/>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sz="1800">
                <a:latin typeface="Calibri"/>
                <a:ea typeface="Calibri"/>
                <a:cs typeface="Calibri"/>
                <a:sym typeface="Calibri"/>
              </a:endParaRPr>
            </a:p>
          </p:txBody>
        </p:sp>
        <p:sp>
          <p:nvSpPr>
            <p:cNvPr id="1863" name="Google Shape;1863;p103"/>
            <p:cNvSpPr/>
            <p:nvPr/>
          </p:nvSpPr>
          <p:spPr>
            <a:xfrm>
              <a:off x="5021328" y="2004925"/>
              <a:ext cx="376800" cy="345600"/>
            </a:xfrm>
            <a:prstGeom prst="rect">
              <a:avLst/>
            </a:prstGeom>
            <a:solidFill>
              <a:srgbClr val="D9D9D9"/>
            </a:solidFill>
            <a:ln w="19050" cap="flat" cmpd="sng">
              <a:solidFill>
                <a:srgbClr val="666666"/>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sz="1800">
                <a:latin typeface="Calibri"/>
                <a:ea typeface="Calibri"/>
                <a:cs typeface="Calibri"/>
                <a:sym typeface="Calibri"/>
              </a:endParaRPr>
            </a:p>
          </p:txBody>
        </p:sp>
        <p:cxnSp>
          <p:nvCxnSpPr>
            <p:cNvPr id="1864" name="Google Shape;1864;p103"/>
            <p:cNvCxnSpPr>
              <a:stCxn id="1832" idx="2"/>
              <a:endCxn id="1854" idx="0"/>
            </p:cNvCxnSpPr>
            <p:nvPr/>
          </p:nvCxnSpPr>
          <p:spPr>
            <a:xfrm rot="-5400000" flipH="1">
              <a:off x="2289850" y="1315375"/>
              <a:ext cx="264000" cy="1115100"/>
            </a:xfrm>
            <a:prstGeom prst="curvedConnector3">
              <a:avLst>
                <a:gd name="adj1" fmla="val 50000"/>
              </a:avLst>
            </a:prstGeom>
            <a:noFill/>
            <a:ln w="19050" cap="flat" cmpd="sng">
              <a:solidFill>
                <a:schemeClr val="dk2"/>
              </a:solidFill>
              <a:prstDash val="solid"/>
              <a:round/>
              <a:headEnd type="none" w="med" len="med"/>
              <a:tailEnd type="triangle" w="med" len="med"/>
            </a:ln>
          </p:spPr>
        </p:cxnSp>
        <p:cxnSp>
          <p:nvCxnSpPr>
            <p:cNvPr id="1865" name="Google Shape;1865;p103"/>
            <p:cNvCxnSpPr>
              <a:stCxn id="1840" idx="2"/>
              <a:endCxn id="1862" idx="0"/>
            </p:cNvCxnSpPr>
            <p:nvPr/>
          </p:nvCxnSpPr>
          <p:spPr>
            <a:xfrm rot="-5400000" flipH="1">
              <a:off x="5266089" y="1317925"/>
              <a:ext cx="264000" cy="1110000"/>
            </a:xfrm>
            <a:prstGeom prst="curvedConnector3">
              <a:avLst>
                <a:gd name="adj1" fmla="val 50000"/>
              </a:avLst>
            </a:prstGeom>
            <a:noFill/>
            <a:ln w="19050" cap="flat" cmpd="sng">
              <a:solidFill>
                <a:schemeClr val="dk2"/>
              </a:solidFill>
              <a:prstDash val="solid"/>
              <a:round/>
              <a:headEnd type="none" w="med" len="med"/>
              <a:tailEnd type="triangle" w="med" len="med"/>
            </a:ln>
          </p:spPr>
        </p:cxnSp>
      </p:grpSp>
      <p:grpSp>
        <p:nvGrpSpPr>
          <p:cNvPr id="1866" name="Google Shape;1866;p103"/>
          <p:cNvGrpSpPr/>
          <p:nvPr/>
        </p:nvGrpSpPr>
        <p:grpSpPr>
          <a:xfrm>
            <a:off x="1778364" y="2350525"/>
            <a:ext cx="5580796" cy="696300"/>
            <a:chOff x="1674501" y="2350525"/>
            <a:chExt cx="5580796" cy="696300"/>
          </a:xfrm>
        </p:grpSpPr>
        <p:sp>
          <p:nvSpPr>
            <p:cNvPr id="1867" name="Google Shape;1867;p103"/>
            <p:cNvSpPr/>
            <p:nvPr/>
          </p:nvSpPr>
          <p:spPr>
            <a:xfrm>
              <a:off x="1674501" y="2701225"/>
              <a:ext cx="376800" cy="345600"/>
            </a:xfrm>
            <a:prstGeom prst="rect">
              <a:avLst/>
            </a:prstGeom>
            <a:solidFill>
              <a:srgbClr val="B1DD8B"/>
            </a:solidFill>
            <a:ln w="19050" cap="flat" cmpd="sng">
              <a:solidFill>
                <a:srgbClr val="666666"/>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sz="1800">
                <a:latin typeface="Calibri"/>
                <a:ea typeface="Calibri"/>
                <a:cs typeface="Calibri"/>
                <a:sym typeface="Calibri"/>
              </a:endParaRPr>
            </a:p>
          </p:txBody>
        </p:sp>
        <p:sp>
          <p:nvSpPr>
            <p:cNvPr id="1868" name="Google Shape;1868;p103"/>
            <p:cNvSpPr/>
            <p:nvPr/>
          </p:nvSpPr>
          <p:spPr>
            <a:xfrm>
              <a:off x="2046215" y="2701225"/>
              <a:ext cx="376800" cy="345600"/>
            </a:xfrm>
            <a:prstGeom prst="rect">
              <a:avLst/>
            </a:prstGeom>
            <a:solidFill>
              <a:srgbClr val="000000"/>
            </a:solidFill>
            <a:ln w="19050" cap="flat" cmpd="sng">
              <a:solidFill>
                <a:srgbClr val="666666"/>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sz="1800">
                <a:latin typeface="Calibri"/>
                <a:ea typeface="Calibri"/>
                <a:cs typeface="Calibri"/>
                <a:sym typeface="Calibri"/>
              </a:endParaRPr>
            </a:p>
          </p:txBody>
        </p:sp>
        <p:sp>
          <p:nvSpPr>
            <p:cNvPr id="1869" name="Google Shape;1869;p103"/>
            <p:cNvSpPr/>
            <p:nvPr/>
          </p:nvSpPr>
          <p:spPr>
            <a:xfrm>
              <a:off x="3161370" y="2701225"/>
              <a:ext cx="376800" cy="345600"/>
            </a:xfrm>
            <a:prstGeom prst="rect">
              <a:avLst/>
            </a:prstGeom>
            <a:solidFill>
              <a:srgbClr val="B1DD8B"/>
            </a:solidFill>
            <a:ln w="19050" cap="flat" cmpd="sng">
              <a:solidFill>
                <a:srgbClr val="666666"/>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sz="1800">
                <a:latin typeface="Calibri"/>
                <a:ea typeface="Calibri"/>
                <a:cs typeface="Calibri"/>
                <a:sym typeface="Calibri"/>
              </a:endParaRPr>
            </a:p>
          </p:txBody>
        </p:sp>
        <p:sp>
          <p:nvSpPr>
            <p:cNvPr id="1870" name="Google Shape;1870;p103"/>
            <p:cNvSpPr/>
            <p:nvPr/>
          </p:nvSpPr>
          <p:spPr>
            <a:xfrm>
              <a:off x="3533084" y="2701225"/>
              <a:ext cx="376800" cy="345600"/>
            </a:xfrm>
            <a:prstGeom prst="rect">
              <a:avLst/>
            </a:prstGeom>
            <a:solidFill>
              <a:srgbClr val="000000"/>
            </a:solidFill>
            <a:ln w="19050" cap="flat" cmpd="sng">
              <a:solidFill>
                <a:srgbClr val="666666"/>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sz="1800">
                <a:latin typeface="Calibri"/>
                <a:ea typeface="Calibri"/>
                <a:cs typeface="Calibri"/>
                <a:sym typeface="Calibri"/>
              </a:endParaRPr>
            </a:p>
          </p:txBody>
        </p:sp>
        <p:sp>
          <p:nvSpPr>
            <p:cNvPr id="1871" name="Google Shape;1871;p103"/>
            <p:cNvSpPr/>
            <p:nvPr/>
          </p:nvSpPr>
          <p:spPr>
            <a:xfrm>
              <a:off x="3904798" y="2701225"/>
              <a:ext cx="376800" cy="345600"/>
            </a:xfrm>
            <a:prstGeom prst="rect">
              <a:avLst/>
            </a:prstGeom>
            <a:solidFill>
              <a:srgbClr val="B1DD8B"/>
            </a:solidFill>
            <a:ln w="19050" cap="flat" cmpd="sng">
              <a:solidFill>
                <a:srgbClr val="666666"/>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sz="1800">
                <a:latin typeface="Calibri"/>
                <a:ea typeface="Calibri"/>
                <a:cs typeface="Calibri"/>
                <a:sym typeface="Calibri"/>
              </a:endParaRPr>
            </a:p>
          </p:txBody>
        </p:sp>
        <p:sp>
          <p:nvSpPr>
            <p:cNvPr id="1872" name="Google Shape;1872;p103"/>
            <p:cNvSpPr/>
            <p:nvPr/>
          </p:nvSpPr>
          <p:spPr>
            <a:xfrm>
              <a:off x="2789656" y="2701225"/>
              <a:ext cx="376800" cy="345600"/>
            </a:xfrm>
            <a:prstGeom prst="rect">
              <a:avLst/>
            </a:prstGeom>
            <a:solidFill>
              <a:srgbClr val="000000"/>
            </a:solidFill>
            <a:ln w="19050" cap="flat" cmpd="sng">
              <a:solidFill>
                <a:srgbClr val="666666"/>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sz="1800">
                <a:latin typeface="Calibri"/>
                <a:ea typeface="Calibri"/>
                <a:cs typeface="Calibri"/>
                <a:sym typeface="Calibri"/>
              </a:endParaRPr>
            </a:p>
          </p:txBody>
        </p:sp>
        <p:sp>
          <p:nvSpPr>
            <p:cNvPr id="1873" name="Google Shape;1873;p103"/>
            <p:cNvSpPr/>
            <p:nvPr/>
          </p:nvSpPr>
          <p:spPr>
            <a:xfrm>
              <a:off x="2417929" y="2701225"/>
              <a:ext cx="376800" cy="345600"/>
            </a:xfrm>
            <a:prstGeom prst="rect">
              <a:avLst/>
            </a:prstGeom>
            <a:solidFill>
              <a:srgbClr val="B1DD8B"/>
            </a:solidFill>
            <a:ln w="19050" cap="flat" cmpd="sng">
              <a:solidFill>
                <a:srgbClr val="666666"/>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sz="1800">
                <a:latin typeface="Calibri"/>
                <a:ea typeface="Calibri"/>
                <a:cs typeface="Calibri"/>
                <a:sym typeface="Calibri"/>
              </a:endParaRPr>
            </a:p>
          </p:txBody>
        </p:sp>
        <p:sp>
          <p:nvSpPr>
            <p:cNvPr id="1874" name="Google Shape;1874;p103"/>
            <p:cNvSpPr/>
            <p:nvPr/>
          </p:nvSpPr>
          <p:spPr>
            <a:xfrm>
              <a:off x="4276501" y="2701225"/>
              <a:ext cx="376800" cy="345600"/>
            </a:xfrm>
            <a:prstGeom prst="rect">
              <a:avLst/>
            </a:prstGeom>
            <a:solidFill>
              <a:srgbClr val="000000"/>
            </a:solidFill>
            <a:ln w="19050" cap="flat" cmpd="sng">
              <a:solidFill>
                <a:srgbClr val="666666"/>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sz="1800">
                <a:latin typeface="Calibri"/>
                <a:ea typeface="Calibri"/>
                <a:cs typeface="Calibri"/>
                <a:sym typeface="Calibri"/>
              </a:endParaRPr>
            </a:p>
          </p:txBody>
        </p:sp>
        <p:sp>
          <p:nvSpPr>
            <p:cNvPr id="1875" name="Google Shape;1875;p103"/>
            <p:cNvSpPr/>
            <p:nvPr/>
          </p:nvSpPr>
          <p:spPr>
            <a:xfrm>
              <a:off x="4648215" y="2701225"/>
              <a:ext cx="376800" cy="345600"/>
            </a:xfrm>
            <a:prstGeom prst="rect">
              <a:avLst/>
            </a:prstGeom>
            <a:solidFill>
              <a:srgbClr val="B1DD8B"/>
            </a:solidFill>
            <a:ln w="19050" cap="flat" cmpd="sng">
              <a:solidFill>
                <a:srgbClr val="666666"/>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sz="1800">
                <a:latin typeface="Calibri"/>
                <a:ea typeface="Calibri"/>
                <a:cs typeface="Calibri"/>
                <a:sym typeface="Calibri"/>
              </a:endParaRPr>
            </a:p>
          </p:txBody>
        </p:sp>
        <p:sp>
          <p:nvSpPr>
            <p:cNvPr id="1876" name="Google Shape;1876;p103"/>
            <p:cNvSpPr/>
            <p:nvPr/>
          </p:nvSpPr>
          <p:spPr>
            <a:xfrm>
              <a:off x="5391643" y="2701225"/>
              <a:ext cx="376800" cy="345600"/>
            </a:xfrm>
            <a:prstGeom prst="rect">
              <a:avLst/>
            </a:prstGeom>
            <a:solidFill>
              <a:srgbClr val="B1DD8B"/>
            </a:solidFill>
            <a:ln w="19050" cap="flat" cmpd="sng">
              <a:solidFill>
                <a:srgbClr val="666666"/>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sz="1800">
                <a:latin typeface="Calibri"/>
                <a:ea typeface="Calibri"/>
                <a:cs typeface="Calibri"/>
                <a:sym typeface="Calibri"/>
              </a:endParaRPr>
            </a:p>
          </p:txBody>
        </p:sp>
        <p:sp>
          <p:nvSpPr>
            <p:cNvPr id="1877" name="Google Shape;1877;p103"/>
            <p:cNvSpPr/>
            <p:nvPr/>
          </p:nvSpPr>
          <p:spPr>
            <a:xfrm>
              <a:off x="6135070" y="2701225"/>
              <a:ext cx="376800" cy="345600"/>
            </a:xfrm>
            <a:prstGeom prst="rect">
              <a:avLst/>
            </a:prstGeom>
            <a:solidFill>
              <a:srgbClr val="B1DD8B"/>
            </a:solidFill>
            <a:ln w="19050" cap="flat" cmpd="sng">
              <a:solidFill>
                <a:srgbClr val="666666"/>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sz="1800">
                <a:latin typeface="Calibri"/>
                <a:ea typeface="Calibri"/>
                <a:cs typeface="Calibri"/>
                <a:sym typeface="Calibri"/>
              </a:endParaRPr>
            </a:p>
          </p:txBody>
        </p:sp>
        <p:sp>
          <p:nvSpPr>
            <p:cNvPr id="1878" name="Google Shape;1878;p103"/>
            <p:cNvSpPr/>
            <p:nvPr/>
          </p:nvSpPr>
          <p:spPr>
            <a:xfrm>
              <a:off x="6506784" y="2701225"/>
              <a:ext cx="376800" cy="345600"/>
            </a:xfrm>
            <a:prstGeom prst="rect">
              <a:avLst/>
            </a:prstGeom>
            <a:solidFill>
              <a:srgbClr val="000000"/>
            </a:solidFill>
            <a:ln w="19050" cap="flat" cmpd="sng">
              <a:solidFill>
                <a:srgbClr val="666666"/>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sz="1800">
                <a:latin typeface="Calibri"/>
                <a:ea typeface="Calibri"/>
                <a:cs typeface="Calibri"/>
                <a:sym typeface="Calibri"/>
              </a:endParaRPr>
            </a:p>
          </p:txBody>
        </p:sp>
        <p:sp>
          <p:nvSpPr>
            <p:cNvPr id="1879" name="Google Shape;1879;p103"/>
            <p:cNvSpPr/>
            <p:nvPr/>
          </p:nvSpPr>
          <p:spPr>
            <a:xfrm>
              <a:off x="6878498" y="2701225"/>
              <a:ext cx="376800" cy="345600"/>
            </a:xfrm>
            <a:prstGeom prst="rect">
              <a:avLst/>
            </a:prstGeom>
            <a:solidFill>
              <a:srgbClr val="B1DD8B"/>
            </a:solidFill>
            <a:ln w="19050" cap="flat" cmpd="sng">
              <a:solidFill>
                <a:srgbClr val="666666"/>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sz="1800">
                <a:latin typeface="Calibri"/>
                <a:ea typeface="Calibri"/>
                <a:cs typeface="Calibri"/>
                <a:sym typeface="Calibri"/>
              </a:endParaRPr>
            </a:p>
          </p:txBody>
        </p:sp>
        <p:sp>
          <p:nvSpPr>
            <p:cNvPr id="1880" name="Google Shape;1880;p103"/>
            <p:cNvSpPr/>
            <p:nvPr/>
          </p:nvSpPr>
          <p:spPr>
            <a:xfrm>
              <a:off x="5763357" y="2701225"/>
              <a:ext cx="376800" cy="345600"/>
            </a:xfrm>
            <a:prstGeom prst="rect">
              <a:avLst/>
            </a:prstGeom>
            <a:solidFill>
              <a:srgbClr val="000000"/>
            </a:solidFill>
            <a:ln w="19050" cap="flat" cmpd="sng">
              <a:solidFill>
                <a:srgbClr val="666666"/>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sz="1800">
                <a:latin typeface="Calibri"/>
                <a:ea typeface="Calibri"/>
                <a:cs typeface="Calibri"/>
                <a:sym typeface="Calibri"/>
              </a:endParaRPr>
            </a:p>
          </p:txBody>
        </p:sp>
        <p:sp>
          <p:nvSpPr>
            <p:cNvPr id="1881" name="Google Shape;1881;p103"/>
            <p:cNvSpPr/>
            <p:nvPr/>
          </p:nvSpPr>
          <p:spPr>
            <a:xfrm>
              <a:off x="5019929" y="2701225"/>
              <a:ext cx="376800" cy="345600"/>
            </a:xfrm>
            <a:prstGeom prst="rect">
              <a:avLst/>
            </a:prstGeom>
            <a:solidFill>
              <a:srgbClr val="000000"/>
            </a:solidFill>
            <a:ln w="19050" cap="flat" cmpd="sng">
              <a:solidFill>
                <a:srgbClr val="666666"/>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sz="1800">
                <a:latin typeface="Calibri"/>
                <a:ea typeface="Calibri"/>
                <a:cs typeface="Calibri"/>
                <a:sym typeface="Calibri"/>
              </a:endParaRPr>
            </a:p>
          </p:txBody>
        </p:sp>
        <p:cxnSp>
          <p:nvCxnSpPr>
            <p:cNvPr id="1882" name="Google Shape;1882;p103"/>
            <p:cNvCxnSpPr>
              <a:stCxn id="1849" idx="2"/>
              <a:endCxn id="1868" idx="0"/>
            </p:cNvCxnSpPr>
            <p:nvPr/>
          </p:nvCxnSpPr>
          <p:spPr>
            <a:xfrm rot="-5400000" flipH="1">
              <a:off x="1874050" y="2340775"/>
              <a:ext cx="350700" cy="370200"/>
            </a:xfrm>
            <a:prstGeom prst="curvedConnector3">
              <a:avLst>
                <a:gd name="adj1" fmla="val 50000"/>
              </a:avLst>
            </a:prstGeom>
            <a:noFill/>
            <a:ln w="19050" cap="flat" cmpd="sng">
              <a:solidFill>
                <a:schemeClr val="dk2"/>
              </a:solidFill>
              <a:prstDash val="solid"/>
              <a:round/>
              <a:headEnd type="none" w="med" len="med"/>
              <a:tailEnd type="triangle" w="med" len="med"/>
            </a:ln>
          </p:spPr>
        </p:cxnSp>
        <p:cxnSp>
          <p:nvCxnSpPr>
            <p:cNvPr id="1883" name="Google Shape;1883;p103"/>
            <p:cNvCxnSpPr>
              <a:stCxn id="1851" idx="2"/>
              <a:endCxn id="1870" idx="0"/>
            </p:cNvCxnSpPr>
            <p:nvPr/>
          </p:nvCxnSpPr>
          <p:spPr>
            <a:xfrm rot="-5400000" flipH="1">
              <a:off x="3360919" y="2340775"/>
              <a:ext cx="350700" cy="370200"/>
            </a:xfrm>
            <a:prstGeom prst="curvedConnector3">
              <a:avLst>
                <a:gd name="adj1" fmla="val 50000"/>
              </a:avLst>
            </a:prstGeom>
            <a:noFill/>
            <a:ln w="19050" cap="flat" cmpd="sng">
              <a:solidFill>
                <a:schemeClr val="dk2"/>
              </a:solidFill>
              <a:prstDash val="solid"/>
              <a:round/>
              <a:headEnd type="none" w="med" len="med"/>
              <a:tailEnd type="triangle" w="med" len="med"/>
            </a:ln>
          </p:spPr>
        </p:cxnSp>
        <p:cxnSp>
          <p:nvCxnSpPr>
            <p:cNvPr id="1884" name="Google Shape;1884;p103"/>
            <p:cNvCxnSpPr>
              <a:stCxn id="1857" idx="2"/>
              <a:endCxn id="1881" idx="0"/>
            </p:cNvCxnSpPr>
            <p:nvPr/>
          </p:nvCxnSpPr>
          <p:spPr>
            <a:xfrm rot="-5400000" flipH="1">
              <a:off x="4847764" y="2340775"/>
              <a:ext cx="350700" cy="370200"/>
            </a:xfrm>
            <a:prstGeom prst="curvedConnector3">
              <a:avLst>
                <a:gd name="adj1" fmla="val 50000"/>
              </a:avLst>
            </a:prstGeom>
            <a:noFill/>
            <a:ln w="19050" cap="flat" cmpd="sng">
              <a:solidFill>
                <a:schemeClr val="dk2"/>
              </a:solidFill>
              <a:prstDash val="solid"/>
              <a:round/>
              <a:headEnd type="none" w="med" len="med"/>
              <a:tailEnd type="triangle" w="med" len="med"/>
            </a:ln>
          </p:spPr>
        </p:cxnSp>
        <p:cxnSp>
          <p:nvCxnSpPr>
            <p:cNvPr id="1885" name="Google Shape;1885;p103"/>
            <p:cNvCxnSpPr>
              <a:stCxn id="1859" idx="2"/>
              <a:endCxn id="1878" idx="0"/>
            </p:cNvCxnSpPr>
            <p:nvPr/>
          </p:nvCxnSpPr>
          <p:spPr>
            <a:xfrm rot="-5400000" flipH="1">
              <a:off x="6334619" y="2340775"/>
              <a:ext cx="350700" cy="370200"/>
            </a:xfrm>
            <a:prstGeom prst="curvedConnector3">
              <a:avLst>
                <a:gd name="adj1" fmla="val 50000"/>
              </a:avLst>
            </a:prstGeom>
            <a:noFill/>
            <a:ln w="19050" cap="flat" cmpd="sng">
              <a:solidFill>
                <a:schemeClr val="dk2"/>
              </a:solidFill>
              <a:prstDash val="solid"/>
              <a:round/>
              <a:headEnd type="none" w="med" len="med"/>
              <a:tailEnd type="triangle" w="med" len="med"/>
            </a:ln>
          </p:spPr>
        </p:cxnSp>
      </p:grpSp>
      <p:grpSp>
        <p:nvGrpSpPr>
          <p:cNvPr id="1886" name="Google Shape;1886;p103"/>
          <p:cNvGrpSpPr/>
          <p:nvPr/>
        </p:nvGrpSpPr>
        <p:grpSpPr>
          <a:xfrm>
            <a:off x="1778364" y="3615625"/>
            <a:ext cx="5580796" cy="345600"/>
            <a:chOff x="1674501" y="3615625"/>
            <a:chExt cx="5580796" cy="345600"/>
          </a:xfrm>
        </p:grpSpPr>
        <p:sp>
          <p:nvSpPr>
            <p:cNvPr id="1887" name="Google Shape;1887;p103"/>
            <p:cNvSpPr/>
            <p:nvPr/>
          </p:nvSpPr>
          <p:spPr>
            <a:xfrm>
              <a:off x="1674501" y="3615625"/>
              <a:ext cx="376800" cy="345600"/>
            </a:xfrm>
            <a:prstGeom prst="rect">
              <a:avLst/>
            </a:prstGeom>
            <a:solidFill>
              <a:srgbClr val="000000"/>
            </a:solidFill>
            <a:ln w="19050" cap="flat" cmpd="sng">
              <a:solidFill>
                <a:srgbClr val="666666"/>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sz="1800">
                <a:latin typeface="Calibri"/>
                <a:ea typeface="Calibri"/>
                <a:cs typeface="Calibri"/>
                <a:sym typeface="Calibri"/>
              </a:endParaRPr>
            </a:p>
          </p:txBody>
        </p:sp>
        <p:sp>
          <p:nvSpPr>
            <p:cNvPr id="1888" name="Google Shape;1888;p103"/>
            <p:cNvSpPr/>
            <p:nvPr/>
          </p:nvSpPr>
          <p:spPr>
            <a:xfrm>
              <a:off x="2046215" y="3615625"/>
              <a:ext cx="376800" cy="345600"/>
            </a:xfrm>
            <a:prstGeom prst="rect">
              <a:avLst/>
            </a:prstGeom>
            <a:solidFill>
              <a:srgbClr val="000000"/>
            </a:solidFill>
            <a:ln w="19050" cap="flat" cmpd="sng">
              <a:solidFill>
                <a:srgbClr val="666666"/>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sz="1800">
                <a:latin typeface="Calibri"/>
                <a:ea typeface="Calibri"/>
                <a:cs typeface="Calibri"/>
                <a:sym typeface="Calibri"/>
              </a:endParaRPr>
            </a:p>
          </p:txBody>
        </p:sp>
        <p:sp>
          <p:nvSpPr>
            <p:cNvPr id="1889" name="Google Shape;1889;p103"/>
            <p:cNvSpPr/>
            <p:nvPr/>
          </p:nvSpPr>
          <p:spPr>
            <a:xfrm>
              <a:off x="3161370" y="3615625"/>
              <a:ext cx="376800" cy="345600"/>
            </a:xfrm>
            <a:prstGeom prst="rect">
              <a:avLst/>
            </a:prstGeom>
            <a:solidFill>
              <a:srgbClr val="000000"/>
            </a:solidFill>
            <a:ln w="19050" cap="flat" cmpd="sng">
              <a:solidFill>
                <a:srgbClr val="666666"/>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sz="1800">
                <a:latin typeface="Calibri"/>
                <a:ea typeface="Calibri"/>
                <a:cs typeface="Calibri"/>
                <a:sym typeface="Calibri"/>
              </a:endParaRPr>
            </a:p>
          </p:txBody>
        </p:sp>
        <p:sp>
          <p:nvSpPr>
            <p:cNvPr id="1890" name="Google Shape;1890;p103"/>
            <p:cNvSpPr/>
            <p:nvPr/>
          </p:nvSpPr>
          <p:spPr>
            <a:xfrm>
              <a:off x="3533084" y="3615625"/>
              <a:ext cx="376800" cy="345600"/>
            </a:xfrm>
            <a:prstGeom prst="rect">
              <a:avLst/>
            </a:prstGeom>
            <a:solidFill>
              <a:srgbClr val="000000"/>
            </a:solidFill>
            <a:ln w="19050" cap="flat" cmpd="sng">
              <a:solidFill>
                <a:srgbClr val="666666"/>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sz="1800">
                <a:latin typeface="Calibri"/>
                <a:ea typeface="Calibri"/>
                <a:cs typeface="Calibri"/>
                <a:sym typeface="Calibri"/>
              </a:endParaRPr>
            </a:p>
          </p:txBody>
        </p:sp>
        <p:sp>
          <p:nvSpPr>
            <p:cNvPr id="1891" name="Google Shape;1891;p103"/>
            <p:cNvSpPr/>
            <p:nvPr/>
          </p:nvSpPr>
          <p:spPr>
            <a:xfrm>
              <a:off x="3904798" y="3615625"/>
              <a:ext cx="376800" cy="345600"/>
            </a:xfrm>
            <a:prstGeom prst="rect">
              <a:avLst/>
            </a:prstGeom>
            <a:solidFill>
              <a:srgbClr val="000000"/>
            </a:solidFill>
            <a:ln w="19050" cap="flat" cmpd="sng">
              <a:solidFill>
                <a:srgbClr val="666666"/>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sz="1800">
                <a:latin typeface="Calibri"/>
                <a:ea typeface="Calibri"/>
                <a:cs typeface="Calibri"/>
                <a:sym typeface="Calibri"/>
              </a:endParaRPr>
            </a:p>
          </p:txBody>
        </p:sp>
        <p:sp>
          <p:nvSpPr>
            <p:cNvPr id="1892" name="Google Shape;1892;p103"/>
            <p:cNvSpPr/>
            <p:nvPr/>
          </p:nvSpPr>
          <p:spPr>
            <a:xfrm>
              <a:off x="2789656" y="3615625"/>
              <a:ext cx="376800" cy="345600"/>
            </a:xfrm>
            <a:prstGeom prst="rect">
              <a:avLst/>
            </a:prstGeom>
            <a:solidFill>
              <a:srgbClr val="000000"/>
            </a:solidFill>
            <a:ln w="19050" cap="flat" cmpd="sng">
              <a:solidFill>
                <a:srgbClr val="666666"/>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sz="1800">
                <a:latin typeface="Calibri"/>
                <a:ea typeface="Calibri"/>
                <a:cs typeface="Calibri"/>
                <a:sym typeface="Calibri"/>
              </a:endParaRPr>
            </a:p>
          </p:txBody>
        </p:sp>
        <p:sp>
          <p:nvSpPr>
            <p:cNvPr id="1893" name="Google Shape;1893;p103"/>
            <p:cNvSpPr/>
            <p:nvPr/>
          </p:nvSpPr>
          <p:spPr>
            <a:xfrm>
              <a:off x="2417929" y="3615625"/>
              <a:ext cx="376800" cy="345600"/>
            </a:xfrm>
            <a:prstGeom prst="rect">
              <a:avLst/>
            </a:prstGeom>
            <a:solidFill>
              <a:srgbClr val="000000"/>
            </a:solidFill>
            <a:ln w="19050" cap="flat" cmpd="sng">
              <a:solidFill>
                <a:srgbClr val="666666"/>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sz="1800">
                <a:latin typeface="Calibri"/>
                <a:ea typeface="Calibri"/>
                <a:cs typeface="Calibri"/>
                <a:sym typeface="Calibri"/>
              </a:endParaRPr>
            </a:p>
          </p:txBody>
        </p:sp>
        <p:sp>
          <p:nvSpPr>
            <p:cNvPr id="1894" name="Google Shape;1894;p103"/>
            <p:cNvSpPr/>
            <p:nvPr/>
          </p:nvSpPr>
          <p:spPr>
            <a:xfrm>
              <a:off x="4276501" y="3615625"/>
              <a:ext cx="376800" cy="345600"/>
            </a:xfrm>
            <a:prstGeom prst="rect">
              <a:avLst/>
            </a:prstGeom>
            <a:solidFill>
              <a:srgbClr val="000000"/>
            </a:solidFill>
            <a:ln w="19050" cap="flat" cmpd="sng">
              <a:solidFill>
                <a:srgbClr val="666666"/>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sz="1800">
                <a:latin typeface="Calibri"/>
                <a:ea typeface="Calibri"/>
                <a:cs typeface="Calibri"/>
                <a:sym typeface="Calibri"/>
              </a:endParaRPr>
            </a:p>
          </p:txBody>
        </p:sp>
        <p:sp>
          <p:nvSpPr>
            <p:cNvPr id="1895" name="Google Shape;1895;p103"/>
            <p:cNvSpPr/>
            <p:nvPr/>
          </p:nvSpPr>
          <p:spPr>
            <a:xfrm>
              <a:off x="4648215" y="3615625"/>
              <a:ext cx="376800" cy="345600"/>
            </a:xfrm>
            <a:prstGeom prst="rect">
              <a:avLst/>
            </a:prstGeom>
            <a:solidFill>
              <a:srgbClr val="000000"/>
            </a:solidFill>
            <a:ln w="19050" cap="flat" cmpd="sng">
              <a:solidFill>
                <a:srgbClr val="666666"/>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sz="1800">
                <a:latin typeface="Calibri"/>
                <a:ea typeface="Calibri"/>
                <a:cs typeface="Calibri"/>
                <a:sym typeface="Calibri"/>
              </a:endParaRPr>
            </a:p>
          </p:txBody>
        </p:sp>
        <p:sp>
          <p:nvSpPr>
            <p:cNvPr id="1896" name="Google Shape;1896;p103"/>
            <p:cNvSpPr/>
            <p:nvPr/>
          </p:nvSpPr>
          <p:spPr>
            <a:xfrm>
              <a:off x="5391643" y="3615625"/>
              <a:ext cx="376800" cy="345600"/>
            </a:xfrm>
            <a:prstGeom prst="rect">
              <a:avLst/>
            </a:prstGeom>
            <a:solidFill>
              <a:srgbClr val="000000"/>
            </a:solidFill>
            <a:ln w="19050" cap="flat" cmpd="sng">
              <a:solidFill>
                <a:srgbClr val="666666"/>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sz="1800">
                <a:latin typeface="Calibri"/>
                <a:ea typeface="Calibri"/>
                <a:cs typeface="Calibri"/>
                <a:sym typeface="Calibri"/>
              </a:endParaRPr>
            </a:p>
          </p:txBody>
        </p:sp>
        <p:sp>
          <p:nvSpPr>
            <p:cNvPr id="1897" name="Google Shape;1897;p103"/>
            <p:cNvSpPr/>
            <p:nvPr/>
          </p:nvSpPr>
          <p:spPr>
            <a:xfrm>
              <a:off x="6135070" y="3615625"/>
              <a:ext cx="376800" cy="345600"/>
            </a:xfrm>
            <a:prstGeom prst="rect">
              <a:avLst/>
            </a:prstGeom>
            <a:solidFill>
              <a:srgbClr val="000000"/>
            </a:solidFill>
            <a:ln w="19050" cap="flat" cmpd="sng">
              <a:solidFill>
                <a:srgbClr val="666666"/>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sz="1800">
                <a:latin typeface="Calibri"/>
                <a:ea typeface="Calibri"/>
                <a:cs typeface="Calibri"/>
                <a:sym typeface="Calibri"/>
              </a:endParaRPr>
            </a:p>
          </p:txBody>
        </p:sp>
        <p:sp>
          <p:nvSpPr>
            <p:cNvPr id="1898" name="Google Shape;1898;p103"/>
            <p:cNvSpPr/>
            <p:nvPr/>
          </p:nvSpPr>
          <p:spPr>
            <a:xfrm>
              <a:off x="6506784" y="3615625"/>
              <a:ext cx="376800" cy="345600"/>
            </a:xfrm>
            <a:prstGeom prst="rect">
              <a:avLst/>
            </a:prstGeom>
            <a:solidFill>
              <a:srgbClr val="000000"/>
            </a:solidFill>
            <a:ln w="19050" cap="flat" cmpd="sng">
              <a:solidFill>
                <a:srgbClr val="666666"/>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sz="1800">
                <a:latin typeface="Calibri"/>
                <a:ea typeface="Calibri"/>
                <a:cs typeface="Calibri"/>
                <a:sym typeface="Calibri"/>
              </a:endParaRPr>
            </a:p>
          </p:txBody>
        </p:sp>
        <p:sp>
          <p:nvSpPr>
            <p:cNvPr id="1899" name="Google Shape;1899;p103"/>
            <p:cNvSpPr/>
            <p:nvPr/>
          </p:nvSpPr>
          <p:spPr>
            <a:xfrm>
              <a:off x="6878498" y="3615625"/>
              <a:ext cx="376800" cy="345600"/>
            </a:xfrm>
            <a:prstGeom prst="rect">
              <a:avLst/>
            </a:prstGeom>
            <a:solidFill>
              <a:srgbClr val="000000"/>
            </a:solidFill>
            <a:ln w="19050" cap="flat" cmpd="sng">
              <a:solidFill>
                <a:srgbClr val="666666"/>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sz="1800">
                <a:latin typeface="Calibri"/>
                <a:ea typeface="Calibri"/>
                <a:cs typeface="Calibri"/>
                <a:sym typeface="Calibri"/>
              </a:endParaRPr>
            </a:p>
          </p:txBody>
        </p:sp>
        <p:sp>
          <p:nvSpPr>
            <p:cNvPr id="1900" name="Google Shape;1900;p103"/>
            <p:cNvSpPr/>
            <p:nvPr/>
          </p:nvSpPr>
          <p:spPr>
            <a:xfrm>
              <a:off x="5763357" y="3615625"/>
              <a:ext cx="376800" cy="345600"/>
            </a:xfrm>
            <a:prstGeom prst="rect">
              <a:avLst/>
            </a:prstGeom>
            <a:solidFill>
              <a:srgbClr val="000000"/>
            </a:solidFill>
            <a:ln w="19050" cap="flat" cmpd="sng">
              <a:solidFill>
                <a:srgbClr val="666666"/>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sz="1800">
                <a:latin typeface="Calibri"/>
                <a:ea typeface="Calibri"/>
                <a:cs typeface="Calibri"/>
                <a:sym typeface="Calibri"/>
              </a:endParaRPr>
            </a:p>
          </p:txBody>
        </p:sp>
        <p:sp>
          <p:nvSpPr>
            <p:cNvPr id="1901" name="Google Shape;1901;p103"/>
            <p:cNvSpPr/>
            <p:nvPr/>
          </p:nvSpPr>
          <p:spPr>
            <a:xfrm>
              <a:off x="5019929" y="3615625"/>
              <a:ext cx="376800" cy="345600"/>
            </a:xfrm>
            <a:prstGeom prst="rect">
              <a:avLst/>
            </a:prstGeom>
            <a:solidFill>
              <a:srgbClr val="000000"/>
            </a:solidFill>
            <a:ln w="19050" cap="flat" cmpd="sng">
              <a:solidFill>
                <a:srgbClr val="666666"/>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sz="1800">
                <a:latin typeface="Calibri"/>
                <a:ea typeface="Calibri"/>
                <a:cs typeface="Calibri"/>
                <a:sym typeface="Calibri"/>
              </a:endParaRPr>
            </a:p>
          </p:txBody>
        </p:sp>
      </p:grpSp>
      <p:sp>
        <p:nvSpPr>
          <p:cNvPr id="1902" name="Google Shape;1902;p103"/>
          <p:cNvSpPr txBox="1"/>
          <p:nvPr/>
        </p:nvSpPr>
        <p:spPr>
          <a:xfrm>
            <a:off x="3127363" y="3178775"/>
            <a:ext cx="4200300" cy="1308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a:t>Only size 1 problems remain, so we’re done.</a:t>
            </a:r>
            <a:endParaRPr/>
          </a:p>
        </p:txBody>
      </p:sp>
      <p:sp>
        <p:nvSpPr>
          <p:cNvPr id="1903" name="Google Shape;1903;p103"/>
          <p:cNvSpPr txBox="1">
            <a:spLocks noGrp="1"/>
          </p:cNvSpPr>
          <p:nvPr>
            <p:ph type="body" idx="1"/>
          </p:nvPr>
        </p:nvSpPr>
        <p:spPr>
          <a:xfrm>
            <a:off x="243000" y="4100700"/>
            <a:ext cx="8443800" cy="609600"/>
          </a:xfrm>
          <a:prstGeom prst="rect">
            <a:avLst/>
          </a:prstGeom>
        </p:spPr>
        <p:txBody>
          <a:bodyPr spcFirstLastPara="1" wrap="square" lIns="91425" tIns="91425" rIns="91425" bIns="91425" anchor="t" anchorCtr="0">
            <a:noAutofit/>
          </a:bodyPr>
          <a:lstStyle/>
          <a:p>
            <a:pPr marL="0" lvl="0" indent="0" algn="l" rtl="0">
              <a:spcBef>
                <a:spcPts val="600"/>
              </a:spcBef>
              <a:spcAft>
                <a:spcPts val="0"/>
              </a:spcAft>
              <a:buNone/>
            </a:pPr>
            <a:r>
              <a:rPr lang="en"/>
              <a:t>What is the best case runtime?</a:t>
            </a:r>
            <a:endParaRPr/>
          </a:p>
        </p:txBody>
      </p:sp>
    </p:spTree>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1907"/>
        <p:cNvGrpSpPr/>
        <p:nvPr/>
      </p:nvGrpSpPr>
      <p:grpSpPr>
        <a:xfrm>
          <a:off x="0" y="0"/>
          <a:ext cx="0" cy="0"/>
          <a:chOff x="0" y="0"/>
          <a:chExt cx="0" cy="0"/>
        </a:xfrm>
      </p:grpSpPr>
      <p:sp>
        <p:nvSpPr>
          <p:cNvPr id="1908" name="Google Shape;1908;p104"/>
          <p:cNvSpPr txBox="1">
            <a:spLocks noGrp="1"/>
          </p:cNvSpPr>
          <p:nvPr>
            <p:ph type="title"/>
          </p:nvPr>
        </p:nvSpPr>
        <p:spPr>
          <a:xfrm>
            <a:off x="0" y="0"/>
            <a:ext cx="8520600" cy="3936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Best Case Runtime?</a:t>
            </a:r>
            <a:endParaRPr/>
          </a:p>
        </p:txBody>
      </p:sp>
      <p:sp>
        <p:nvSpPr>
          <p:cNvPr id="1909" name="Google Shape;1909;p104"/>
          <p:cNvSpPr/>
          <p:nvPr/>
        </p:nvSpPr>
        <p:spPr>
          <a:xfrm>
            <a:off x="408163" y="1319125"/>
            <a:ext cx="376800" cy="345600"/>
          </a:xfrm>
          <a:prstGeom prst="rect">
            <a:avLst/>
          </a:prstGeom>
          <a:solidFill>
            <a:srgbClr val="B1DD8B"/>
          </a:solidFill>
          <a:ln w="19050" cap="flat" cmpd="sng">
            <a:solidFill>
              <a:srgbClr val="666666"/>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sz="1800">
              <a:latin typeface="Calibri"/>
              <a:ea typeface="Calibri"/>
              <a:cs typeface="Calibri"/>
              <a:sym typeface="Calibri"/>
            </a:endParaRPr>
          </a:p>
        </p:txBody>
      </p:sp>
      <p:sp>
        <p:nvSpPr>
          <p:cNvPr id="1910" name="Google Shape;1910;p104"/>
          <p:cNvSpPr/>
          <p:nvPr/>
        </p:nvSpPr>
        <p:spPr>
          <a:xfrm>
            <a:off x="779876" y="1319125"/>
            <a:ext cx="376800" cy="345600"/>
          </a:xfrm>
          <a:prstGeom prst="rect">
            <a:avLst/>
          </a:prstGeom>
          <a:solidFill>
            <a:srgbClr val="D9D9D9"/>
          </a:solidFill>
          <a:ln w="19050" cap="flat" cmpd="sng">
            <a:solidFill>
              <a:srgbClr val="666666"/>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sz="1800">
              <a:latin typeface="Calibri"/>
              <a:ea typeface="Calibri"/>
              <a:cs typeface="Calibri"/>
              <a:sym typeface="Calibri"/>
            </a:endParaRPr>
          </a:p>
        </p:txBody>
      </p:sp>
      <p:sp>
        <p:nvSpPr>
          <p:cNvPr id="1911" name="Google Shape;1911;p104"/>
          <p:cNvSpPr/>
          <p:nvPr/>
        </p:nvSpPr>
        <p:spPr>
          <a:xfrm>
            <a:off x="1523304" y="1319125"/>
            <a:ext cx="376800" cy="345600"/>
          </a:xfrm>
          <a:prstGeom prst="rect">
            <a:avLst/>
          </a:prstGeom>
          <a:solidFill>
            <a:srgbClr val="D9D9D9"/>
          </a:solidFill>
          <a:ln w="19050" cap="flat" cmpd="sng">
            <a:solidFill>
              <a:srgbClr val="666666"/>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sz="1800">
              <a:latin typeface="Calibri"/>
              <a:ea typeface="Calibri"/>
              <a:cs typeface="Calibri"/>
              <a:sym typeface="Calibri"/>
            </a:endParaRPr>
          </a:p>
        </p:txBody>
      </p:sp>
      <p:sp>
        <p:nvSpPr>
          <p:cNvPr id="1912" name="Google Shape;1912;p104"/>
          <p:cNvSpPr/>
          <p:nvPr/>
        </p:nvSpPr>
        <p:spPr>
          <a:xfrm>
            <a:off x="2266732" y="1319125"/>
            <a:ext cx="376800" cy="345600"/>
          </a:xfrm>
          <a:prstGeom prst="rect">
            <a:avLst/>
          </a:prstGeom>
          <a:solidFill>
            <a:srgbClr val="D9D9D9"/>
          </a:solidFill>
          <a:ln w="19050" cap="flat" cmpd="sng">
            <a:solidFill>
              <a:srgbClr val="666666"/>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sz="1800">
              <a:latin typeface="Calibri"/>
              <a:ea typeface="Calibri"/>
              <a:cs typeface="Calibri"/>
              <a:sym typeface="Calibri"/>
            </a:endParaRPr>
          </a:p>
        </p:txBody>
      </p:sp>
      <p:sp>
        <p:nvSpPr>
          <p:cNvPr id="1913" name="Google Shape;1913;p104"/>
          <p:cNvSpPr/>
          <p:nvPr/>
        </p:nvSpPr>
        <p:spPr>
          <a:xfrm>
            <a:off x="2638445" y="1319125"/>
            <a:ext cx="376800" cy="345600"/>
          </a:xfrm>
          <a:prstGeom prst="rect">
            <a:avLst/>
          </a:prstGeom>
          <a:solidFill>
            <a:srgbClr val="D9D9D9"/>
          </a:solidFill>
          <a:ln w="19050" cap="flat" cmpd="sng">
            <a:solidFill>
              <a:srgbClr val="666666"/>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sz="1800">
              <a:latin typeface="Calibri"/>
              <a:ea typeface="Calibri"/>
              <a:cs typeface="Calibri"/>
              <a:sym typeface="Calibri"/>
            </a:endParaRPr>
          </a:p>
        </p:txBody>
      </p:sp>
      <p:sp>
        <p:nvSpPr>
          <p:cNvPr id="1914" name="Google Shape;1914;p104"/>
          <p:cNvSpPr/>
          <p:nvPr/>
        </p:nvSpPr>
        <p:spPr>
          <a:xfrm>
            <a:off x="1895018" y="1319125"/>
            <a:ext cx="376800" cy="345600"/>
          </a:xfrm>
          <a:prstGeom prst="rect">
            <a:avLst/>
          </a:prstGeom>
          <a:solidFill>
            <a:srgbClr val="D9D9D9"/>
          </a:solidFill>
          <a:ln w="19050" cap="flat" cmpd="sng">
            <a:solidFill>
              <a:srgbClr val="666666"/>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sz="1800">
              <a:latin typeface="Calibri"/>
              <a:ea typeface="Calibri"/>
              <a:cs typeface="Calibri"/>
              <a:sym typeface="Calibri"/>
            </a:endParaRPr>
          </a:p>
        </p:txBody>
      </p:sp>
      <p:sp>
        <p:nvSpPr>
          <p:cNvPr id="1915" name="Google Shape;1915;p104"/>
          <p:cNvSpPr/>
          <p:nvPr/>
        </p:nvSpPr>
        <p:spPr>
          <a:xfrm>
            <a:off x="1151590" y="1319125"/>
            <a:ext cx="376800" cy="345600"/>
          </a:xfrm>
          <a:prstGeom prst="rect">
            <a:avLst/>
          </a:prstGeom>
          <a:solidFill>
            <a:srgbClr val="D9D9D9"/>
          </a:solidFill>
          <a:ln w="19050" cap="flat" cmpd="sng">
            <a:solidFill>
              <a:srgbClr val="666666"/>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sz="1800">
              <a:latin typeface="Calibri"/>
              <a:ea typeface="Calibri"/>
              <a:cs typeface="Calibri"/>
              <a:sym typeface="Calibri"/>
            </a:endParaRPr>
          </a:p>
        </p:txBody>
      </p:sp>
      <p:sp>
        <p:nvSpPr>
          <p:cNvPr id="1916" name="Google Shape;1916;p104"/>
          <p:cNvSpPr/>
          <p:nvPr/>
        </p:nvSpPr>
        <p:spPr>
          <a:xfrm>
            <a:off x="3010163" y="1319125"/>
            <a:ext cx="376800" cy="345600"/>
          </a:xfrm>
          <a:prstGeom prst="rect">
            <a:avLst/>
          </a:prstGeom>
          <a:solidFill>
            <a:srgbClr val="D9D9D9"/>
          </a:solidFill>
          <a:ln w="19050" cap="flat" cmpd="sng">
            <a:solidFill>
              <a:srgbClr val="666666"/>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sz="1800">
              <a:latin typeface="Calibri"/>
              <a:ea typeface="Calibri"/>
              <a:cs typeface="Calibri"/>
              <a:sym typeface="Calibri"/>
            </a:endParaRPr>
          </a:p>
        </p:txBody>
      </p:sp>
      <p:sp>
        <p:nvSpPr>
          <p:cNvPr id="1917" name="Google Shape;1917;p104"/>
          <p:cNvSpPr/>
          <p:nvPr/>
        </p:nvSpPr>
        <p:spPr>
          <a:xfrm>
            <a:off x="3381876" y="1319125"/>
            <a:ext cx="376800" cy="345600"/>
          </a:xfrm>
          <a:prstGeom prst="rect">
            <a:avLst/>
          </a:prstGeom>
          <a:solidFill>
            <a:srgbClr val="D9D9D9"/>
          </a:solidFill>
          <a:ln w="19050" cap="flat" cmpd="sng">
            <a:solidFill>
              <a:srgbClr val="666666"/>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sz="1800">
              <a:latin typeface="Calibri"/>
              <a:ea typeface="Calibri"/>
              <a:cs typeface="Calibri"/>
              <a:sym typeface="Calibri"/>
            </a:endParaRPr>
          </a:p>
        </p:txBody>
      </p:sp>
      <p:sp>
        <p:nvSpPr>
          <p:cNvPr id="1918" name="Google Shape;1918;p104"/>
          <p:cNvSpPr/>
          <p:nvPr/>
        </p:nvSpPr>
        <p:spPr>
          <a:xfrm>
            <a:off x="4125304" y="1319125"/>
            <a:ext cx="376800" cy="345600"/>
          </a:xfrm>
          <a:prstGeom prst="rect">
            <a:avLst/>
          </a:prstGeom>
          <a:solidFill>
            <a:srgbClr val="D9D9D9"/>
          </a:solidFill>
          <a:ln w="19050" cap="flat" cmpd="sng">
            <a:solidFill>
              <a:srgbClr val="666666"/>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sz="1800">
              <a:latin typeface="Calibri"/>
              <a:ea typeface="Calibri"/>
              <a:cs typeface="Calibri"/>
              <a:sym typeface="Calibri"/>
            </a:endParaRPr>
          </a:p>
        </p:txBody>
      </p:sp>
      <p:sp>
        <p:nvSpPr>
          <p:cNvPr id="1919" name="Google Shape;1919;p104"/>
          <p:cNvSpPr/>
          <p:nvPr/>
        </p:nvSpPr>
        <p:spPr>
          <a:xfrm>
            <a:off x="4868732" y="1319125"/>
            <a:ext cx="376800" cy="345600"/>
          </a:xfrm>
          <a:prstGeom prst="rect">
            <a:avLst/>
          </a:prstGeom>
          <a:solidFill>
            <a:srgbClr val="D9D9D9"/>
          </a:solidFill>
          <a:ln w="19050" cap="flat" cmpd="sng">
            <a:solidFill>
              <a:srgbClr val="666666"/>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sz="1800">
              <a:latin typeface="Calibri"/>
              <a:ea typeface="Calibri"/>
              <a:cs typeface="Calibri"/>
              <a:sym typeface="Calibri"/>
            </a:endParaRPr>
          </a:p>
        </p:txBody>
      </p:sp>
      <p:sp>
        <p:nvSpPr>
          <p:cNvPr id="1920" name="Google Shape;1920;p104"/>
          <p:cNvSpPr/>
          <p:nvPr/>
        </p:nvSpPr>
        <p:spPr>
          <a:xfrm>
            <a:off x="5240445" y="1319125"/>
            <a:ext cx="376800" cy="345600"/>
          </a:xfrm>
          <a:prstGeom prst="rect">
            <a:avLst/>
          </a:prstGeom>
          <a:solidFill>
            <a:srgbClr val="D9D9D9"/>
          </a:solidFill>
          <a:ln w="19050" cap="flat" cmpd="sng">
            <a:solidFill>
              <a:srgbClr val="666666"/>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sz="1800">
              <a:latin typeface="Calibri"/>
              <a:ea typeface="Calibri"/>
              <a:cs typeface="Calibri"/>
              <a:sym typeface="Calibri"/>
            </a:endParaRPr>
          </a:p>
        </p:txBody>
      </p:sp>
      <p:sp>
        <p:nvSpPr>
          <p:cNvPr id="1921" name="Google Shape;1921;p104"/>
          <p:cNvSpPr/>
          <p:nvPr/>
        </p:nvSpPr>
        <p:spPr>
          <a:xfrm>
            <a:off x="5612159" y="1319125"/>
            <a:ext cx="376800" cy="345600"/>
          </a:xfrm>
          <a:prstGeom prst="rect">
            <a:avLst/>
          </a:prstGeom>
          <a:solidFill>
            <a:srgbClr val="D9D9D9"/>
          </a:solidFill>
          <a:ln w="19050" cap="flat" cmpd="sng">
            <a:solidFill>
              <a:srgbClr val="666666"/>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sz="1800">
              <a:latin typeface="Calibri"/>
              <a:ea typeface="Calibri"/>
              <a:cs typeface="Calibri"/>
              <a:sym typeface="Calibri"/>
            </a:endParaRPr>
          </a:p>
        </p:txBody>
      </p:sp>
      <p:sp>
        <p:nvSpPr>
          <p:cNvPr id="1922" name="Google Shape;1922;p104"/>
          <p:cNvSpPr/>
          <p:nvPr/>
        </p:nvSpPr>
        <p:spPr>
          <a:xfrm>
            <a:off x="4497018" y="1319125"/>
            <a:ext cx="376800" cy="345600"/>
          </a:xfrm>
          <a:prstGeom prst="rect">
            <a:avLst/>
          </a:prstGeom>
          <a:solidFill>
            <a:srgbClr val="D9D9D9"/>
          </a:solidFill>
          <a:ln w="19050" cap="flat" cmpd="sng">
            <a:solidFill>
              <a:srgbClr val="666666"/>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sz="1800">
              <a:latin typeface="Calibri"/>
              <a:ea typeface="Calibri"/>
              <a:cs typeface="Calibri"/>
              <a:sym typeface="Calibri"/>
            </a:endParaRPr>
          </a:p>
        </p:txBody>
      </p:sp>
      <p:sp>
        <p:nvSpPr>
          <p:cNvPr id="1923" name="Google Shape;1923;p104"/>
          <p:cNvSpPr/>
          <p:nvPr/>
        </p:nvSpPr>
        <p:spPr>
          <a:xfrm>
            <a:off x="3753590" y="1319125"/>
            <a:ext cx="376800" cy="345600"/>
          </a:xfrm>
          <a:prstGeom prst="rect">
            <a:avLst/>
          </a:prstGeom>
          <a:solidFill>
            <a:srgbClr val="D9D9D9"/>
          </a:solidFill>
          <a:ln w="19050" cap="flat" cmpd="sng">
            <a:solidFill>
              <a:srgbClr val="666666"/>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sz="1800">
              <a:latin typeface="Calibri"/>
              <a:ea typeface="Calibri"/>
              <a:cs typeface="Calibri"/>
              <a:sym typeface="Calibri"/>
            </a:endParaRPr>
          </a:p>
        </p:txBody>
      </p:sp>
      <p:grpSp>
        <p:nvGrpSpPr>
          <p:cNvPr id="1924" name="Google Shape;1924;p104"/>
          <p:cNvGrpSpPr/>
          <p:nvPr/>
        </p:nvGrpSpPr>
        <p:grpSpPr>
          <a:xfrm>
            <a:off x="408163" y="1664725"/>
            <a:ext cx="5585872" cy="609600"/>
            <a:chOff x="1675900" y="1131325"/>
            <a:chExt cx="5585872" cy="609600"/>
          </a:xfrm>
        </p:grpSpPr>
        <p:sp>
          <p:nvSpPr>
            <p:cNvPr id="1925" name="Google Shape;1925;p104"/>
            <p:cNvSpPr/>
            <p:nvPr/>
          </p:nvSpPr>
          <p:spPr>
            <a:xfrm>
              <a:off x="1675900" y="1395325"/>
              <a:ext cx="376800" cy="345600"/>
            </a:xfrm>
            <a:prstGeom prst="rect">
              <a:avLst/>
            </a:prstGeom>
            <a:solidFill>
              <a:srgbClr val="B1DD8B"/>
            </a:solidFill>
            <a:ln w="19050" cap="flat" cmpd="sng">
              <a:solidFill>
                <a:srgbClr val="666666"/>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sz="1800">
                <a:latin typeface="Calibri"/>
                <a:ea typeface="Calibri"/>
                <a:cs typeface="Calibri"/>
                <a:sym typeface="Calibri"/>
              </a:endParaRPr>
            </a:p>
          </p:txBody>
        </p:sp>
        <p:sp>
          <p:nvSpPr>
            <p:cNvPr id="1926" name="Google Shape;1926;p104"/>
            <p:cNvSpPr/>
            <p:nvPr/>
          </p:nvSpPr>
          <p:spPr>
            <a:xfrm>
              <a:off x="2047614" y="1395325"/>
              <a:ext cx="376800" cy="345600"/>
            </a:xfrm>
            <a:prstGeom prst="rect">
              <a:avLst/>
            </a:prstGeom>
            <a:solidFill>
              <a:srgbClr val="D9D9D9"/>
            </a:solidFill>
            <a:ln w="19050" cap="flat" cmpd="sng">
              <a:solidFill>
                <a:srgbClr val="666666"/>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sz="1800">
                <a:latin typeface="Calibri"/>
                <a:ea typeface="Calibri"/>
                <a:cs typeface="Calibri"/>
                <a:sym typeface="Calibri"/>
              </a:endParaRPr>
            </a:p>
          </p:txBody>
        </p:sp>
        <p:sp>
          <p:nvSpPr>
            <p:cNvPr id="1927" name="Google Shape;1927;p104"/>
            <p:cNvSpPr/>
            <p:nvPr/>
          </p:nvSpPr>
          <p:spPr>
            <a:xfrm>
              <a:off x="2791041" y="1395325"/>
              <a:ext cx="376800" cy="345600"/>
            </a:xfrm>
            <a:prstGeom prst="rect">
              <a:avLst/>
            </a:prstGeom>
            <a:solidFill>
              <a:srgbClr val="D9D9D9"/>
            </a:solidFill>
            <a:ln w="19050" cap="flat" cmpd="sng">
              <a:solidFill>
                <a:srgbClr val="666666"/>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sz="1800">
                <a:latin typeface="Calibri"/>
                <a:ea typeface="Calibri"/>
                <a:cs typeface="Calibri"/>
                <a:sym typeface="Calibri"/>
              </a:endParaRPr>
            </a:p>
          </p:txBody>
        </p:sp>
        <p:sp>
          <p:nvSpPr>
            <p:cNvPr id="1928" name="Google Shape;1928;p104"/>
            <p:cNvSpPr/>
            <p:nvPr/>
          </p:nvSpPr>
          <p:spPr>
            <a:xfrm>
              <a:off x="3534469" y="1395325"/>
              <a:ext cx="376800" cy="345600"/>
            </a:xfrm>
            <a:prstGeom prst="rect">
              <a:avLst/>
            </a:prstGeom>
            <a:solidFill>
              <a:srgbClr val="D9D9D9"/>
            </a:solidFill>
            <a:ln w="19050" cap="flat" cmpd="sng">
              <a:solidFill>
                <a:srgbClr val="666666"/>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sz="1800">
                <a:latin typeface="Calibri"/>
                <a:ea typeface="Calibri"/>
                <a:cs typeface="Calibri"/>
                <a:sym typeface="Calibri"/>
              </a:endParaRPr>
            </a:p>
          </p:txBody>
        </p:sp>
        <p:sp>
          <p:nvSpPr>
            <p:cNvPr id="1929" name="Google Shape;1929;p104"/>
            <p:cNvSpPr/>
            <p:nvPr/>
          </p:nvSpPr>
          <p:spPr>
            <a:xfrm>
              <a:off x="3906183" y="1395325"/>
              <a:ext cx="376800" cy="345600"/>
            </a:xfrm>
            <a:prstGeom prst="rect">
              <a:avLst/>
            </a:prstGeom>
            <a:solidFill>
              <a:srgbClr val="D9D9D9"/>
            </a:solidFill>
            <a:ln w="19050" cap="flat" cmpd="sng">
              <a:solidFill>
                <a:srgbClr val="666666"/>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sz="1800">
                <a:latin typeface="Calibri"/>
                <a:ea typeface="Calibri"/>
                <a:cs typeface="Calibri"/>
                <a:sym typeface="Calibri"/>
              </a:endParaRPr>
            </a:p>
          </p:txBody>
        </p:sp>
        <p:sp>
          <p:nvSpPr>
            <p:cNvPr id="1930" name="Google Shape;1930;p104"/>
            <p:cNvSpPr/>
            <p:nvPr/>
          </p:nvSpPr>
          <p:spPr>
            <a:xfrm>
              <a:off x="3162755" y="1395325"/>
              <a:ext cx="376800" cy="345600"/>
            </a:xfrm>
            <a:prstGeom prst="rect">
              <a:avLst/>
            </a:prstGeom>
            <a:solidFill>
              <a:srgbClr val="D9D9D9"/>
            </a:solidFill>
            <a:ln w="19050" cap="flat" cmpd="sng">
              <a:solidFill>
                <a:srgbClr val="666666"/>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sz="1800">
                <a:latin typeface="Calibri"/>
                <a:ea typeface="Calibri"/>
                <a:cs typeface="Calibri"/>
                <a:sym typeface="Calibri"/>
              </a:endParaRPr>
            </a:p>
          </p:txBody>
        </p:sp>
        <p:sp>
          <p:nvSpPr>
            <p:cNvPr id="1931" name="Google Shape;1931;p104"/>
            <p:cNvSpPr/>
            <p:nvPr/>
          </p:nvSpPr>
          <p:spPr>
            <a:xfrm>
              <a:off x="2419328" y="1395325"/>
              <a:ext cx="376800" cy="345600"/>
            </a:xfrm>
            <a:prstGeom prst="rect">
              <a:avLst/>
            </a:prstGeom>
            <a:solidFill>
              <a:srgbClr val="D9D9D9"/>
            </a:solidFill>
            <a:ln w="19050" cap="flat" cmpd="sng">
              <a:solidFill>
                <a:srgbClr val="666666"/>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sz="1800">
                <a:latin typeface="Calibri"/>
                <a:ea typeface="Calibri"/>
                <a:cs typeface="Calibri"/>
                <a:sym typeface="Calibri"/>
              </a:endParaRPr>
            </a:p>
          </p:txBody>
        </p:sp>
        <p:sp>
          <p:nvSpPr>
            <p:cNvPr id="1932" name="Google Shape;1932;p104"/>
            <p:cNvSpPr/>
            <p:nvPr/>
          </p:nvSpPr>
          <p:spPr>
            <a:xfrm>
              <a:off x="4282975" y="1395325"/>
              <a:ext cx="376800" cy="345600"/>
            </a:xfrm>
            <a:prstGeom prst="rect">
              <a:avLst/>
            </a:prstGeom>
            <a:solidFill>
              <a:srgbClr val="000000"/>
            </a:solidFill>
            <a:ln w="19050" cap="flat" cmpd="sng">
              <a:solidFill>
                <a:srgbClr val="666666"/>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sz="1800">
                <a:latin typeface="Calibri"/>
                <a:ea typeface="Calibri"/>
                <a:cs typeface="Calibri"/>
                <a:sym typeface="Calibri"/>
              </a:endParaRPr>
            </a:p>
          </p:txBody>
        </p:sp>
        <p:sp>
          <p:nvSpPr>
            <p:cNvPr id="1933" name="Google Shape;1933;p104"/>
            <p:cNvSpPr/>
            <p:nvPr/>
          </p:nvSpPr>
          <p:spPr>
            <a:xfrm>
              <a:off x="4654689" y="1395325"/>
              <a:ext cx="376800" cy="345600"/>
            </a:xfrm>
            <a:prstGeom prst="rect">
              <a:avLst/>
            </a:prstGeom>
            <a:solidFill>
              <a:srgbClr val="B1DD8B"/>
            </a:solidFill>
            <a:ln w="19050" cap="flat" cmpd="sng">
              <a:solidFill>
                <a:srgbClr val="666666"/>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sz="1800">
                <a:latin typeface="Calibri"/>
                <a:ea typeface="Calibri"/>
                <a:cs typeface="Calibri"/>
                <a:sym typeface="Calibri"/>
              </a:endParaRPr>
            </a:p>
          </p:txBody>
        </p:sp>
        <p:sp>
          <p:nvSpPr>
            <p:cNvPr id="1934" name="Google Shape;1934;p104"/>
            <p:cNvSpPr/>
            <p:nvPr/>
          </p:nvSpPr>
          <p:spPr>
            <a:xfrm>
              <a:off x="5398116" y="1395325"/>
              <a:ext cx="376800" cy="345600"/>
            </a:xfrm>
            <a:prstGeom prst="rect">
              <a:avLst/>
            </a:prstGeom>
            <a:solidFill>
              <a:srgbClr val="D9D9D9"/>
            </a:solidFill>
            <a:ln w="19050" cap="flat" cmpd="sng">
              <a:solidFill>
                <a:srgbClr val="666666"/>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sz="1800">
                <a:latin typeface="Calibri"/>
                <a:ea typeface="Calibri"/>
                <a:cs typeface="Calibri"/>
                <a:sym typeface="Calibri"/>
              </a:endParaRPr>
            </a:p>
          </p:txBody>
        </p:sp>
        <p:sp>
          <p:nvSpPr>
            <p:cNvPr id="1935" name="Google Shape;1935;p104"/>
            <p:cNvSpPr/>
            <p:nvPr/>
          </p:nvSpPr>
          <p:spPr>
            <a:xfrm>
              <a:off x="6141544" y="1395325"/>
              <a:ext cx="376800" cy="345600"/>
            </a:xfrm>
            <a:prstGeom prst="rect">
              <a:avLst/>
            </a:prstGeom>
            <a:solidFill>
              <a:srgbClr val="D9D9D9"/>
            </a:solidFill>
            <a:ln w="19050" cap="flat" cmpd="sng">
              <a:solidFill>
                <a:srgbClr val="666666"/>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sz="1800">
                <a:latin typeface="Calibri"/>
                <a:ea typeface="Calibri"/>
                <a:cs typeface="Calibri"/>
                <a:sym typeface="Calibri"/>
              </a:endParaRPr>
            </a:p>
          </p:txBody>
        </p:sp>
        <p:sp>
          <p:nvSpPr>
            <p:cNvPr id="1936" name="Google Shape;1936;p104"/>
            <p:cNvSpPr/>
            <p:nvPr/>
          </p:nvSpPr>
          <p:spPr>
            <a:xfrm>
              <a:off x="6513258" y="1395325"/>
              <a:ext cx="376800" cy="345600"/>
            </a:xfrm>
            <a:prstGeom prst="rect">
              <a:avLst/>
            </a:prstGeom>
            <a:solidFill>
              <a:srgbClr val="D9D9D9"/>
            </a:solidFill>
            <a:ln w="19050" cap="flat" cmpd="sng">
              <a:solidFill>
                <a:srgbClr val="666666"/>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sz="1800">
                <a:latin typeface="Calibri"/>
                <a:ea typeface="Calibri"/>
                <a:cs typeface="Calibri"/>
                <a:sym typeface="Calibri"/>
              </a:endParaRPr>
            </a:p>
          </p:txBody>
        </p:sp>
        <p:sp>
          <p:nvSpPr>
            <p:cNvPr id="1937" name="Google Shape;1937;p104"/>
            <p:cNvSpPr/>
            <p:nvPr/>
          </p:nvSpPr>
          <p:spPr>
            <a:xfrm>
              <a:off x="6884972" y="1395325"/>
              <a:ext cx="376800" cy="345600"/>
            </a:xfrm>
            <a:prstGeom prst="rect">
              <a:avLst/>
            </a:prstGeom>
            <a:solidFill>
              <a:srgbClr val="D9D9D9"/>
            </a:solidFill>
            <a:ln w="19050" cap="flat" cmpd="sng">
              <a:solidFill>
                <a:srgbClr val="666666"/>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sz="1800">
                <a:latin typeface="Calibri"/>
                <a:ea typeface="Calibri"/>
                <a:cs typeface="Calibri"/>
                <a:sym typeface="Calibri"/>
              </a:endParaRPr>
            </a:p>
          </p:txBody>
        </p:sp>
        <p:sp>
          <p:nvSpPr>
            <p:cNvPr id="1938" name="Google Shape;1938;p104"/>
            <p:cNvSpPr/>
            <p:nvPr/>
          </p:nvSpPr>
          <p:spPr>
            <a:xfrm>
              <a:off x="5769830" y="1395325"/>
              <a:ext cx="376800" cy="345600"/>
            </a:xfrm>
            <a:prstGeom prst="rect">
              <a:avLst/>
            </a:prstGeom>
            <a:solidFill>
              <a:srgbClr val="D9D9D9"/>
            </a:solidFill>
            <a:ln w="19050" cap="flat" cmpd="sng">
              <a:solidFill>
                <a:srgbClr val="666666"/>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sz="1800">
                <a:latin typeface="Calibri"/>
                <a:ea typeface="Calibri"/>
                <a:cs typeface="Calibri"/>
                <a:sym typeface="Calibri"/>
              </a:endParaRPr>
            </a:p>
          </p:txBody>
        </p:sp>
        <p:sp>
          <p:nvSpPr>
            <p:cNvPr id="1939" name="Google Shape;1939;p104"/>
            <p:cNvSpPr/>
            <p:nvPr/>
          </p:nvSpPr>
          <p:spPr>
            <a:xfrm>
              <a:off x="5026403" y="1395325"/>
              <a:ext cx="376800" cy="345600"/>
            </a:xfrm>
            <a:prstGeom prst="rect">
              <a:avLst/>
            </a:prstGeom>
            <a:solidFill>
              <a:srgbClr val="D9D9D9"/>
            </a:solidFill>
            <a:ln w="19050" cap="flat" cmpd="sng">
              <a:solidFill>
                <a:srgbClr val="666666"/>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sz="1800">
                <a:latin typeface="Calibri"/>
                <a:ea typeface="Calibri"/>
                <a:cs typeface="Calibri"/>
                <a:sym typeface="Calibri"/>
              </a:endParaRPr>
            </a:p>
          </p:txBody>
        </p:sp>
        <p:cxnSp>
          <p:nvCxnSpPr>
            <p:cNvPr id="1940" name="Google Shape;1940;p104"/>
            <p:cNvCxnSpPr>
              <a:stCxn id="1909" idx="2"/>
              <a:endCxn id="1932" idx="0"/>
            </p:cNvCxnSpPr>
            <p:nvPr/>
          </p:nvCxnSpPr>
          <p:spPr>
            <a:xfrm rot="-5400000" flipH="1">
              <a:off x="3035800" y="-40175"/>
              <a:ext cx="264000" cy="2607000"/>
            </a:xfrm>
            <a:prstGeom prst="curvedConnector3">
              <a:avLst>
                <a:gd name="adj1" fmla="val 50000"/>
              </a:avLst>
            </a:prstGeom>
            <a:noFill/>
            <a:ln w="19050" cap="flat" cmpd="sng">
              <a:solidFill>
                <a:schemeClr val="dk2"/>
              </a:solidFill>
              <a:prstDash val="solid"/>
              <a:round/>
              <a:headEnd type="none" w="med" len="med"/>
              <a:tailEnd type="triangle" w="med" len="med"/>
            </a:ln>
          </p:spPr>
        </p:cxnSp>
      </p:grpSp>
      <p:grpSp>
        <p:nvGrpSpPr>
          <p:cNvPr id="1941" name="Google Shape;1941;p104"/>
          <p:cNvGrpSpPr/>
          <p:nvPr/>
        </p:nvGrpSpPr>
        <p:grpSpPr>
          <a:xfrm>
            <a:off x="408163" y="2274325"/>
            <a:ext cx="5580797" cy="609600"/>
            <a:chOff x="1675900" y="1740925"/>
            <a:chExt cx="5580797" cy="609600"/>
          </a:xfrm>
        </p:grpSpPr>
        <p:sp>
          <p:nvSpPr>
            <p:cNvPr id="1942" name="Google Shape;1942;p104"/>
            <p:cNvSpPr/>
            <p:nvPr/>
          </p:nvSpPr>
          <p:spPr>
            <a:xfrm>
              <a:off x="1675900" y="2004925"/>
              <a:ext cx="376800" cy="345600"/>
            </a:xfrm>
            <a:prstGeom prst="rect">
              <a:avLst/>
            </a:prstGeom>
            <a:solidFill>
              <a:srgbClr val="B1DD8B"/>
            </a:solidFill>
            <a:ln w="19050" cap="flat" cmpd="sng">
              <a:solidFill>
                <a:srgbClr val="666666"/>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sz="1800">
                <a:latin typeface="Calibri"/>
                <a:ea typeface="Calibri"/>
                <a:cs typeface="Calibri"/>
                <a:sym typeface="Calibri"/>
              </a:endParaRPr>
            </a:p>
          </p:txBody>
        </p:sp>
        <p:sp>
          <p:nvSpPr>
            <p:cNvPr id="1943" name="Google Shape;1943;p104"/>
            <p:cNvSpPr/>
            <p:nvPr/>
          </p:nvSpPr>
          <p:spPr>
            <a:xfrm>
              <a:off x="2047614" y="2004925"/>
              <a:ext cx="376800" cy="345600"/>
            </a:xfrm>
            <a:prstGeom prst="rect">
              <a:avLst/>
            </a:prstGeom>
            <a:solidFill>
              <a:srgbClr val="D9D9D9"/>
            </a:solidFill>
            <a:ln w="19050" cap="flat" cmpd="sng">
              <a:solidFill>
                <a:srgbClr val="666666"/>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sz="1800">
                <a:latin typeface="Calibri"/>
                <a:ea typeface="Calibri"/>
                <a:cs typeface="Calibri"/>
                <a:sym typeface="Calibri"/>
              </a:endParaRPr>
            </a:p>
          </p:txBody>
        </p:sp>
        <p:sp>
          <p:nvSpPr>
            <p:cNvPr id="1944" name="Google Shape;1944;p104"/>
            <p:cNvSpPr/>
            <p:nvPr/>
          </p:nvSpPr>
          <p:spPr>
            <a:xfrm>
              <a:off x="3162769" y="2004925"/>
              <a:ext cx="376800" cy="345600"/>
            </a:xfrm>
            <a:prstGeom prst="rect">
              <a:avLst/>
            </a:prstGeom>
            <a:solidFill>
              <a:srgbClr val="B1DD8B"/>
            </a:solidFill>
            <a:ln w="19050" cap="flat" cmpd="sng">
              <a:solidFill>
                <a:srgbClr val="666666"/>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sz="1800">
                <a:latin typeface="Calibri"/>
                <a:ea typeface="Calibri"/>
                <a:cs typeface="Calibri"/>
                <a:sym typeface="Calibri"/>
              </a:endParaRPr>
            </a:p>
          </p:txBody>
        </p:sp>
        <p:sp>
          <p:nvSpPr>
            <p:cNvPr id="1945" name="Google Shape;1945;p104"/>
            <p:cNvSpPr/>
            <p:nvPr/>
          </p:nvSpPr>
          <p:spPr>
            <a:xfrm>
              <a:off x="3534483" y="2004925"/>
              <a:ext cx="376800" cy="345600"/>
            </a:xfrm>
            <a:prstGeom prst="rect">
              <a:avLst/>
            </a:prstGeom>
            <a:solidFill>
              <a:srgbClr val="D9D9D9"/>
            </a:solidFill>
            <a:ln w="19050" cap="flat" cmpd="sng">
              <a:solidFill>
                <a:srgbClr val="666666"/>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sz="1800">
                <a:latin typeface="Calibri"/>
                <a:ea typeface="Calibri"/>
                <a:cs typeface="Calibri"/>
                <a:sym typeface="Calibri"/>
              </a:endParaRPr>
            </a:p>
          </p:txBody>
        </p:sp>
        <p:sp>
          <p:nvSpPr>
            <p:cNvPr id="1946" name="Google Shape;1946;p104"/>
            <p:cNvSpPr/>
            <p:nvPr/>
          </p:nvSpPr>
          <p:spPr>
            <a:xfrm>
              <a:off x="3906197" y="2004925"/>
              <a:ext cx="376800" cy="345600"/>
            </a:xfrm>
            <a:prstGeom prst="rect">
              <a:avLst/>
            </a:prstGeom>
            <a:solidFill>
              <a:srgbClr val="D9D9D9"/>
            </a:solidFill>
            <a:ln w="19050" cap="flat" cmpd="sng">
              <a:solidFill>
                <a:srgbClr val="666666"/>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sz="1800">
                <a:latin typeface="Calibri"/>
                <a:ea typeface="Calibri"/>
                <a:cs typeface="Calibri"/>
                <a:sym typeface="Calibri"/>
              </a:endParaRPr>
            </a:p>
          </p:txBody>
        </p:sp>
        <p:sp>
          <p:nvSpPr>
            <p:cNvPr id="1947" name="Google Shape;1947;p104"/>
            <p:cNvSpPr/>
            <p:nvPr/>
          </p:nvSpPr>
          <p:spPr>
            <a:xfrm>
              <a:off x="2791055" y="2004925"/>
              <a:ext cx="376800" cy="345600"/>
            </a:xfrm>
            <a:prstGeom prst="rect">
              <a:avLst/>
            </a:prstGeom>
            <a:solidFill>
              <a:srgbClr val="000000"/>
            </a:solidFill>
            <a:ln w="19050" cap="flat" cmpd="sng">
              <a:solidFill>
                <a:srgbClr val="666666"/>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sz="1800">
                <a:latin typeface="Calibri"/>
                <a:ea typeface="Calibri"/>
                <a:cs typeface="Calibri"/>
                <a:sym typeface="Calibri"/>
              </a:endParaRPr>
            </a:p>
          </p:txBody>
        </p:sp>
        <p:sp>
          <p:nvSpPr>
            <p:cNvPr id="1948" name="Google Shape;1948;p104"/>
            <p:cNvSpPr/>
            <p:nvPr/>
          </p:nvSpPr>
          <p:spPr>
            <a:xfrm>
              <a:off x="2419328" y="2004925"/>
              <a:ext cx="376800" cy="345600"/>
            </a:xfrm>
            <a:prstGeom prst="rect">
              <a:avLst/>
            </a:prstGeom>
            <a:solidFill>
              <a:srgbClr val="D9D9D9"/>
            </a:solidFill>
            <a:ln w="19050" cap="flat" cmpd="sng">
              <a:solidFill>
                <a:srgbClr val="666666"/>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sz="1800">
                <a:latin typeface="Calibri"/>
                <a:ea typeface="Calibri"/>
                <a:cs typeface="Calibri"/>
                <a:sym typeface="Calibri"/>
              </a:endParaRPr>
            </a:p>
          </p:txBody>
        </p:sp>
        <p:sp>
          <p:nvSpPr>
            <p:cNvPr id="1949" name="Google Shape;1949;p104"/>
            <p:cNvSpPr/>
            <p:nvPr/>
          </p:nvSpPr>
          <p:spPr>
            <a:xfrm>
              <a:off x="4277900" y="2004925"/>
              <a:ext cx="376800" cy="345600"/>
            </a:xfrm>
            <a:prstGeom prst="rect">
              <a:avLst/>
            </a:prstGeom>
            <a:solidFill>
              <a:srgbClr val="000000"/>
            </a:solidFill>
            <a:ln w="19050" cap="flat" cmpd="sng">
              <a:solidFill>
                <a:srgbClr val="666666"/>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sz="1800">
                <a:latin typeface="Calibri"/>
                <a:ea typeface="Calibri"/>
                <a:cs typeface="Calibri"/>
                <a:sym typeface="Calibri"/>
              </a:endParaRPr>
            </a:p>
          </p:txBody>
        </p:sp>
        <p:sp>
          <p:nvSpPr>
            <p:cNvPr id="1950" name="Google Shape;1950;p104"/>
            <p:cNvSpPr/>
            <p:nvPr/>
          </p:nvSpPr>
          <p:spPr>
            <a:xfrm>
              <a:off x="4649614" y="2004925"/>
              <a:ext cx="376800" cy="345600"/>
            </a:xfrm>
            <a:prstGeom prst="rect">
              <a:avLst/>
            </a:prstGeom>
            <a:solidFill>
              <a:srgbClr val="B1DD8B"/>
            </a:solidFill>
            <a:ln w="19050" cap="flat" cmpd="sng">
              <a:solidFill>
                <a:srgbClr val="666666"/>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sz="1800">
                <a:latin typeface="Calibri"/>
                <a:ea typeface="Calibri"/>
                <a:cs typeface="Calibri"/>
                <a:sym typeface="Calibri"/>
              </a:endParaRPr>
            </a:p>
          </p:txBody>
        </p:sp>
        <p:sp>
          <p:nvSpPr>
            <p:cNvPr id="1951" name="Google Shape;1951;p104"/>
            <p:cNvSpPr/>
            <p:nvPr/>
          </p:nvSpPr>
          <p:spPr>
            <a:xfrm>
              <a:off x="5393041" y="2004925"/>
              <a:ext cx="376800" cy="345600"/>
            </a:xfrm>
            <a:prstGeom prst="rect">
              <a:avLst/>
            </a:prstGeom>
            <a:solidFill>
              <a:srgbClr val="D9D9D9"/>
            </a:solidFill>
            <a:ln w="19050" cap="flat" cmpd="sng">
              <a:solidFill>
                <a:srgbClr val="666666"/>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sz="1800">
                <a:latin typeface="Calibri"/>
                <a:ea typeface="Calibri"/>
                <a:cs typeface="Calibri"/>
                <a:sym typeface="Calibri"/>
              </a:endParaRPr>
            </a:p>
          </p:txBody>
        </p:sp>
        <p:sp>
          <p:nvSpPr>
            <p:cNvPr id="1952" name="Google Shape;1952;p104"/>
            <p:cNvSpPr/>
            <p:nvPr/>
          </p:nvSpPr>
          <p:spPr>
            <a:xfrm>
              <a:off x="6136469" y="2004925"/>
              <a:ext cx="376800" cy="345600"/>
            </a:xfrm>
            <a:prstGeom prst="rect">
              <a:avLst/>
            </a:prstGeom>
            <a:solidFill>
              <a:srgbClr val="B1DD8B"/>
            </a:solidFill>
            <a:ln w="19050" cap="flat" cmpd="sng">
              <a:solidFill>
                <a:srgbClr val="666666"/>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sz="1800">
                <a:latin typeface="Calibri"/>
                <a:ea typeface="Calibri"/>
                <a:cs typeface="Calibri"/>
                <a:sym typeface="Calibri"/>
              </a:endParaRPr>
            </a:p>
          </p:txBody>
        </p:sp>
        <p:sp>
          <p:nvSpPr>
            <p:cNvPr id="1953" name="Google Shape;1953;p104"/>
            <p:cNvSpPr/>
            <p:nvPr/>
          </p:nvSpPr>
          <p:spPr>
            <a:xfrm>
              <a:off x="6508183" y="2004925"/>
              <a:ext cx="376800" cy="345600"/>
            </a:xfrm>
            <a:prstGeom prst="rect">
              <a:avLst/>
            </a:prstGeom>
            <a:solidFill>
              <a:srgbClr val="D9D9D9"/>
            </a:solidFill>
            <a:ln w="19050" cap="flat" cmpd="sng">
              <a:solidFill>
                <a:srgbClr val="666666"/>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sz="1800">
                <a:latin typeface="Calibri"/>
                <a:ea typeface="Calibri"/>
                <a:cs typeface="Calibri"/>
                <a:sym typeface="Calibri"/>
              </a:endParaRPr>
            </a:p>
          </p:txBody>
        </p:sp>
        <p:sp>
          <p:nvSpPr>
            <p:cNvPr id="1954" name="Google Shape;1954;p104"/>
            <p:cNvSpPr/>
            <p:nvPr/>
          </p:nvSpPr>
          <p:spPr>
            <a:xfrm>
              <a:off x="6879897" y="2004925"/>
              <a:ext cx="376800" cy="345600"/>
            </a:xfrm>
            <a:prstGeom prst="rect">
              <a:avLst/>
            </a:prstGeom>
            <a:solidFill>
              <a:srgbClr val="D9D9D9"/>
            </a:solidFill>
            <a:ln w="19050" cap="flat" cmpd="sng">
              <a:solidFill>
                <a:srgbClr val="666666"/>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sz="1800">
                <a:latin typeface="Calibri"/>
                <a:ea typeface="Calibri"/>
                <a:cs typeface="Calibri"/>
                <a:sym typeface="Calibri"/>
              </a:endParaRPr>
            </a:p>
          </p:txBody>
        </p:sp>
        <p:sp>
          <p:nvSpPr>
            <p:cNvPr id="1955" name="Google Shape;1955;p104"/>
            <p:cNvSpPr/>
            <p:nvPr/>
          </p:nvSpPr>
          <p:spPr>
            <a:xfrm>
              <a:off x="5764755" y="2004925"/>
              <a:ext cx="376800" cy="345600"/>
            </a:xfrm>
            <a:prstGeom prst="rect">
              <a:avLst/>
            </a:prstGeom>
            <a:solidFill>
              <a:srgbClr val="000000"/>
            </a:solidFill>
            <a:ln w="19050" cap="flat" cmpd="sng">
              <a:solidFill>
                <a:srgbClr val="666666"/>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sz="1800">
                <a:latin typeface="Calibri"/>
                <a:ea typeface="Calibri"/>
                <a:cs typeface="Calibri"/>
                <a:sym typeface="Calibri"/>
              </a:endParaRPr>
            </a:p>
          </p:txBody>
        </p:sp>
        <p:sp>
          <p:nvSpPr>
            <p:cNvPr id="1956" name="Google Shape;1956;p104"/>
            <p:cNvSpPr/>
            <p:nvPr/>
          </p:nvSpPr>
          <p:spPr>
            <a:xfrm>
              <a:off x="5021328" y="2004925"/>
              <a:ext cx="376800" cy="345600"/>
            </a:xfrm>
            <a:prstGeom prst="rect">
              <a:avLst/>
            </a:prstGeom>
            <a:solidFill>
              <a:srgbClr val="D9D9D9"/>
            </a:solidFill>
            <a:ln w="19050" cap="flat" cmpd="sng">
              <a:solidFill>
                <a:srgbClr val="666666"/>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sz="1800">
                <a:latin typeface="Calibri"/>
                <a:ea typeface="Calibri"/>
                <a:cs typeface="Calibri"/>
                <a:sym typeface="Calibri"/>
              </a:endParaRPr>
            </a:p>
          </p:txBody>
        </p:sp>
        <p:cxnSp>
          <p:nvCxnSpPr>
            <p:cNvPr id="1957" name="Google Shape;1957;p104"/>
            <p:cNvCxnSpPr>
              <a:stCxn id="1925" idx="2"/>
              <a:endCxn id="1947" idx="0"/>
            </p:cNvCxnSpPr>
            <p:nvPr/>
          </p:nvCxnSpPr>
          <p:spPr>
            <a:xfrm rot="-5400000" flipH="1">
              <a:off x="2289850" y="1315375"/>
              <a:ext cx="264000" cy="1115100"/>
            </a:xfrm>
            <a:prstGeom prst="curvedConnector3">
              <a:avLst>
                <a:gd name="adj1" fmla="val 50000"/>
              </a:avLst>
            </a:prstGeom>
            <a:noFill/>
            <a:ln w="19050" cap="flat" cmpd="sng">
              <a:solidFill>
                <a:schemeClr val="dk2"/>
              </a:solidFill>
              <a:prstDash val="solid"/>
              <a:round/>
              <a:headEnd type="none" w="med" len="med"/>
              <a:tailEnd type="triangle" w="med" len="med"/>
            </a:ln>
          </p:spPr>
        </p:cxnSp>
        <p:cxnSp>
          <p:nvCxnSpPr>
            <p:cNvPr id="1958" name="Google Shape;1958;p104"/>
            <p:cNvCxnSpPr>
              <a:stCxn id="1933" idx="2"/>
              <a:endCxn id="1955" idx="0"/>
            </p:cNvCxnSpPr>
            <p:nvPr/>
          </p:nvCxnSpPr>
          <p:spPr>
            <a:xfrm rot="-5400000" flipH="1">
              <a:off x="5266089" y="1317925"/>
              <a:ext cx="264000" cy="1110000"/>
            </a:xfrm>
            <a:prstGeom prst="curvedConnector3">
              <a:avLst>
                <a:gd name="adj1" fmla="val 50000"/>
              </a:avLst>
            </a:prstGeom>
            <a:noFill/>
            <a:ln w="19050" cap="flat" cmpd="sng">
              <a:solidFill>
                <a:schemeClr val="dk2"/>
              </a:solidFill>
              <a:prstDash val="solid"/>
              <a:round/>
              <a:headEnd type="none" w="med" len="med"/>
              <a:tailEnd type="triangle" w="med" len="med"/>
            </a:ln>
          </p:spPr>
        </p:cxnSp>
      </p:grpSp>
      <p:grpSp>
        <p:nvGrpSpPr>
          <p:cNvPr id="1959" name="Google Shape;1959;p104"/>
          <p:cNvGrpSpPr/>
          <p:nvPr/>
        </p:nvGrpSpPr>
        <p:grpSpPr>
          <a:xfrm>
            <a:off x="406764" y="2883925"/>
            <a:ext cx="5580796" cy="696300"/>
            <a:chOff x="1674501" y="2350525"/>
            <a:chExt cx="5580796" cy="696300"/>
          </a:xfrm>
        </p:grpSpPr>
        <p:sp>
          <p:nvSpPr>
            <p:cNvPr id="1960" name="Google Shape;1960;p104"/>
            <p:cNvSpPr/>
            <p:nvPr/>
          </p:nvSpPr>
          <p:spPr>
            <a:xfrm>
              <a:off x="1674501" y="2701225"/>
              <a:ext cx="376800" cy="345600"/>
            </a:xfrm>
            <a:prstGeom prst="rect">
              <a:avLst/>
            </a:prstGeom>
            <a:solidFill>
              <a:srgbClr val="B1DD8B"/>
            </a:solidFill>
            <a:ln w="19050" cap="flat" cmpd="sng">
              <a:solidFill>
                <a:srgbClr val="666666"/>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sz="1800">
                <a:latin typeface="Calibri"/>
                <a:ea typeface="Calibri"/>
                <a:cs typeface="Calibri"/>
                <a:sym typeface="Calibri"/>
              </a:endParaRPr>
            </a:p>
          </p:txBody>
        </p:sp>
        <p:sp>
          <p:nvSpPr>
            <p:cNvPr id="1961" name="Google Shape;1961;p104"/>
            <p:cNvSpPr/>
            <p:nvPr/>
          </p:nvSpPr>
          <p:spPr>
            <a:xfrm>
              <a:off x="2046215" y="2701225"/>
              <a:ext cx="376800" cy="345600"/>
            </a:xfrm>
            <a:prstGeom prst="rect">
              <a:avLst/>
            </a:prstGeom>
            <a:solidFill>
              <a:srgbClr val="000000"/>
            </a:solidFill>
            <a:ln w="19050" cap="flat" cmpd="sng">
              <a:solidFill>
                <a:srgbClr val="666666"/>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sz="1800">
                <a:latin typeface="Calibri"/>
                <a:ea typeface="Calibri"/>
                <a:cs typeface="Calibri"/>
                <a:sym typeface="Calibri"/>
              </a:endParaRPr>
            </a:p>
          </p:txBody>
        </p:sp>
        <p:sp>
          <p:nvSpPr>
            <p:cNvPr id="1962" name="Google Shape;1962;p104"/>
            <p:cNvSpPr/>
            <p:nvPr/>
          </p:nvSpPr>
          <p:spPr>
            <a:xfrm>
              <a:off x="3161370" y="2701225"/>
              <a:ext cx="376800" cy="345600"/>
            </a:xfrm>
            <a:prstGeom prst="rect">
              <a:avLst/>
            </a:prstGeom>
            <a:solidFill>
              <a:srgbClr val="B1DD8B"/>
            </a:solidFill>
            <a:ln w="19050" cap="flat" cmpd="sng">
              <a:solidFill>
                <a:srgbClr val="666666"/>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sz="1800">
                <a:latin typeface="Calibri"/>
                <a:ea typeface="Calibri"/>
                <a:cs typeface="Calibri"/>
                <a:sym typeface="Calibri"/>
              </a:endParaRPr>
            </a:p>
          </p:txBody>
        </p:sp>
        <p:sp>
          <p:nvSpPr>
            <p:cNvPr id="1963" name="Google Shape;1963;p104"/>
            <p:cNvSpPr/>
            <p:nvPr/>
          </p:nvSpPr>
          <p:spPr>
            <a:xfrm>
              <a:off x="3533084" y="2701225"/>
              <a:ext cx="376800" cy="345600"/>
            </a:xfrm>
            <a:prstGeom prst="rect">
              <a:avLst/>
            </a:prstGeom>
            <a:solidFill>
              <a:srgbClr val="000000"/>
            </a:solidFill>
            <a:ln w="19050" cap="flat" cmpd="sng">
              <a:solidFill>
                <a:srgbClr val="666666"/>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sz="1800">
                <a:latin typeface="Calibri"/>
                <a:ea typeface="Calibri"/>
                <a:cs typeface="Calibri"/>
                <a:sym typeface="Calibri"/>
              </a:endParaRPr>
            </a:p>
          </p:txBody>
        </p:sp>
        <p:sp>
          <p:nvSpPr>
            <p:cNvPr id="1964" name="Google Shape;1964;p104"/>
            <p:cNvSpPr/>
            <p:nvPr/>
          </p:nvSpPr>
          <p:spPr>
            <a:xfrm>
              <a:off x="3904798" y="2701225"/>
              <a:ext cx="376800" cy="345600"/>
            </a:xfrm>
            <a:prstGeom prst="rect">
              <a:avLst/>
            </a:prstGeom>
            <a:solidFill>
              <a:srgbClr val="B1DD8B"/>
            </a:solidFill>
            <a:ln w="19050" cap="flat" cmpd="sng">
              <a:solidFill>
                <a:srgbClr val="666666"/>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sz="1800">
                <a:latin typeface="Calibri"/>
                <a:ea typeface="Calibri"/>
                <a:cs typeface="Calibri"/>
                <a:sym typeface="Calibri"/>
              </a:endParaRPr>
            </a:p>
          </p:txBody>
        </p:sp>
        <p:sp>
          <p:nvSpPr>
            <p:cNvPr id="1965" name="Google Shape;1965;p104"/>
            <p:cNvSpPr/>
            <p:nvPr/>
          </p:nvSpPr>
          <p:spPr>
            <a:xfrm>
              <a:off x="2789656" y="2701225"/>
              <a:ext cx="376800" cy="345600"/>
            </a:xfrm>
            <a:prstGeom prst="rect">
              <a:avLst/>
            </a:prstGeom>
            <a:solidFill>
              <a:srgbClr val="000000"/>
            </a:solidFill>
            <a:ln w="19050" cap="flat" cmpd="sng">
              <a:solidFill>
                <a:srgbClr val="666666"/>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sz="1800">
                <a:latin typeface="Calibri"/>
                <a:ea typeface="Calibri"/>
                <a:cs typeface="Calibri"/>
                <a:sym typeface="Calibri"/>
              </a:endParaRPr>
            </a:p>
          </p:txBody>
        </p:sp>
        <p:sp>
          <p:nvSpPr>
            <p:cNvPr id="1966" name="Google Shape;1966;p104"/>
            <p:cNvSpPr/>
            <p:nvPr/>
          </p:nvSpPr>
          <p:spPr>
            <a:xfrm>
              <a:off x="2417929" y="2701225"/>
              <a:ext cx="376800" cy="345600"/>
            </a:xfrm>
            <a:prstGeom prst="rect">
              <a:avLst/>
            </a:prstGeom>
            <a:solidFill>
              <a:srgbClr val="B1DD8B"/>
            </a:solidFill>
            <a:ln w="19050" cap="flat" cmpd="sng">
              <a:solidFill>
                <a:srgbClr val="666666"/>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sz="1800">
                <a:latin typeface="Calibri"/>
                <a:ea typeface="Calibri"/>
                <a:cs typeface="Calibri"/>
                <a:sym typeface="Calibri"/>
              </a:endParaRPr>
            </a:p>
          </p:txBody>
        </p:sp>
        <p:sp>
          <p:nvSpPr>
            <p:cNvPr id="1967" name="Google Shape;1967;p104"/>
            <p:cNvSpPr/>
            <p:nvPr/>
          </p:nvSpPr>
          <p:spPr>
            <a:xfrm>
              <a:off x="4276501" y="2701225"/>
              <a:ext cx="376800" cy="345600"/>
            </a:xfrm>
            <a:prstGeom prst="rect">
              <a:avLst/>
            </a:prstGeom>
            <a:solidFill>
              <a:srgbClr val="000000"/>
            </a:solidFill>
            <a:ln w="19050" cap="flat" cmpd="sng">
              <a:solidFill>
                <a:srgbClr val="666666"/>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sz="1800">
                <a:latin typeface="Calibri"/>
                <a:ea typeface="Calibri"/>
                <a:cs typeface="Calibri"/>
                <a:sym typeface="Calibri"/>
              </a:endParaRPr>
            </a:p>
          </p:txBody>
        </p:sp>
        <p:sp>
          <p:nvSpPr>
            <p:cNvPr id="1968" name="Google Shape;1968;p104"/>
            <p:cNvSpPr/>
            <p:nvPr/>
          </p:nvSpPr>
          <p:spPr>
            <a:xfrm>
              <a:off x="4648215" y="2701225"/>
              <a:ext cx="376800" cy="345600"/>
            </a:xfrm>
            <a:prstGeom prst="rect">
              <a:avLst/>
            </a:prstGeom>
            <a:solidFill>
              <a:srgbClr val="B1DD8B"/>
            </a:solidFill>
            <a:ln w="19050" cap="flat" cmpd="sng">
              <a:solidFill>
                <a:srgbClr val="666666"/>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sz="1800">
                <a:latin typeface="Calibri"/>
                <a:ea typeface="Calibri"/>
                <a:cs typeface="Calibri"/>
                <a:sym typeface="Calibri"/>
              </a:endParaRPr>
            </a:p>
          </p:txBody>
        </p:sp>
        <p:sp>
          <p:nvSpPr>
            <p:cNvPr id="1969" name="Google Shape;1969;p104"/>
            <p:cNvSpPr/>
            <p:nvPr/>
          </p:nvSpPr>
          <p:spPr>
            <a:xfrm>
              <a:off x="5391643" y="2701225"/>
              <a:ext cx="376800" cy="345600"/>
            </a:xfrm>
            <a:prstGeom prst="rect">
              <a:avLst/>
            </a:prstGeom>
            <a:solidFill>
              <a:srgbClr val="B1DD8B"/>
            </a:solidFill>
            <a:ln w="19050" cap="flat" cmpd="sng">
              <a:solidFill>
                <a:srgbClr val="666666"/>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sz="1800">
                <a:latin typeface="Calibri"/>
                <a:ea typeface="Calibri"/>
                <a:cs typeface="Calibri"/>
                <a:sym typeface="Calibri"/>
              </a:endParaRPr>
            </a:p>
          </p:txBody>
        </p:sp>
        <p:sp>
          <p:nvSpPr>
            <p:cNvPr id="1970" name="Google Shape;1970;p104"/>
            <p:cNvSpPr/>
            <p:nvPr/>
          </p:nvSpPr>
          <p:spPr>
            <a:xfrm>
              <a:off x="6135070" y="2701225"/>
              <a:ext cx="376800" cy="345600"/>
            </a:xfrm>
            <a:prstGeom prst="rect">
              <a:avLst/>
            </a:prstGeom>
            <a:solidFill>
              <a:srgbClr val="B1DD8B"/>
            </a:solidFill>
            <a:ln w="19050" cap="flat" cmpd="sng">
              <a:solidFill>
                <a:srgbClr val="666666"/>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sz="1800">
                <a:latin typeface="Calibri"/>
                <a:ea typeface="Calibri"/>
                <a:cs typeface="Calibri"/>
                <a:sym typeface="Calibri"/>
              </a:endParaRPr>
            </a:p>
          </p:txBody>
        </p:sp>
        <p:sp>
          <p:nvSpPr>
            <p:cNvPr id="1971" name="Google Shape;1971;p104"/>
            <p:cNvSpPr/>
            <p:nvPr/>
          </p:nvSpPr>
          <p:spPr>
            <a:xfrm>
              <a:off x="6506784" y="2701225"/>
              <a:ext cx="376800" cy="345600"/>
            </a:xfrm>
            <a:prstGeom prst="rect">
              <a:avLst/>
            </a:prstGeom>
            <a:solidFill>
              <a:srgbClr val="000000"/>
            </a:solidFill>
            <a:ln w="19050" cap="flat" cmpd="sng">
              <a:solidFill>
                <a:srgbClr val="666666"/>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sz="1800">
                <a:latin typeface="Calibri"/>
                <a:ea typeface="Calibri"/>
                <a:cs typeface="Calibri"/>
                <a:sym typeface="Calibri"/>
              </a:endParaRPr>
            </a:p>
          </p:txBody>
        </p:sp>
        <p:sp>
          <p:nvSpPr>
            <p:cNvPr id="1972" name="Google Shape;1972;p104"/>
            <p:cNvSpPr/>
            <p:nvPr/>
          </p:nvSpPr>
          <p:spPr>
            <a:xfrm>
              <a:off x="6878498" y="2701225"/>
              <a:ext cx="376800" cy="345600"/>
            </a:xfrm>
            <a:prstGeom prst="rect">
              <a:avLst/>
            </a:prstGeom>
            <a:solidFill>
              <a:srgbClr val="B1DD8B"/>
            </a:solidFill>
            <a:ln w="19050" cap="flat" cmpd="sng">
              <a:solidFill>
                <a:srgbClr val="666666"/>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sz="1800">
                <a:latin typeface="Calibri"/>
                <a:ea typeface="Calibri"/>
                <a:cs typeface="Calibri"/>
                <a:sym typeface="Calibri"/>
              </a:endParaRPr>
            </a:p>
          </p:txBody>
        </p:sp>
        <p:sp>
          <p:nvSpPr>
            <p:cNvPr id="1973" name="Google Shape;1973;p104"/>
            <p:cNvSpPr/>
            <p:nvPr/>
          </p:nvSpPr>
          <p:spPr>
            <a:xfrm>
              <a:off x="5763357" y="2701225"/>
              <a:ext cx="376800" cy="345600"/>
            </a:xfrm>
            <a:prstGeom prst="rect">
              <a:avLst/>
            </a:prstGeom>
            <a:solidFill>
              <a:srgbClr val="000000"/>
            </a:solidFill>
            <a:ln w="19050" cap="flat" cmpd="sng">
              <a:solidFill>
                <a:srgbClr val="666666"/>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sz="1800">
                <a:latin typeface="Calibri"/>
                <a:ea typeface="Calibri"/>
                <a:cs typeface="Calibri"/>
                <a:sym typeface="Calibri"/>
              </a:endParaRPr>
            </a:p>
          </p:txBody>
        </p:sp>
        <p:sp>
          <p:nvSpPr>
            <p:cNvPr id="1974" name="Google Shape;1974;p104"/>
            <p:cNvSpPr/>
            <p:nvPr/>
          </p:nvSpPr>
          <p:spPr>
            <a:xfrm>
              <a:off x="5019929" y="2701225"/>
              <a:ext cx="376800" cy="345600"/>
            </a:xfrm>
            <a:prstGeom prst="rect">
              <a:avLst/>
            </a:prstGeom>
            <a:solidFill>
              <a:srgbClr val="000000"/>
            </a:solidFill>
            <a:ln w="19050" cap="flat" cmpd="sng">
              <a:solidFill>
                <a:srgbClr val="666666"/>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sz="1800">
                <a:latin typeface="Calibri"/>
                <a:ea typeface="Calibri"/>
                <a:cs typeface="Calibri"/>
                <a:sym typeface="Calibri"/>
              </a:endParaRPr>
            </a:p>
          </p:txBody>
        </p:sp>
        <p:cxnSp>
          <p:nvCxnSpPr>
            <p:cNvPr id="1975" name="Google Shape;1975;p104"/>
            <p:cNvCxnSpPr>
              <a:stCxn id="1942" idx="2"/>
              <a:endCxn id="1961" idx="0"/>
            </p:cNvCxnSpPr>
            <p:nvPr/>
          </p:nvCxnSpPr>
          <p:spPr>
            <a:xfrm rot="-5400000" flipH="1">
              <a:off x="1874050" y="2340775"/>
              <a:ext cx="350700" cy="370200"/>
            </a:xfrm>
            <a:prstGeom prst="curvedConnector3">
              <a:avLst>
                <a:gd name="adj1" fmla="val 50000"/>
              </a:avLst>
            </a:prstGeom>
            <a:noFill/>
            <a:ln w="19050" cap="flat" cmpd="sng">
              <a:solidFill>
                <a:schemeClr val="dk2"/>
              </a:solidFill>
              <a:prstDash val="solid"/>
              <a:round/>
              <a:headEnd type="none" w="med" len="med"/>
              <a:tailEnd type="triangle" w="med" len="med"/>
            </a:ln>
          </p:spPr>
        </p:cxnSp>
        <p:cxnSp>
          <p:nvCxnSpPr>
            <p:cNvPr id="1976" name="Google Shape;1976;p104"/>
            <p:cNvCxnSpPr>
              <a:stCxn id="1944" idx="2"/>
              <a:endCxn id="1963" idx="0"/>
            </p:cNvCxnSpPr>
            <p:nvPr/>
          </p:nvCxnSpPr>
          <p:spPr>
            <a:xfrm rot="-5400000" flipH="1">
              <a:off x="3360919" y="2340775"/>
              <a:ext cx="350700" cy="370200"/>
            </a:xfrm>
            <a:prstGeom prst="curvedConnector3">
              <a:avLst>
                <a:gd name="adj1" fmla="val 50000"/>
              </a:avLst>
            </a:prstGeom>
            <a:noFill/>
            <a:ln w="19050" cap="flat" cmpd="sng">
              <a:solidFill>
                <a:schemeClr val="dk2"/>
              </a:solidFill>
              <a:prstDash val="solid"/>
              <a:round/>
              <a:headEnd type="none" w="med" len="med"/>
              <a:tailEnd type="triangle" w="med" len="med"/>
            </a:ln>
          </p:spPr>
        </p:cxnSp>
        <p:cxnSp>
          <p:nvCxnSpPr>
            <p:cNvPr id="1977" name="Google Shape;1977;p104"/>
            <p:cNvCxnSpPr>
              <a:stCxn id="1950" idx="2"/>
              <a:endCxn id="1974" idx="0"/>
            </p:cNvCxnSpPr>
            <p:nvPr/>
          </p:nvCxnSpPr>
          <p:spPr>
            <a:xfrm rot="-5400000" flipH="1">
              <a:off x="4847764" y="2340775"/>
              <a:ext cx="350700" cy="370200"/>
            </a:xfrm>
            <a:prstGeom prst="curvedConnector3">
              <a:avLst>
                <a:gd name="adj1" fmla="val 50000"/>
              </a:avLst>
            </a:prstGeom>
            <a:noFill/>
            <a:ln w="19050" cap="flat" cmpd="sng">
              <a:solidFill>
                <a:schemeClr val="dk2"/>
              </a:solidFill>
              <a:prstDash val="solid"/>
              <a:round/>
              <a:headEnd type="none" w="med" len="med"/>
              <a:tailEnd type="triangle" w="med" len="med"/>
            </a:ln>
          </p:spPr>
        </p:cxnSp>
        <p:cxnSp>
          <p:nvCxnSpPr>
            <p:cNvPr id="1978" name="Google Shape;1978;p104"/>
            <p:cNvCxnSpPr>
              <a:stCxn id="1952" idx="2"/>
              <a:endCxn id="1971" idx="0"/>
            </p:cNvCxnSpPr>
            <p:nvPr/>
          </p:nvCxnSpPr>
          <p:spPr>
            <a:xfrm rot="-5400000" flipH="1">
              <a:off x="6334619" y="2340775"/>
              <a:ext cx="350700" cy="370200"/>
            </a:xfrm>
            <a:prstGeom prst="curvedConnector3">
              <a:avLst>
                <a:gd name="adj1" fmla="val 50000"/>
              </a:avLst>
            </a:prstGeom>
            <a:noFill/>
            <a:ln w="19050" cap="flat" cmpd="sng">
              <a:solidFill>
                <a:schemeClr val="dk2"/>
              </a:solidFill>
              <a:prstDash val="solid"/>
              <a:round/>
              <a:headEnd type="none" w="med" len="med"/>
              <a:tailEnd type="triangle" w="med" len="med"/>
            </a:ln>
          </p:spPr>
        </p:cxnSp>
      </p:grpSp>
      <p:grpSp>
        <p:nvGrpSpPr>
          <p:cNvPr id="1979" name="Google Shape;1979;p104"/>
          <p:cNvGrpSpPr/>
          <p:nvPr/>
        </p:nvGrpSpPr>
        <p:grpSpPr>
          <a:xfrm>
            <a:off x="406764" y="4149025"/>
            <a:ext cx="5580796" cy="345600"/>
            <a:chOff x="1674501" y="3615625"/>
            <a:chExt cx="5580796" cy="345600"/>
          </a:xfrm>
        </p:grpSpPr>
        <p:sp>
          <p:nvSpPr>
            <p:cNvPr id="1980" name="Google Shape;1980;p104"/>
            <p:cNvSpPr/>
            <p:nvPr/>
          </p:nvSpPr>
          <p:spPr>
            <a:xfrm>
              <a:off x="1674501" y="3615625"/>
              <a:ext cx="376800" cy="345600"/>
            </a:xfrm>
            <a:prstGeom prst="rect">
              <a:avLst/>
            </a:prstGeom>
            <a:solidFill>
              <a:srgbClr val="000000"/>
            </a:solidFill>
            <a:ln w="19050" cap="flat" cmpd="sng">
              <a:solidFill>
                <a:srgbClr val="666666"/>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sz="1800">
                <a:latin typeface="Calibri"/>
                <a:ea typeface="Calibri"/>
                <a:cs typeface="Calibri"/>
                <a:sym typeface="Calibri"/>
              </a:endParaRPr>
            </a:p>
          </p:txBody>
        </p:sp>
        <p:sp>
          <p:nvSpPr>
            <p:cNvPr id="1981" name="Google Shape;1981;p104"/>
            <p:cNvSpPr/>
            <p:nvPr/>
          </p:nvSpPr>
          <p:spPr>
            <a:xfrm>
              <a:off x="2046215" y="3615625"/>
              <a:ext cx="376800" cy="345600"/>
            </a:xfrm>
            <a:prstGeom prst="rect">
              <a:avLst/>
            </a:prstGeom>
            <a:solidFill>
              <a:srgbClr val="000000"/>
            </a:solidFill>
            <a:ln w="19050" cap="flat" cmpd="sng">
              <a:solidFill>
                <a:srgbClr val="666666"/>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sz="1800">
                <a:latin typeface="Calibri"/>
                <a:ea typeface="Calibri"/>
                <a:cs typeface="Calibri"/>
                <a:sym typeface="Calibri"/>
              </a:endParaRPr>
            </a:p>
          </p:txBody>
        </p:sp>
        <p:sp>
          <p:nvSpPr>
            <p:cNvPr id="1982" name="Google Shape;1982;p104"/>
            <p:cNvSpPr/>
            <p:nvPr/>
          </p:nvSpPr>
          <p:spPr>
            <a:xfrm>
              <a:off x="3161370" y="3615625"/>
              <a:ext cx="376800" cy="345600"/>
            </a:xfrm>
            <a:prstGeom prst="rect">
              <a:avLst/>
            </a:prstGeom>
            <a:solidFill>
              <a:srgbClr val="000000"/>
            </a:solidFill>
            <a:ln w="19050" cap="flat" cmpd="sng">
              <a:solidFill>
                <a:srgbClr val="666666"/>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sz="1800">
                <a:latin typeface="Calibri"/>
                <a:ea typeface="Calibri"/>
                <a:cs typeface="Calibri"/>
                <a:sym typeface="Calibri"/>
              </a:endParaRPr>
            </a:p>
          </p:txBody>
        </p:sp>
        <p:sp>
          <p:nvSpPr>
            <p:cNvPr id="1983" name="Google Shape;1983;p104"/>
            <p:cNvSpPr/>
            <p:nvPr/>
          </p:nvSpPr>
          <p:spPr>
            <a:xfrm>
              <a:off x="3533084" y="3615625"/>
              <a:ext cx="376800" cy="345600"/>
            </a:xfrm>
            <a:prstGeom prst="rect">
              <a:avLst/>
            </a:prstGeom>
            <a:solidFill>
              <a:srgbClr val="000000"/>
            </a:solidFill>
            <a:ln w="19050" cap="flat" cmpd="sng">
              <a:solidFill>
                <a:srgbClr val="666666"/>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sz="1800">
                <a:latin typeface="Calibri"/>
                <a:ea typeface="Calibri"/>
                <a:cs typeface="Calibri"/>
                <a:sym typeface="Calibri"/>
              </a:endParaRPr>
            </a:p>
          </p:txBody>
        </p:sp>
        <p:sp>
          <p:nvSpPr>
            <p:cNvPr id="1984" name="Google Shape;1984;p104"/>
            <p:cNvSpPr/>
            <p:nvPr/>
          </p:nvSpPr>
          <p:spPr>
            <a:xfrm>
              <a:off x="3904798" y="3615625"/>
              <a:ext cx="376800" cy="345600"/>
            </a:xfrm>
            <a:prstGeom prst="rect">
              <a:avLst/>
            </a:prstGeom>
            <a:solidFill>
              <a:srgbClr val="000000"/>
            </a:solidFill>
            <a:ln w="19050" cap="flat" cmpd="sng">
              <a:solidFill>
                <a:srgbClr val="666666"/>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sz="1800">
                <a:latin typeface="Calibri"/>
                <a:ea typeface="Calibri"/>
                <a:cs typeface="Calibri"/>
                <a:sym typeface="Calibri"/>
              </a:endParaRPr>
            </a:p>
          </p:txBody>
        </p:sp>
        <p:sp>
          <p:nvSpPr>
            <p:cNvPr id="1985" name="Google Shape;1985;p104"/>
            <p:cNvSpPr/>
            <p:nvPr/>
          </p:nvSpPr>
          <p:spPr>
            <a:xfrm>
              <a:off x="2789656" y="3615625"/>
              <a:ext cx="376800" cy="345600"/>
            </a:xfrm>
            <a:prstGeom prst="rect">
              <a:avLst/>
            </a:prstGeom>
            <a:solidFill>
              <a:srgbClr val="000000"/>
            </a:solidFill>
            <a:ln w="19050" cap="flat" cmpd="sng">
              <a:solidFill>
                <a:srgbClr val="666666"/>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sz="1800">
                <a:latin typeface="Calibri"/>
                <a:ea typeface="Calibri"/>
                <a:cs typeface="Calibri"/>
                <a:sym typeface="Calibri"/>
              </a:endParaRPr>
            </a:p>
          </p:txBody>
        </p:sp>
        <p:sp>
          <p:nvSpPr>
            <p:cNvPr id="1986" name="Google Shape;1986;p104"/>
            <p:cNvSpPr/>
            <p:nvPr/>
          </p:nvSpPr>
          <p:spPr>
            <a:xfrm>
              <a:off x="2417929" y="3615625"/>
              <a:ext cx="376800" cy="345600"/>
            </a:xfrm>
            <a:prstGeom prst="rect">
              <a:avLst/>
            </a:prstGeom>
            <a:solidFill>
              <a:srgbClr val="000000"/>
            </a:solidFill>
            <a:ln w="19050" cap="flat" cmpd="sng">
              <a:solidFill>
                <a:srgbClr val="666666"/>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sz="1800">
                <a:latin typeface="Calibri"/>
                <a:ea typeface="Calibri"/>
                <a:cs typeface="Calibri"/>
                <a:sym typeface="Calibri"/>
              </a:endParaRPr>
            </a:p>
          </p:txBody>
        </p:sp>
        <p:sp>
          <p:nvSpPr>
            <p:cNvPr id="1987" name="Google Shape;1987;p104"/>
            <p:cNvSpPr/>
            <p:nvPr/>
          </p:nvSpPr>
          <p:spPr>
            <a:xfrm>
              <a:off x="4276501" y="3615625"/>
              <a:ext cx="376800" cy="345600"/>
            </a:xfrm>
            <a:prstGeom prst="rect">
              <a:avLst/>
            </a:prstGeom>
            <a:solidFill>
              <a:srgbClr val="000000"/>
            </a:solidFill>
            <a:ln w="19050" cap="flat" cmpd="sng">
              <a:solidFill>
                <a:srgbClr val="666666"/>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sz="1800">
                <a:latin typeface="Calibri"/>
                <a:ea typeface="Calibri"/>
                <a:cs typeface="Calibri"/>
                <a:sym typeface="Calibri"/>
              </a:endParaRPr>
            </a:p>
          </p:txBody>
        </p:sp>
        <p:sp>
          <p:nvSpPr>
            <p:cNvPr id="1988" name="Google Shape;1988;p104"/>
            <p:cNvSpPr/>
            <p:nvPr/>
          </p:nvSpPr>
          <p:spPr>
            <a:xfrm>
              <a:off x="4648215" y="3615625"/>
              <a:ext cx="376800" cy="345600"/>
            </a:xfrm>
            <a:prstGeom prst="rect">
              <a:avLst/>
            </a:prstGeom>
            <a:solidFill>
              <a:srgbClr val="000000"/>
            </a:solidFill>
            <a:ln w="19050" cap="flat" cmpd="sng">
              <a:solidFill>
                <a:srgbClr val="666666"/>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sz="1800">
                <a:latin typeface="Calibri"/>
                <a:ea typeface="Calibri"/>
                <a:cs typeface="Calibri"/>
                <a:sym typeface="Calibri"/>
              </a:endParaRPr>
            </a:p>
          </p:txBody>
        </p:sp>
        <p:sp>
          <p:nvSpPr>
            <p:cNvPr id="1989" name="Google Shape;1989;p104"/>
            <p:cNvSpPr/>
            <p:nvPr/>
          </p:nvSpPr>
          <p:spPr>
            <a:xfrm>
              <a:off x="5391643" y="3615625"/>
              <a:ext cx="376800" cy="345600"/>
            </a:xfrm>
            <a:prstGeom prst="rect">
              <a:avLst/>
            </a:prstGeom>
            <a:solidFill>
              <a:srgbClr val="000000"/>
            </a:solidFill>
            <a:ln w="19050" cap="flat" cmpd="sng">
              <a:solidFill>
                <a:srgbClr val="666666"/>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sz="1800">
                <a:latin typeface="Calibri"/>
                <a:ea typeface="Calibri"/>
                <a:cs typeface="Calibri"/>
                <a:sym typeface="Calibri"/>
              </a:endParaRPr>
            </a:p>
          </p:txBody>
        </p:sp>
        <p:sp>
          <p:nvSpPr>
            <p:cNvPr id="1990" name="Google Shape;1990;p104"/>
            <p:cNvSpPr/>
            <p:nvPr/>
          </p:nvSpPr>
          <p:spPr>
            <a:xfrm>
              <a:off x="6135070" y="3615625"/>
              <a:ext cx="376800" cy="345600"/>
            </a:xfrm>
            <a:prstGeom prst="rect">
              <a:avLst/>
            </a:prstGeom>
            <a:solidFill>
              <a:srgbClr val="000000"/>
            </a:solidFill>
            <a:ln w="19050" cap="flat" cmpd="sng">
              <a:solidFill>
                <a:srgbClr val="666666"/>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sz="1800">
                <a:latin typeface="Calibri"/>
                <a:ea typeface="Calibri"/>
                <a:cs typeface="Calibri"/>
                <a:sym typeface="Calibri"/>
              </a:endParaRPr>
            </a:p>
          </p:txBody>
        </p:sp>
        <p:sp>
          <p:nvSpPr>
            <p:cNvPr id="1991" name="Google Shape;1991;p104"/>
            <p:cNvSpPr/>
            <p:nvPr/>
          </p:nvSpPr>
          <p:spPr>
            <a:xfrm>
              <a:off x="6506784" y="3615625"/>
              <a:ext cx="376800" cy="345600"/>
            </a:xfrm>
            <a:prstGeom prst="rect">
              <a:avLst/>
            </a:prstGeom>
            <a:solidFill>
              <a:srgbClr val="000000"/>
            </a:solidFill>
            <a:ln w="19050" cap="flat" cmpd="sng">
              <a:solidFill>
                <a:srgbClr val="666666"/>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sz="1800">
                <a:latin typeface="Calibri"/>
                <a:ea typeface="Calibri"/>
                <a:cs typeface="Calibri"/>
                <a:sym typeface="Calibri"/>
              </a:endParaRPr>
            </a:p>
          </p:txBody>
        </p:sp>
        <p:sp>
          <p:nvSpPr>
            <p:cNvPr id="1992" name="Google Shape;1992;p104"/>
            <p:cNvSpPr/>
            <p:nvPr/>
          </p:nvSpPr>
          <p:spPr>
            <a:xfrm>
              <a:off x="6878498" y="3615625"/>
              <a:ext cx="376800" cy="345600"/>
            </a:xfrm>
            <a:prstGeom prst="rect">
              <a:avLst/>
            </a:prstGeom>
            <a:solidFill>
              <a:srgbClr val="000000"/>
            </a:solidFill>
            <a:ln w="19050" cap="flat" cmpd="sng">
              <a:solidFill>
                <a:srgbClr val="666666"/>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sz="1800">
                <a:latin typeface="Calibri"/>
                <a:ea typeface="Calibri"/>
                <a:cs typeface="Calibri"/>
                <a:sym typeface="Calibri"/>
              </a:endParaRPr>
            </a:p>
          </p:txBody>
        </p:sp>
        <p:sp>
          <p:nvSpPr>
            <p:cNvPr id="1993" name="Google Shape;1993;p104"/>
            <p:cNvSpPr/>
            <p:nvPr/>
          </p:nvSpPr>
          <p:spPr>
            <a:xfrm>
              <a:off x="5763357" y="3615625"/>
              <a:ext cx="376800" cy="345600"/>
            </a:xfrm>
            <a:prstGeom prst="rect">
              <a:avLst/>
            </a:prstGeom>
            <a:solidFill>
              <a:srgbClr val="000000"/>
            </a:solidFill>
            <a:ln w="19050" cap="flat" cmpd="sng">
              <a:solidFill>
                <a:srgbClr val="666666"/>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sz="1800">
                <a:latin typeface="Calibri"/>
                <a:ea typeface="Calibri"/>
                <a:cs typeface="Calibri"/>
                <a:sym typeface="Calibri"/>
              </a:endParaRPr>
            </a:p>
          </p:txBody>
        </p:sp>
        <p:sp>
          <p:nvSpPr>
            <p:cNvPr id="1994" name="Google Shape;1994;p104"/>
            <p:cNvSpPr/>
            <p:nvPr/>
          </p:nvSpPr>
          <p:spPr>
            <a:xfrm>
              <a:off x="5019929" y="3615625"/>
              <a:ext cx="376800" cy="345600"/>
            </a:xfrm>
            <a:prstGeom prst="rect">
              <a:avLst/>
            </a:prstGeom>
            <a:solidFill>
              <a:srgbClr val="000000"/>
            </a:solidFill>
            <a:ln w="19050" cap="flat" cmpd="sng">
              <a:solidFill>
                <a:srgbClr val="666666"/>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sz="1800">
                <a:latin typeface="Calibri"/>
                <a:ea typeface="Calibri"/>
                <a:cs typeface="Calibri"/>
                <a:sym typeface="Calibri"/>
              </a:endParaRPr>
            </a:p>
          </p:txBody>
        </p:sp>
      </p:grpSp>
      <p:sp>
        <p:nvSpPr>
          <p:cNvPr id="1995" name="Google Shape;1995;p104"/>
          <p:cNvSpPr txBox="1"/>
          <p:nvPr/>
        </p:nvSpPr>
        <p:spPr>
          <a:xfrm>
            <a:off x="1755763" y="3712175"/>
            <a:ext cx="4200300" cy="1308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a:t>Only size 1 problems remain, so we’re done.</a:t>
            </a:r>
            <a:endParaRPr/>
          </a:p>
        </p:txBody>
      </p:sp>
      <p:sp>
        <p:nvSpPr>
          <p:cNvPr id="1996" name="Google Shape;1996;p104"/>
          <p:cNvSpPr txBox="1"/>
          <p:nvPr/>
        </p:nvSpPr>
        <p:spPr>
          <a:xfrm>
            <a:off x="6324650" y="773950"/>
            <a:ext cx="2535600" cy="3456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600">
                <a:latin typeface="Roboto"/>
                <a:ea typeface="Roboto"/>
                <a:cs typeface="Roboto"/>
                <a:sym typeface="Roboto"/>
              </a:rPr>
              <a:t>Total work at each level:</a:t>
            </a:r>
            <a:endParaRPr sz="1600">
              <a:latin typeface="Roboto"/>
              <a:ea typeface="Roboto"/>
              <a:cs typeface="Roboto"/>
              <a:sym typeface="Roboto"/>
            </a:endParaRPr>
          </a:p>
        </p:txBody>
      </p:sp>
      <p:sp>
        <p:nvSpPr>
          <p:cNvPr id="1997" name="Google Shape;1997;p104"/>
          <p:cNvSpPr txBox="1"/>
          <p:nvPr/>
        </p:nvSpPr>
        <p:spPr>
          <a:xfrm>
            <a:off x="7434425" y="1184025"/>
            <a:ext cx="747600" cy="4953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900">
                <a:solidFill>
                  <a:srgbClr val="545454"/>
                </a:solidFill>
                <a:highlight>
                  <a:srgbClr val="FFFFFF"/>
                </a:highlight>
                <a:latin typeface="Roboto"/>
                <a:ea typeface="Roboto"/>
                <a:cs typeface="Roboto"/>
                <a:sym typeface="Roboto"/>
              </a:rPr>
              <a:t>≈ </a:t>
            </a:r>
            <a:r>
              <a:rPr lang="en" sz="1600">
                <a:latin typeface="Roboto"/>
                <a:ea typeface="Roboto"/>
                <a:cs typeface="Roboto"/>
                <a:sym typeface="Roboto"/>
              </a:rPr>
              <a:t>N</a:t>
            </a:r>
            <a:endParaRPr sz="1600">
              <a:latin typeface="Roboto"/>
              <a:ea typeface="Roboto"/>
              <a:cs typeface="Roboto"/>
              <a:sym typeface="Roboto"/>
            </a:endParaRPr>
          </a:p>
        </p:txBody>
      </p:sp>
      <p:sp>
        <p:nvSpPr>
          <p:cNvPr id="1998" name="Google Shape;1998;p104"/>
          <p:cNvSpPr txBox="1"/>
          <p:nvPr/>
        </p:nvSpPr>
        <p:spPr>
          <a:xfrm>
            <a:off x="6824825" y="1869825"/>
            <a:ext cx="1872600" cy="4953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900">
                <a:solidFill>
                  <a:srgbClr val="545454"/>
                </a:solidFill>
                <a:highlight>
                  <a:srgbClr val="FFFFFF"/>
                </a:highlight>
                <a:latin typeface="Roboto"/>
                <a:ea typeface="Roboto"/>
                <a:cs typeface="Roboto"/>
                <a:sym typeface="Roboto"/>
              </a:rPr>
              <a:t>≈</a:t>
            </a:r>
            <a:r>
              <a:rPr lang="en" sz="1600">
                <a:latin typeface="Roboto"/>
                <a:ea typeface="Roboto"/>
                <a:cs typeface="Roboto"/>
                <a:sym typeface="Roboto"/>
              </a:rPr>
              <a:t>N/2 + </a:t>
            </a:r>
            <a:r>
              <a:rPr lang="en" sz="900">
                <a:solidFill>
                  <a:srgbClr val="545454"/>
                </a:solidFill>
                <a:highlight>
                  <a:srgbClr val="FFFFFF"/>
                </a:highlight>
                <a:latin typeface="Roboto"/>
                <a:ea typeface="Roboto"/>
                <a:cs typeface="Roboto"/>
                <a:sym typeface="Roboto"/>
              </a:rPr>
              <a:t>≈</a:t>
            </a:r>
            <a:r>
              <a:rPr lang="en" sz="1600">
                <a:latin typeface="Roboto"/>
                <a:ea typeface="Roboto"/>
                <a:cs typeface="Roboto"/>
                <a:sym typeface="Roboto"/>
              </a:rPr>
              <a:t>N/2 = </a:t>
            </a:r>
            <a:r>
              <a:rPr lang="en" sz="900">
                <a:solidFill>
                  <a:srgbClr val="545454"/>
                </a:solidFill>
                <a:highlight>
                  <a:srgbClr val="FFFFFF"/>
                </a:highlight>
                <a:latin typeface="Roboto"/>
                <a:ea typeface="Roboto"/>
                <a:cs typeface="Roboto"/>
                <a:sym typeface="Roboto"/>
              </a:rPr>
              <a:t>≈</a:t>
            </a:r>
            <a:r>
              <a:rPr lang="en" sz="1600">
                <a:latin typeface="Roboto"/>
                <a:ea typeface="Roboto"/>
                <a:cs typeface="Roboto"/>
                <a:sym typeface="Roboto"/>
              </a:rPr>
              <a:t>N</a:t>
            </a:r>
            <a:endParaRPr sz="1600">
              <a:latin typeface="Roboto"/>
              <a:ea typeface="Roboto"/>
              <a:cs typeface="Roboto"/>
              <a:sym typeface="Roboto"/>
            </a:endParaRPr>
          </a:p>
        </p:txBody>
      </p:sp>
      <p:sp>
        <p:nvSpPr>
          <p:cNvPr id="1999" name="Google Shape;1999;p104"/>
          <p:cNvSpPr txBox="1"/>
          <p:nvPr/>
        </p:nvSpPr>
        <p:spPr>
          <a:xfrm>
            <a:off x="6977225" y="2479425"/>
            <a:ext cx="1872600" cy="4953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900">
                <a:solidFill>
                  <a:srgbClr val="545454"/>
                </a:solidFill>
                <a:highlight>
                  <a:srgbClr val="FFFFFF"/>
                </a:highlight>
                <a:latin typeface="Roboto"/>
                <a:ea typeface="Roboto"/>
                <a:cs typeface="Roboto"/>
                <a:sym typeface="Roboto"/>
              </a:rPr>
              <a:t>≈</a:t>
            </a:r>
            <a:r>
              <a:rPr lang="en" sz="1600">
                <a:latin typeface="Roboto"/>
                <a:ea typeface="Roboto"/>
                <a:cs typeface="Roboto"/>
                <a:sym typeface="Roboto"/>
              </a:rPr>
              <a:t>N/4 * 4 = </a:t>
            </a:r>
            <a:r>
              <a:rPr lang="en" sz="900">
                <a:solidFill>
                  <a:srgbClr val="545454"/>
                </a:solidFill>
                <a:highlight>
                  <a:srgbClr val="FFFFFF"/>
                </a:highlight>
                <a:latin typeface="Roboto"/>
                <a:ea typeface="Roboto"/>
                <a:cs typeface="Roboto"/>
                <a:sym typeface="Roboto"/>
              </a:rPr>
              <a:t>≈</a:t>
            </a:r>
            <a:r>
              <a:rPr lang="en" sz="1600">
                <a:latin typeface="Roboto"/>
                <a:ea typeface="Roboto"/>
                <a:cs typeface="Roboto"/>
                <a:sym typeface="Roboto"/>
              </a:rPr>
              <a:t>N</a:t>
            </a:r>
            <a:endParaRPr sz="1600">
              <a:latin typeface="Roboto"/>
              <a:ea typeface="Roboto"/>
              <a:cs typeface="Roboto"/>
              <a:sym typeface="Roboto"/>
            </a:endParaRPr>
          </a:p>
        </p:txBody>
      </p:sp>
      <p:sp>
        <p:nvSpPr>
          <p:cNvPr id="2000" name="Google Shape;2000;p104"/>
          <p:cNvSpPr txBox="1"/>
          <p:nvPr/>
        </p:nvSpPr>
        <p:spPr>
          <a:xfrm>
            <a:off x="6284675" y="3749400"/>
            <a:ext cx="2859300" cy="12399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600">
                <a:latin typeface="Roboto"/>
                <a:ea typeface="Roboto"/>
                <a:cs typeface="Roboto"/>
                <a:sym typeface="Roboto"/>
              </a:rPr>
              <a:t>Overall runtime:</a:t>
            </a:r>
            <a:endParaRPr sz="1600">
              <a:latin typeface="Roboto"/>
              <a:ea typeface="Roboto"/>
              <a:cs typeface="Roboto"/>
              <a:sym typeface="Roboto"/>
            </a:endParaRPr>
          </a:p>
          <a:p>
            <a:pPr marL="0" lvl="0" indent="0" algn="l" rtl="0">
              <a:spcBef>
                <a:spcPts val="0"/>
              </a:spcBef>
              <a:spcAft>
                <a:spcPts val="0"/>
              </a:spcAft>
              <a:buNone/>
            </a:pPr>
            <a:r>
              <a:rPr lang="en" sz="1600">
                <a:latin typeface="Roboto"/>
                <a:ea typeface="Roboto"/>
                <a:cs typeface="Roboto"/>
                <a:sym typeface="Roboto"/>
              </a:rPr>
              <a:t>Θ(NH) where H = </a:t>
            </a:r>
            <a:r>
              <a:rPr lang="en" sz="1600">
                <a:solidFill>
                  <a:schemeClr val="dk1"/>
                </a:solidFill>
                <a:latin typeface="Roboto"/>
                <a:ea typeface="Roboto"/>
                <a:cs typeface="Roboto"/>
                <a:sym typeface="Roboto"/>
              </a:rPr>
              <a:t>Θ(</a:t>
            </a:r>
            <a:r>
              <a:rPr lang="en" sz="1600">
                <a:latin typeface="Roboto"/>
                <a:ea typeface="Roboto"/>
                <a:cs typeface="Roboto"/>
                <a:sym typeface="Roboto"/>
              </a:rPr>
              <a:t>log N)</a:t>
            </a:r>
            <a:endParaRPr sz="1600">
              <a:latin typeface="Roboto"/>
              <a:ea typeface="Roboto"/>
              <a:cs typeface="Roboto"/>
              <a:sym typeface="Roboto"/>
            </a:endParaRPr>
          </a:p>
          <a:p>
            <a:pPr marL="0" lvl="0" indent="0" algn="l" rtl="0">
              <a:spcBef>
                <a:spcPts val="0"/>
              </a:spcBef>
              <a:spcAft>
                <a:spcPts val="0"/>
              </a:spcAft>
              <a:buNone/>
            </a:pPr>
            <a:endParaRPr sz="1600">
              <a:latin typeface="Roboto"/>
              <a:ea typeface="Roboto"/>
              <a:cs typeface="Roboto"/>
              <a:sym typeface="Roboto"/>
            </a:endParaRPr>
          </a:p>
          <a:p>
            <a:pPr marL="0" lvl="0" indent="0" algn="l" rtl="0">
              <a:spcBef>
                <a:spcPts val="0"/>
              </a:spcBef>
              <a:spcAft>
                <a:spcPts val="0"/>
              </a:spcAft>
              <a:buNone/>
            </a:pPr>
            <a:r>
              <a:rPr lang="en" sz="1600">
                <a:latin typeface="Roboto"/>
                <a:ea typeface="Roboto"/>
                <a:cs typeface="Roboto"/>
                <a:sym typeface="Roboto"/>
              </a:rPr>
              <a:t>so: Θ(N log N)</a:t>
            </a:r>
            <a:endParaRPr sz="1600">
              <a:latin typeface="Roboto"/>
              <a:ea typeface="Roboto"/>
              <a:cs typeface="Roboto"/>
              <a:sym typeface="Roboto"/>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996"/>
                                        </p:tgtEl>
                                        <p:attrNameLst>
                                          <p:attrName>style.visibility</p:attrName>
                                        </p:attrNameLst>
                                      </p:cBhvr>
                                      <p:to>
                                        <p:strVal val="visible"/>
                                      </p:to>
                                    </p:set>
                                    <p:animEffect transition="in" filter="fade">
                                      <p:cBhvr>
                                        <p:cTn id="7" dur="1"/>
                                        <p:tgtEl>
                                          <p:spTgt spid="1996"/>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997"/>
                                        </p:tgtEl>
                                        <p:attrNameLst>
                                          <p:attrName>style.visibility</p:attrName>
                                        </p:attrNameLst>
                                      </p:cBhvr>
                                      <p:to>
                                        <p:strVal val="visible"/>
                                      </p:to>
                                    </p:set>
                                    <p:animEffect transition="in" filter="fade">
                                      <p:cBhvr>
                                        <p:cTn id="12" dur="1"/>
                                        <p:tgtEl>
                                          <p:spTgt spid="1997"/>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1998"/>
                                        </p:tgtEl>
                                        <p:attrNameLst>
                                          <p:attrName>style.visibility</p:attrName>
                                        </p:attrNameLst>
                                      </p:cBhvr>
                                      <p:to>
                                        <p:strVal val="visible"/>
                                      </p:to>
                                    </p:set>
                                    <p:animEffect transition="in" filter="fade">
                                      <p:cBhvr>
                                        <p:cTn id="17" dur="1"/>
                                        <p:tgtEl>
                                          <p:spTgt spid="1998"/>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1999"/>
                                        </p:tgtEl>
                                        <p:attrNameLst>
                                          <p:attrName>style.visibility</p:attrName>
                                        </p:attrNameLst>
                                      </p:cBhvr>
                                      <p:to>
                                        <p:strVal val="visible"/>
                                      </p:to>
                                    </p:set>
                                    <p:animEffect transition="in" filter="fade">
                                      <p:cBhvr>
                                        <p:cTn id="22" dur="1"/>
                                        <p:tgtEl>
                                          <p:spTgt spid="1999"/>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2000"/>
                                        </p:tgtEl>
                                        <p:attrNameLst>
                                          <p:attrName>style.visibility</p:attrName>
                                        </p:attrNameLst>
                                      </p:cBhvr>
                                      <p:to>
                                        <p:strVal val="visible"/>
                                      </p:to>
                                    </p:set>
                                    <p:animEffect transition="in" filter="fade">
                                      <p:cBhvr>
                                        <p:cTn id="27" dur="1"/>
                                        <p:tgtEl>
                                          <p:spTgt spid="200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2.xml><?xml version="1.0" encoding="utf-8"?>
<p:sld xmlns:a="http://schemas.openxmlformats.org/drawingml/2006/main" xmlns:r="http://schemas.openxmlformats.org/officeDocument/2006/relationships" xmlns:p="http://schemas.openxmlformats.org/presentationml/2006/main">
  <p:cSld>
    <p:bg>
      <p:bgPr>
        <a:solidFill>
          <a:srgbClr val="C9DAF8"/>
        </a:solidFill>
        <a:effectLst/>
      </p:bgPr>
    </p:bg>
    <p:spTree>
      <p:nvGrpSpPr>
        <p:cNvPr id="1" name="Shape 2004"/>
        <p:cNvGrpSpPr/>
        <p:nvPr/>
      </p:nvGrpSpPr>
      <p:grpSpPr>
        <a:xfrm>
          <a:off x="0" y="0"/>
          <a:ext cx="0" cy="0"/>
          <a:chOff x="0" y="0"/>
          <a:chExt cx="0" cy="0"/>
        </a:xfrm>
      </p:grpSpPr>
      <p:sp>
        <p:nvSpPr>
          <p:cNvPr id="2005" name="Google Shape;2005;p105"/>
          <p:cNvSpPr txBox="1">
            <a:spLocks noGrp="1"/>
          </p:cNvSpPr>
          <p:nvPr>
            <p:ph type="title"/>
          </p:nvPr>
        </p:nvSpPr>
        <p:spPr>
          <a:xfrm>
            <a:off x="0" y="0"/>
            <a:ext cx="8520600" cy="3936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Worst Case: Pivot Always Lands at Beginning of Array</a:t>
            </a:r>
            <a:endParaRPr/>
          </a:p>
        </p:txBody>
      </p:sp>
      <p:grpSp>
        <p:nvGrpSpPr>
          <p:cNvPr id="2006" name="Google Shape;2006;p105"/>
          <p:cNvGrpSpPr/>
          <p:nvPr/>
        </p:nvGrpSpPr>
        <p:grpSpPr>
          <a:xfrm>
            <a:off x="4599288" y="799625"/>
            <a:ext cx="2235369" cy="345600"/>
            <a:chOff x="1779763" y="785725"/>
            <a:chExt cx="2235369" cy="345600"/>
          </a:xfrm>
        </p:grpSpPr>
        <p:sp>
          <p:nvSpPr>
            <p:cNvPr id="2007" name="Google Shape;2007;p105"/>
            <p:cNvSpPr/>
            <p:nvPr/>
          </p:nvSpPr>
          <p:spPr>
            <a:xfrm>
              <a:off x="1779763" y="785725"/>
              <a:ext cx="376800" cy="345600"/>
            </a:xfrm>
            <a:prstGeom prst="rect">
              <a:avLst/>
            </a:prstGeom>
            <a:solidFill>
              <a:srgbClr val="B1DD8B"/>
            </a:solidFill>
            <a:ln w="19050" cap="flat" cmpd="sng">
              <a:solidFill>
                <a:srgbClr val="666666"/>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sz="1800">
                <a:latin typeface="Calibri"/>
                <a:ea typeface="Calibri"/>
                <a:cs typeface="Calibri"/>
                <a:sym typeface="Calibri"/>
              </a:endParaRPr>
            </a:p>
          </p:txBody>
        </p:sp>
        <p:sp>
          <p:nvSpPr>
            <p:cNvPr id="2008" name="Google Shape;2008;p105"/>
            <p:cNvSpPr/>
            <p:nvPr/>
          </p:nvSpPr>
          <p:spPr>
            <a:xfrm>
              <a:off x="2151476" y="785725"/>
              <a:ext cx="376800" cy="345600"/>
            </a:xfrm>
            <a:prstGeom prst="rect">
              <a:avLst/>
            </a:prstGeom>
            <a:solidFill>
              <a:srgbClr val="D9D9D9"/>
            </a:solidFill>
            <a:ln w="19050" cap="flat" cmpd="sng">
              <a:solidFill>
                <a:srgbClr val="666666"/>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sz="1800">
                <a:latin typeface="Calibri"/>
                <a:ea typeface="Calibri"/>
                <a:cs typeface="Calibri"/>
                <a:sym typeface="Calibri"/>
              </a:endParaRPr>
            </a:p>
          </p:txBody>
        </p:sp>
        <p:sp>
          <p:nvSpPr>
            <p:cNvPr id="2009" name="Google Shape;2009;p105"/>
            <p:cNvSpPr/>
            <p:nvPr/>
          </p:nvSpPr>
          <p:spPr>
            <a:xfrm>
              <a:off x="2894904" y="785725"/>
              <a:ext cx="376800" cy="345600"/>
            </a:xfrm>
            <a:prstGeom prst="rect">
              <a:avLst/>
            </a:prstGeom>
            <a:solidFill>
              <a:srgbClr val="D9D9D9"/>
            </a:solidFill>
            <a:ln w="19050" cap="flat" cmpd="sng">
              <a:solidFill>
                <a:srgbClr val="666666"/>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sz="1800">
                <a:latin typeface="Calibri"/>
                <a:ea typeface="Calibri"/>
                <a:cs typeface="Calibri"/>
                <a:sym typeface="Calibri"/>
              </a:endParaRPr>
            </a:p>
          </p:txBody>
        </p:sp>
        <p:sp>
          <p:nvSpPr>
            <p:cNvPr id="2010" name="Google Shape;2010;p105"/>
            <p:cNvSpPr/>
            <p:nvPr/>
          </p:nvSpPr>
          <p:spPr>
            <a:xfrm>
              <a:off x="3638332" y="785725"/>
              <a:ext cx="376800" cy="345600"/>
            </a:xfrm>
            <a:prstGeom prst="rect">
              <a:avLst/>
            </a:prstGeom>
            <a:solidFill>
              <a:srgbClr val="D9D9D9"/>
            </a:solidFill>
            <a:ln w="19050" cap="flat" cmpd="sng">
              <a:solidFill>
                <a:srgbClr val="666666"/>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sz="1800">
                <a:latin typeface="Calibri"/>
                <a:ea typeface="Calibri"/>
                <a:cs typeface="Calibri"/>
                <a:sym typeface="Calibri"/>
              </a:endParaRPr>
            </a:p>
          </p:txBody>
        </p:sp>
        <p:sp>
          <p:nvSpPr>
            <p:cNvPr id="2011" name="Google Shape;2011;p105"/>
            <p:cNvSpPr/>
            <p:nvPr/>
          </p:nvSpPr>
          <p:spPr>
            <a:xfrm>
              <a:off x="3266618" y="785725"/>
              <a:ext cx="376800" cy="345600"/>
            </a:xfrm>
            <a:prstGeom prst="rect">
              <a:avLst/>
            </a:prstGeom>
            <a:solidFill>
              <a:srgbClr val="D9D9D9"/>
            </a:solidFill>
            <a:ln w="19050" cap="flat" cmpd="sng">
              <a:solidFill>
                <a:srgbClr val="666666"/>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sz="1800">
                <a:latin typeface="Calibri"/>
                <a:ea typeface="Calibri"/>
                <a:cs typeface="Calibri"/>
                <a:sym typeface="Calibri"/>
              </a:endParaRPr>
            </a:p>
          </p:txBody>
        </p:sp>
        <p:sp>
          <p:nvSpPr>
            <p:cNvPr id="2012" name="Google Shape;2012;p105"/>
            <p:cNvSpPr/>
            <p:nvPr/>
          </p:nvSpPr>
          <p:spPr>
            <a:xfrm>
              <a:off x="2523190" y="785725"/>
              <a:ext cx="376800" cy="345600"/>
            </a:xfrm>
            <a:prstGeom prst="rect">
              <a:avLst/>
            </a:prstGeom>
            <a:solidFill>
              <a:srgbClr val="D9D9D9"/>
            </a:solidFill>
            <a:ln w="19050" cap="flat" cmpd="sng">
              <a:solidFill>
                <a:srgbClr val="666666"/>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sz="1800">
                <a:latin typeface="Calibri"/>
                <a:ea typeface="Calibri"/>
                <a:cs typeface="Calibri"/>
                <a:sym typeface="Calibri"/>
              </a:endParaRPr>
            </a:p>
          </p:txBody>
        </p:sp>
      </p:grpSp>
      <p:grpSp>
        <p:nvGrpSpPr>
          <p:cNvPr id="2013" name="Google Shape;2013;p105"/>
          <p:cNvGrpSpPr/>
          <p:nvPr/>
        </p:nvGrpSpPr>
        <p:grpSpPr>
          <a:xfrm>
            <a:off x="4599288" y="1422792"/>
            <a:ext cx="2235369" cy="345600"/>
            <a:chOff x="1779763" y="1344828"/>
            <a:chExt cx="2235369" cy="345600"/>
          </a:xfrm>
        </p:grpSpPr>
        <p:sp>
          <p:nvSpPr>
            <p:cNvPr id="2014" name="Google Shape;2014;p105"/>
            <p:cNvSpPr/>
            <p:nvPr/>
          </p:nvSpPr>
          <p:spPr>
            <a:xfrm>
              <a:off x="1779763" y="1344828"/>
              <a:ext cx="376800" cy="345600"/>
            </a:xfrm>
            <a:prstGeom prst="rect">
              <a:avLst/>
            </a:prstGeom>
            <a:solidFill>
              <a:srgbClr val="000000"/>
            </a:solidFill>
            <a:ln w="19050" cap="flat" cmpd="sng">
              <a:solidFill>
                <a:srgbClr val="666666"/>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sz="1800">
                <a:latin typeface="Calibri"/>
                <a:ea typeface="Calibri"/>
                <a:cs typeface="Calibri"/>
                <a:sym typeface="Calibri"/>
              </a:endParaRPr>
            </a:p>
          </p:txBody>
        </p:sp>
        <p:sp>
          <p:nvSpPr>
            <p:cNvPr id="2015" name="Google Shape;2015;p105"/>
            <p:cNvSpPr/>
            <p:nvPr/>
          </p:nvSpPr>
          <p:spPr>
            <a:xfrm>
              <a:off x="2151476" y="1344828"/>
              <a:ext cx="376800" cy="345600"/>
            </a:xfrm>
            <a:prstGeom prst="rect">
              <a:avLst/>
            </a:prstGeom>
            <a:solidFill>
              <a:srgbClr val="B1DD8B"/>
            </a:solidFill>
            <a:ln w="19050" cap="flat" cmpd="sng">
              <a:solidFill>
                <a:srgbClr val="666666"/>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sz="1800">
                <a:latin typeface="Calibri"/>
                <a:ea typeface="Calibri"/>
                <a:cs typeface="Calibri"/>
                <a:sym typeface="Calibri"/>
              </a:endParaRPr>
            </a:p>
          </p:txBody>
        </p:sp>
        <p:sp>
          <p:nvSpPr>
            <p:cNvPr id="2016" name="Google Shape;2016;p105"/>
            <p:cNvSpPr/>
            <p:nvPr/>
          </p:nvSpPr>
          <p:spPr>
            <a:xfrm>
              <a:off x="2894904" y="1344828"/>
              <a:ext cx="376800" cy="345600"/>
            </a:xfrm>
            <a:prstGeom prst="rect">
              <a:avLst/>
            </a:prstGeom>
            <a:solidFill>
              <a:srgbClr val="D9D9D9"/>
            </a:solidFill>
            <a:ln w="19050" cap="flat" cmpd="sng">
              <a:solidFill>
                <a:srgbClr val="666666"/>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sz="1800">
                <a:latin typeface="Calibri"/>
                <a:ea typeface="Calibri"/>
                <a:cs typeface="Calibri"/>
                <a:sym typeface="Calibri"/>
              </a:endParaRPr>
            </a:p>
          </p:txBody>
        </p:sp>
        <p:sp>
          <p:nvSpPr>
            <p:cNvPr id="2017" name="Google Shape;2017;p105"/>
            <p:cNvSpPr/>
            <p:nvPr/>
          </p:nvSpPr>
          <p:spPr>
            <a:xfrm>
              <a:off x="3638332" y="1344828"/>
              <a:ext cx="376800" cy="345600"/>
            </a:xfrm>
            <a:prstGeom prst="rect">
              <a:avLst/>
            </a:prstGeom>
            <a:solidFill>
              <a:srgbClr val="D9D9D9"/>
            </a:solidFill>
            <a:ln w="19050" cap="flat" cmpd="sng">
              <a:solidFill>
                <a:srgbClr val="666666"/>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sz="1800">
                <a:latin typeface="Calibri"/>
                <a:ea typeface="Calibri"/>
                <a:cs typeface="Calibri"/>
                <a:sym typeface="Calibri"/>
              </a:endParaRPr>
            </a:p>
          </p:txBody>
        </p:sp>
        <p:sp>
          <p:nvSpPr>
            <p:cNvPr id="2018" name="Google Shape;2018;p105"/>
            <p:cNvSpPr/>
            <p:nvPr/>
          </p:nvSpPr>
          <p:spPr>
            <a:xfrm>
              <a:off x="3266618" y="1344828"/>
              <a:ext cx="376800" cy="345600"/>
            </a:xfrm>
            <a:prstGeom prst="rect">
              <a:avLst/>
            </a:prstGeom>
            <a:solidFill>
              <a:srgbClr val="D9D9D9"/>
            </a:solidFill>
            <a:ln w="19050" cap="flat" cmpd="sng">
              <a:solidFill>
                <a:srgbClr val="666666"/>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sz="1800">
                <a:latin typeface="Calibri"/>
                <a:ea typeface="Calibri"/>
                <a:cs typeface="Calibri"/>
                <a:sym typeface="Calibri"/>
              </a:endParaRPr>
            </a:p>
          </p:txBody>
        </p:sp>
        <p:sp>
          <p:nvSpPr>
            <p:cNvPr id="2019" name="Google Shape;2019;p105"/>
            <p:cNvSpPr/>
            <p:nvPr/>
          </p:nvSpPr>
          <p:spPr>
            <a:xfrm>
              <a:off x="2523190" y="1344828"/>
              <a:ext cx="376800" cy="345600"/>
            </a:xfrm>
            <a:prstGeom prst="rect">
              <a:avLst/>
            </a:prstGeom>
            <a:solidFill>
              <a:srgbClr val="D9D9D9"/>
            </a:solidFill>
            <a:ln w="19050" cap="flat" cmpd="sng">
              <a:solidFill>
                <a:srgbClr val="666666"/>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sz="1800">
                <a:latin typeface="Calibri"/>
                <a:ea typeface="Calibri"/>
                <a:cs typeface="Calibri"/>
                <a:sym typeface="Calibri"/>
              </a:endParaRPr>
            </a:p>
          </p:txBody>
        </p:sp>
      </p:grpSp>
      <p:grpSp>
        <p:nvGrpSpPr>
          <p:cNvPr id="2020" name="Google Shape;2020;p105"/>
          <p:cNvGrpSpPr/>
          <p:nvPr/>
        </p:nvGrpSpPr>
        <p:grpSpPr>
          <a:xfrm>
            <a:off x="4599288" y="2045958"/>
            <a:ext cx="2235369" cy="345600"/>
            <a:chOff x="1779763" y="2089175"/>
            <a:chExt cx="2235369" cy="345600"/>
          </a:xfrm>
        </p:grpSpPr>
        <p:sp>
          <p:nvSpPr>
            <p:cNvPr id="2021" name="Google Shape;2021;p105"/>
            <p:cNvSpPr/>
            <p:nvPr/>
          </p:nvSpPr>
          <p:spPr>
            <a:xfrm>
              <a:off x="1779763" y="2089175"/>
              <a:ext cx="376800" cy="345600"/>
            </a:xfrm>
            <a:prstGeom prst="rect">
              <a:avLst/>
            </a:prstGeom>
            <a:solidFill>
              <a:srgbClr val="000000"/>
            </a:solidFill>
            <a:ln w="19050" cap="flat" cmpd="sng">
              <a:solidFill>
                <a:srgbClr val="666666"/>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sz="1800">
                <a:latin typeface="Calibri"/>
                <a:ea typeface="Calibri"/>
                <a:cs typeface="Calibri"/>
                <a:sym typeface="Calibri"/>
              </a:endParaRPr>
            </a:p>
          </p:txBody>
        </p:sp>
        <p:sp>
          <p:nvSpPr>
            <p:cNvPr id="2022" name="Google Shape;2022;p105"/>
            <p:cNvSpPr/>
            <p:nvPr/>
          </p:nvSpPr>
          <p:spPr>
            <a:xfrm>
              <a:off x="2151476" y="2089175"/>
              <a:ext cx="376800" cy="345600"/>
            </a:xfrm>
            <a:prstGeom prst="rect">
              <a:avLst/>
            </a:prstGeom>
            <a:solidFill>
              <a:srgbClr val="000000"/>
            </a:solidFill>
            <a:ln w="19050" cap="flat" cmpd="sng">
              <a:solidFill>
                <a:srgbClr val="666666"/>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sz="1800">
                <a:latin typeface="Calibri"/>
                <a:ea typeface="Calibri"/>
                <a:cs typeface="Calibri"/>
                <a:sym typeface="Calibri"/>
              </a:endParaRPr>
            </a:p>
          </p:txBody>
        </p:sp>
        <p:sp>
          <p:nvSpPr>
            <p:cNvPr id="2023" name="Google Shape;2023;p105"/>
            <p:cNvSpPr/>
            <p:nvPr/>
          </p:nvSpPr>
          <p:spPr>
            <a:xfrm>
              <a:off x="2894904" y="2089175"/>
              <a:ext cx="376800" cy="345600"/>
            </a:xfrm>
            <a:prstGeom prst="rect">
              <a:avLst/>
            </a:prstGeom>
            <a:solidFill>
              <a:srgbClr val="D9D9D9"/>
            </a:solidFill>
            <a:ln w="19050" cap="flat" cmpd="sng">
              <a:solidFill>
                <a:srgbClr val="666666"/>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sz="1800">
                <a:latin typeface="Calibri"/>
                <a:ea typeface="Calibri"/>
                <a:cs typeface="Calibri"/>
                <a:sym typeface="Calibri"/>
              </a:endParaRPr>
            </a:p>
          </p:txBody>
        </p:sp>
        <p:sp>
          <p:nvSpPr>
            <p:cNvPr id="2024" name="Google Shape;2024;p105"/>
            <p:cNvSpPr/>
            <p:nvPr/>
          </p:nvSpPr>
          <p:spPr>
            <a:xfrm>
              <a:off x="3638332" y="2089175"/>
              <a:ext cx="376800" cy="345600"/>
            </a:xfrm>
            <a:prstGeom prst="rect">
              <a:avLst/>
            </a:prstGeom>
            <a:solidFill>
              <a:srgbClr val="D9D9D9"/>
            </a:solidFill>
            <a:ln w="19050" cap="flat" cmpd="sng">
              <a:solidFill>
                <a:srgbClr val="666666"/>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sz="1800">
                <a:latin typeface="Calibri"/>
                <a:ea typeface="Calibri"/>
                <a:cs typeface="Calibri"/>
                <a:sym typeface="Calibri"/>
              </a:endParaRPr>
            </a:p>
          </p:txBody>
        </p:sp>
        <p:sp>
          <p:nvSpPr>
            <p:cNvPr id="2025" name="Google Shape;2025;p105"/>
            <p:cNvSpPr/>
            <p:nvPr/>
          </p:nvSpPr>
          <p:spPr>
            <a:xfrm>
              <a:off x="3266618" y="2089175"/>
              <a:ext cx="376800" cy="345600"/>
            </a:xfrm>
            <a:prstGeom prst="rect">
              <a:avLst/>
            </a:prstGeom>
            <a:solidFill>
              <a:srgbClr val="D9D9D9"/>
            </a:solidFill>
            <a:ln w="19050" cap="flat" cmpd="sng">
              <a:solidFill>
                <a:srgbClr val="666666"/>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sz="1800">
                <a:latin typeface="Calibri"/>
                <a:ea typeface="Calibri"/>
                <a:cs typeface="Calibri"/>
                <a:sym typeface="Calibri"/>
              </a:endParaRPr>
            </a:p>
          </p:txBody>
        </p:sp>
        <p:sp>
          <p:nvSpPr>
            <p:cNvPr id="2026" name="Google Shape;2026;p105"/>
            <p:cNvSpPr/>
            <p:nvPr/>
          </p:nvSpPr>
          <p:spPr>
            <a:xfrm>
              <a:off x="2523190" y="2089175"/>
              <a:ext cx="376800" cy="345600"/>
            </a:xfrm>
            <a:prstGeom prst="rect">
              <a:avLst/>
            </a:prstGeom>
            <a:solidFill>
              <a:srgbClr val="B1DD8B"/>
            </a:solidFill>
            <a:ln w="19050" cap="flat" cmpd="sng">
              <a:solidFill>
                <a:srgbClr val="666666"/>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sz="1800">
                <a:latin typeface="Calibri"/>
                <a:ea typeface="Calibri"/>
                <a:cs typeface="Calibri"/>
                <a:sym typeface="Calibri"/>
              </a:endParaRPr>
            </a:p>
          </p:txBody>
        </p:sp>
      </p:grpSp>
      <p:grpSp>
        <p:nvGrpSpPr>
          <p:cNvPr id="2027" name="Google Shape;2027;p105"/>
          <p:cNvGrpSpPr/>
          <p:nvPr/>
        </p:nvGrpSpPr>
        <p:grpSpPr>
          <a:xfrm>
            <a:off x="4599288" y="2669125"/>
            <a:ext cx="2235369" cy="345600"/>
            <a:chOff x="1779763" y="2764075"/>
            <a:chExt cx="2235369" cy="345600"/>
          </a:xfrm>
        </p:grpSpPr>
        <p:sp>
          <p:nvSpPr>
            <p:cNvPr id="2028" name="Google Shape;2028;p105"/>
            <p:cNvSpPr/>
            <p:nvPr/>
          </p:nvSpPr>
          <p:spPr>
            <a:xfrm>
              <a:off x="1779763" y="2764075"/>
              <a:ext cx="376800" cy="345600"/>
            </a:xfrm>
            <a:prstGeom prst="rect">
              <a:avLst/>
            </a:prstGeom>
            <a:solidFill>
              <a:srgbClr val="000000"/>
            </a:solidFill>
            <a:ln w="19050" cap="flat" cmpd="sng">
              <a:solidFill>
                <a:srgbClr val="666666"/>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sz="1800">
                <a:latin typeface="Calibri"/>
                <a:ea typeface="Calibri"/>
                <a:cs typeface="Calibri"/>
                <a:sym typeface="Calibri"/>
              </a:endParaRPr>
            </a:p>
          </p:txBody>
        </p:sp>
        <p:sp>
          <p:nvSpPr>
            <p:cNvPr id="2029" name="Google Shape;2029;p105"/>
            <p:cNvSpPr/>
            <p:nvPr/>
          </p:nvSpPr>
          <p:spPr>
            <a:xfrm>
              <a:off x="2151476" y="2764075"/>
              <a:ext cx="376800" cy="345600"/>
            </a:xfrm>
            <a:prstGeom prst="rect">
              <a:avLst/>
            </a:prstGeom>
            <a:solidFill>
              <a:srgbClr val="000000"/>
            </a:solidFill>
            <a:ln w="19050" cap="flat" cmpd="sng">
              <a:solidFill>
                <a:srgbClr val="666666"/>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sz="1800">
                <a:latin typeface="Calibri"/>
                <a:ea typeface="Calibri"/>
                <a:cs typeface="Calibri"/>
                <a:sym typeface="Calibri"/>
              </a:endParaRPr>
            </a:p>
          </p:txBody>
        </p:sp>
        <p:sp>
          <p:nvSpPr>
            <p:cNvPr id="2030" name="Google Shape;2030;p105"/>
            <p:cNvSpPr/>
            <p:nvPr/>
          </p:nvSpPr>
          <p:spPr>
            <a:xfrm>
              <a:off x="2894904" y="2764075"/>
              <a:ext cx="376800" cy="345600"/>
            </a:xfrm>
            <a:prstGeom prst="rect">
              <a:avLst/>
            </a:prstGeom>
            <a:solidFill>
              <a:srgbClr val="B1DD8B"/>
            </a:solidFill>
            <a:ln w="19050" cap="flat" cmpd="sng">
              <a:solidFill>
                <a:srgbClr val="666666"/>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sz="1800">
                <a:latin typeface="Calibri"/>
                <a:ea typeface="Calibri"/>
                <a:cs typeface="Calibri"/>
                <a:sym typeface="Calibri"/>
              </a:endParaRPr>
            </a:p>
          </p:txBody>
        </p:sp>
        <p:sp>
          <p:nvSpPr>
            <p:cNvPr id="2031" name="Google Shape;2031;p105"/>
            <p:cNvSpPr/>
            <p:nvPr/>
          </p:nvSpPr>
          <p:spPr>
            <a:xfrm>
              <a:off x="3638332" y="2764075"/>
              <a:ext cx="376800" cy="345600"/>
            </a:xfrm>
            <a:prstGeom prst="rect">
              <a:avLst/>
            </a:prstGeom>
            <a:solidFill>
              <a:srgbClr val="D9D9D9"/>
            </a:solidFill>
            <a:ln w="19050" cap="flat" cmpd="sng">
              <a:solidFill>
                <a:srgbClr val="666666"/>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sz="1800">
                <a:latin typeface="Calibri"/>
                <a:ea typeface="Calibri"/>
                <a:cs typeface="Calibri"/>
                <a:sym typeface="Calibri"/>
              </a:endParaRPr>
            </a:p>
          </p:txBody>
        </p:sp>
        <p:sp>
          <p:nvSpPr>
            <p:cNvPr id="2032" name="Google Shape;2032;p105"/>
            <p:cNvSpPr/>
            <p:nvPr/>
          </p:nvSpPr>
          <p:spPr>
            <a:xfrm>
              <a:off x="3266618" y="2764075"/>
              <a:ext cx="376800" cy="345600"/>
            </a:xfrm>
            <a:prstGeom prst="rect">
              <a:avLst/>
            </a:prstGeom>
            <a:solidFill>
              <a:srgbClr val="D9D9D9"/>
            </a:solidFill>
            <a:ln w="19050" cap="flat" cmpd="sng">
              <a:solidFill>
                <a:srgbClr val="666666"/>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sz="1800">
                <a:latin typeface="Calibri"/>
                <a:ea typeface="Calibri"/>
                <a:cs typeface="Calibri"/>
                <a:sym typeface="Calibri"/>
              </a:endParaRPr>
            </a:p>
          </p:txBody>
        </p:sp>
        <p:sp>
          <p:nvSpPr>
            <p:cNvPr id="2033" name="Google Shape;2033;p105"/>
            <p:cNvSpPr/>
            <p:nvPr/>
          </p:nvSpPr>
          <p:spPr>
            <a:xfrm>
              <a:off x="2523190" y="2764075"/>
              <a:ext cx="376800" cy="345600"/>
            </a:xfrm>
            <a:prstGeom prst="rect">
              <a:avLst/>
            </a:prstGeom>
            <a:solidFill>
              <a:srgbClr val="000000"/>
            </a:solidFill>
            <a:ln w="19050" cap="flat" cmpd="sng">
              <a:solidFill>
                <a:srgbClr val="666666"/>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sz="1800">
                <a:latin typeface="Calibri"/>
                <a:ea typeface="Calibri"/>
                <a:cs typeface="Calibri"/>
                <a:sym typeface="Calibri"/>
              </a:endParaRPr>
            </a:p>
          </p:txBody>
        </p:sp>
      </p:grpSp>
      <p:grpSp>
        <p:nvGrpSpPr>
          <p:cNvPr id="2034" name="Google Shape;2034;p105"/>
          <p:cNvGrpSpPr/>
          <p:nvPr/>
        </p:nvGrpSpPr>
        <p:grpSpPr>
          <a:xfrm>
            <a:off x="4599288" y="3292292"/>
            <a:ext cx="2235369" cy="345600"/>
            <a:chOff x="1779763" y="3475577"/>
            <a:chExt cx="2235369" cy="345600"/>
          </a:xfrm>
        </p:grpSpPr>
        <p:sp>
          <p:nvSpPr>
            <p:cNvPr id="2035" name="Google Shape;2035;p105"/>
            <p:cNvSpPr/>
            <p:nvPr/>
          </p:nvSpPr>
          <p:spPr>
            <a:xfrm>
              <a:off x="1779763" y="3475577"/>
              <a:ext cx="376800" cy="345600"/>
            </a:xfrm>
            <a:prstGeom prst="rect">
              <a:avLst/>
            </a:prstGeom>
            <a:solidFill>
              <a:srgbClr val="000000"/>
            </a:solidFill>
            <a:ln w="19050" cap="flat" cmpd="sng">
              <a:solidFill>
                <a:srgbClr val="666666"/>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sz="1800">
                <a:latin typeface="Calibri"/>
                <a:ea typeface="Calibri"/>
                <a:cs typeface="Calibri"/>
                <a:sym typeface="Calibri"/>
              </a:endParaRPr>
            </a:p>
          </p:txBody>
        </p:sp>
        <p:sp>
          <p:nvSpPr>
            <p:cNvPr id="2036" name="Google Shape;2036;p105"/>
            <p:cNvSpPr/>
            <p:nvPr/>
          </p:nvSpPr>
          <p:spPr>
            <a:xfrm>
              <a:off x="2151476" y="3475577"/>
              <a:ext cx="376800" cy="345600"/>
            </a:xfrm>
            <a:prstGeom prst="rect">
              <a:avLst/>
            </a:prstGeom>
            <a:solidFill>
              <a:srgbClr val="000000"/>
            </a:solidFill>
            <a:ln w="19050" cap="flat" cmpd="sng">
              <a:solidFill>
                <a:srgbClr val="666666"/>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sz="1800">
                <a:latin typeface="Calibri"/>
                <a:ea typeface="Calibri"/>
                <a:cs typeface="Calibri"/>
                <a:sym typeface="Calibri"/>
              </a:endParaRPr>
            </a:p>
          </p:txBody>
        </p:sp>
        <p:sp>
          <p:nvSpPr>
            <p:cNvPr id="2037" name="Google Shape;2037;p105"/>
            <p:cNvSpPr/>
            <p:nvPr/>
          </p:nvSpPr>
          <p:spPr>
            <a:xfrm>
              <a:off x="2894904" y="3475577"/>
              <a:ext cx="376800" cy="345600"/>
            </a:xfrm>
            <a:prstGeom prst="rect">
              <a:avLst/>
            </a:prstGeom>
            <a:solidFill>
              <a:srgbClr val="000000"/>
            </a:solidFill>
            <a:ln w="19050" cap="flat" cmpd="sng">
              <a:solidFill>
                <a:srgbClr val="666666"/>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sz="1800">
                <a:latin typeface="Calibri"/>
                <a:ea typeface="Calibri"/>
                <a:cs typeface="Calibri"/>
                <a:sym typeface="Calibri"/>
              </a:endParaRPr>
            </a:p>
          </p:txBody>
        </p:sp>
        <p:sp>
          <p:nvSpPr>
            <p:cNvPr id="2038" name="Google Shape;2038;p105"/>
            <p:cNvSpPr/>
            <p:nvPr/>
          </p:nvSpPr>
          <p:spPr>
            <a:xfrm>
              <a:off x="3638332" y="3475577"/>
              <a:ext cx="376800" cy="345600"/>
            </a:xfrm>
            <a:prstGeom prst="rect">
              <a:avLst/>
            </a:prstGeom>
            <a:solidFill>
              <a:srgbClr val="D9D9D9"/>
            </a:solidFill>
            <a:ln w="19050" cap="flat" cmpd="sng">
              <a:solidFill>
                <a:srgbClr val="666666"/>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sz="1800">
                <a:latin typeface="Calibri"/>
                <a:ea typeface="Calibri"/>
                <a:cs typeface="Calibri"/>
                <a:sym typeface="Calibri"/>
              </a:endParaRPr>
            </a:p>
          </p:txBody>
        </p:sp>
        <p:sp>
          <p:nvSpPr>
            <p:cNvPr id="2039" name="Google Shape;2039;p105"/>
            <p:cNvSpPr/>
            <p:nvPr/>
          </p:nvSpPr>
          <p:spPr>
            <a:xfrm>
              <a:off x="3266618" y="3475577"/>
              <a:ext cx="376800" cy="345600"/>
            </a:xfrm>
            <a:prstGeom prst="rect">
              <a:avLst/>
            </a:prstGeom>
            <a:solidFill>
              <a:srgbClr val="B1DD8B"/>
            </a:solidFill>
            <a:ln w="19050" cap="flat" cmpd="sng">
              <a:solidFill>
                <a:srgbClr val="666666"/>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sz="1800">
                <a:latin typeface="Calibri"/>
                <a:ea typeface="Calibri"/>
                <a:cs typeface="Calibri"/>
                <a:sym typeface="Calibri"/>
              </a:endParaRPr>
            </a:p>
          </p:txBody>
        </p:sp>
        <p:sp>
          <p:nvSpPr>
            <p:cNvPr id="2040" name="Google Shape;2040;p105"/>
            <p:cNvSpPr/>
            <p:nvPr/>
          </p:nvSpPr>
          <p:spPr>
            <a:xfrm>
              <a:off x="2523190" y="3475577"/>
              <a:ext cx="376800" cy="345600"/>
            </a:xfrm>
            <a:prstGeom prst="rect">
              <a:avLst/>
            </a:prstGeom>
            <a:solidFill>
              <a:srgbClr val="000000"/>
            </a:solidFill>
            <a:ln w="19050" cap="flat" cmpd="sng">
              <a:solidFill>
                <a:srgbClr val="666666"/>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sz="1800">
                <a:latin typeface="Calibri"/>
                <a:ea typeface="Calibri"/>
                <a:cs typeface="Calibri"/>
                <a:sym typeface="Calibri"/>
              </a:endParaRPr>
            </a:p>
          </p:txBody>
        </p:sp>
      </p:grpSp>
      <p:grpSp>
        <p:nvGrpSpPr>
          <p:cNvPr id="2041" name="Google Shape;2041;p105"/>
          <p:cNvGrpSpPr/>
          <p:nvPr/>
        </p:nvGrpSpPr>
        <p:grpSpPr>
          <a:xfrm>
            <a:off x="4599288" y="3915458"/>
            <a:ext cx="2235369" cy="345600"/>
            <a:chOff x="1779763" y="4067525"/>
            <a:chExt cx="2235369" cy="345600"/>
          </a:xfrm>
        </p:grpSpPr>
        <p:sp>
          <p:nvSpPr>
            <p:cNvPr id="2042" name="Google Shape;2042;p105"/>
            <p:cNvSpPr/>
            <p:nvPr/>
          </p:nvSpPr>
          <p:spPr>
            <a:xfrm>
              <a:off x="1779763" y="4067525"/>
              <a:ext cx="376800" cy="345600"/>
            </a:xfrm>
            <a:prstGeom prst="rect">
              <a:avLst/>
            </a:prstGeom>
            <a:solidFill>
              <a:srgbClr val="000000"/>
            </a:solidFill>
            <a:ln w="19050" cap="flat" cmpd="sng">
              <a:solidFill>
                <a:srgbClr val="666666"/>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sz="1800">
                <a:latin typeface="Calibri"/>
                <a:ea typeface="Calibri"/>
                <a:cs typeface="Calibri"/>
                <a:sym typeface="Calibri"/>
              </a:endParaRPr>
            </a:p>
          </p:txBody>
        </p:sp>
        <p:sp>
          <p:nvSpPr>
            <p:cNvPr id="2043" name="Google Shape;2043;p105"/>
            <p:cNvSpPr/>
            <p:nvPr/>
          </p:nvSpPr>
          <p:spPr>
            <a:xfrm>
              <a:off x="2151476" y="4067525"/>
              <a:ext cx="376800" cy="345600"/>
            </a:xfrm>
            <a:prstGeom prst="rect">
              <a:avLst/>
            </a:prstGeom>
            <a:solidFill>
              <a:srgbClr val="000000"/>
            </a:solidFill>
            <a:ln w="19050" cap="flat" cmpd="sng">
              <a:solidFill>
                <a:srgbClr val="666666"/>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sz="1800">
                <a:latin typeface="Calibri"/>
                <a:ea typeface="Calibri"/>
                <a:cs typeface="Calibri"/>
                <a:sym typeface="Calibri"/>
              </a:endParaRPr>
            </a:p>
          </p:txBody>
        </p:sp>
        <p:sp>
          <p:nvSpPr>
            <p:cNvPr id="2044" name="Google Shape;2044;p105"/>
            <p:cNvSpPr/>
            <p:nvPr/>
          </p:nvSpPr>
          <p:spPr>
            <a:xfrm>
              <a:off x="2894904" y="4067525"/>
              <a:ext cx="376800" cy="345600"/>
            </a:xfrm>
            <a:prstGeom prst="rect">
              <a:avLst/>
            </a:prstGeom>
            <a:solidFill>
              <a:srgbClr val="000000"/>
            </a:solidFill>
            <a:ln w="19050" cap="flat" cmpd="sng">
              <a:solidFill>
                <a:srgbClr val="666666"/>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sz="1800">
                <a:latin typeface="Calibri"/>
                <a:ea typeface="Calibri"/>
                <a:cs typeface="Calibri"/>
                <a:sym typeface="Calibri"/>
              </a:endParaRPr>
            </a:p>
          </p:txBody>
        </p:sp>
        <p:sp>
          <p:nvSpPr>
            <p:cNvPr id="2045" name="Google Shape;2045;p105"/>
            <p:cNvSpPr/>
            <p:nvPr/>
          </p:nvSpPr>
          <p:spPr>
            <a:xfrm>
              <a:off x="3638332" y="4067525"/>
              <a:ext cx="376800" cy="345600"/>
            </a:xfrm>
            <a:prstGeom prst="rect">
              <a:avLst/>
            </a:prstGeom>
            <a:solidFill>
              <a:srgbClr val="B1DD8B"/>
            </a:solidFill>
            <a:ln w="19050" cap="flat" cmpd="sng">
              <a:solidFill>
                <a:srgbClr val="666666"/>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sz="1800">
                <a:latin typeface="Calibri"/>
                <a:ea typeface="Calibri"/>
                <a:cs typeface="Calibri"/>
                <a:sym typeface="Calibri"/>
              </a:endParaRPr>
            </a:p>
          </p:txBody>
        </p:sp>
        <p:sp>
          <p:nvSpPr>
            <p:cNvPr id="2046" name="Google Shape;2046;p105"/>
            <p:cNvSpPr/>
            <p:nvPr/>
          </p:nvSpPr>
          <p:spPr>
            <a:xfrm>
              <a:off x="3266618" y="4067525"/>
              <a:ext cx="376800" cy="345600"/>
            </a:xfrm>
            <a:prstGeom prst="rect">
              <a:avLst/>
            </a:prstGeom>
            <a:solidFill>
              <a:srgbClr val="000000"/>
            </a:solidFill>
            <a:ln w="19050" cap="flat" cmpd="sng">
              <a:solidFill>
                <a:srgbClr val="666666"/>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sz="1800">
                <a:latin typeface="Calibri"/>
                <a:ea typeface="Calibri"/>
                <a:cs typeface="Calibri"/>
                <a:sym typeface="Calibri"/>
              </a:endParaRPr>
            </a:p>
          </p:txBody>
        </p:sp>
        <p:sp>
          <p:nvSpPr>
            <p:cNvPr id="2047" name="Google Shape;2047;p105"/>
            <p:cNvSpPr/>
            <p:nvPr/>
          </p:nvSpPr>
          <p:spPr>
            <a:xfrm>
              <a:off x="2523190" y="4067525"/>
              <a:ext cx="376800" cy="345600"/>
            </a:xfrm>
            <a:prstGeom prst="rect">
              <a:avLst/>
            </a:prstGeom>
            <a:solidFill>
              <a:srgbClr val="000000"/>
            </a:solidFill>
            <a:ln w="19050" cap="flat" cmpd="sng">
              <a:solidFill>
                <a:srgbClr val="666666"/>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sz="1800">
                <a:latin typeface="Calibri"/>
                <a:ea typeface="Calibri"/>
                <a:cs typeface="Calibri"/>
                <a:sym typeface="Calibri"/>
              </a:endParaRPr>
            </a:p>
          </p:txBody>
        </p:sp>
      </p:grpSp>
      <p:grpSp>
        <p:nvGrpSpPr>
          <p:cNvPr id="2048" name="Google Shape;2048;p105"/>
          <p:cNvGrpSpPr/>
          <p:nvPr/>
        </p:nvGrpSpPr>
        <p:grpSpPr>
          <a:xfrm>
            <a:off x="4599288" y="4538625"/>
            <a:ext cx="2235369" cy="345600"/>
            <a:chOff x="1779763" y="4677125"/>
            <a:chExt cx="2235369" cy="345600"/>
          </a:xfrm>
        </p:grpSpPr>
        <p:sp>
          <p:nvSpPr>
            <p:cNvPr id="2049" name="Google Shape;2049;p105"/>
            <p:cNvSpPr/>
            <p:nvPr/>
          </p:nvSpPr>
          <p:spPr>
            <a:xfrm>
              <a:off x="1779763" y="4677125"/>
              <a:ext cx="376800" cy="345600"/>
            </a:xfrm>
            <a:prstGeom prst="rect">
              <a:avLst/>
            </a:prstGeom>
            <a:solidFill>
              <a:srgbClr val="000000"/>
            </a:solidFill>
            <a:ln w="19050" cap="flat" cmpd="sng">
              <a:solidFill>
                <a:srgbClr val="666666"/>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sz="1800">
                <a:latin typeface="Calibri"/>
                <a:ea typeface="Calibri"/>
                <a:cs typeface="Calibri"/>
                <a:sym typeface="Calibri"/>
              </a:endParaRPr>
            </a:p>
          </p:txBody>
        </p:sp>
        <p:sp>
          <p:nvSpPr>
            <p:cNvPr id="2050" name="Google Shape;2050;p105"/>
            <p:cNvSpPr/>
            <p:nvPr/>
          </p:nvSpPr>
          <p:spPr>
            <a:xfrm>
              <a:off x="2151476" y="4677125"/>
              <a:ext cx="376800" cy="345600"/>
            </a:xfrm>
            <a:prstGeom prst="rect">
              <a:avLst/>
            </a:prstGeom>
            <a:solidFill>
              <a:srgbClr val="000000"/>
            </a:solidFill>
            <a:ln w="19050" cap="flat" cmpd="sng">
              <a:solidFill>
                <a:srgbClr val="666666"/>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sz="1800">
                <a:latin typeface="Calibri"/>
                <a:ea typeface="Calibri"/>
                <a:cs typeface="Calibri"/>
                <a:sym typeface="Calibri"/>
              </a:endParaRPr>
            </a:p>
          </p:txBody>
        </p:sp>
        <p:sp>
          <p:nvSpPr>
            <p:cNvPr id="2051" name="Google Shape;2051;p105"/>
            <p:cNvSpPr/>
            <p:nvPr/>
          </p:nvSpPr>
          <p:spPr>
            <a:xfrm>
              <a:off x="2894904" y="4677125"/>
              <a:ext cx="376800" cy="345600"/>
            </a:xfrm>
            <a:prstGeom prst="rect">
              <a:avLst/>
            </a:prstGeom>
            <a:solidFill>
              <a:srgbClr val="000000"/>
            </a:solidFill>
            <a:ln w="19050" cap="flat" cmpd="sng">
              <a:solidFill>
                <a:srgbClr val="666666"/>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sz="1800">
                <a:latin typeface="Calibri"/>
                <a:ea typeface="Calibri"/>
                <a:cs typeface="Calibri"/>
                <a:sym typeface="Calibri"/>
              </a:endParaRPr>
            </a:p>
          </p:txBody>
        </p:sp>
        <p:sp>
          <p:nvSpPr>
            <p:cNvPr id="2052" name="Google Shape;2052;p105"/>
            <p:cNvSpPr/>
            <p:nvPr/>
          </p:nvSpPr>
          <p:spPr>
            <a:xfrm>
              <a:off x="3638332" y="4677125"/>
              <a:ext cx="376800" cy="345600"/>
            </a:xfrm>
            <a:prstGeom prst="rect">
              <a:avLst/>
            </a:prstGeom>
            <a:solidFill>
              <a:srgbClr val="000000"/>
            </a:solidFill>
            <a:ln w="19050" cap="flat" cmpd="sng">
              <a:solidFill>
                <a:srgbClr val="666666"/>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sz="1800">
                <a:latin typeface="Calibri"/>
                <a:ea typeface="Calibri"/>
                <a:cs typeface="Calibri"/>
                <a:sym typeface="Calibri"/>
              </a:endParaRPr>
            </a:p>
          </p:txBody>
        </p:sp>
        <p:sp>
          <p:nvSpPr>
            <p:cNvPr id="2053" name="Google Shape;2053;p105"/>
            <p:cNvSpPr/>
            <p:nvPr/>
          </p:nvSpPr>
          <p:spPr>
            <a:xfrm>
              <a:off x="3266618" y="4677125"/>
              <a:ext cx="376800" cy="345600"/>
            </a:xfrm>
            <a:prstGeom prst="rect">
              <a:avLst/>
            </a:prstGeom>
            <a:solidFill>
              <a:srgbClr val="000000"/>
            </a:solidFill>
            <a:ln w="19050" cap="flat" cmpd="sng">
              <a:solidFill>
                <a:srgbClr val="666666"/>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sz="1800">
                <a:latin typeface="Calibri"/>
                <a:ea typeface="Calibri"/>
                <a:cs typeface="Calibri"/>
                <a:sym typeface="Calibri"/>
              </a:endParaRPr>
            </a:p>
          </p:txBody>
        </p:sp>
        <p:sp>
          <p:nvSpPr>
            <p:cNvPr id="2054" name="Google Shape;2054;p105"/>
            <p:cNvSpPr/>
            <p:nvPr/>
          </p:nvSpPr>
          <p:spPr>
            <a:xfrm>
              <a:off x="2523190" y="4677125"/>
              <a:ext cx="376800" cy="345600"/>
            </a:xfrm>
            <a:prstGeom prst="rect">
              <a:avLst/>
            </a:prstGeom>
            <a:solidFill>
              <a:srgbClr val="000000"/>
            </a:solidFill>
            <a:ln w="19050" cap="flat" cmpd="sng">
              <a:solidFill>
                <a:srgbClr val="666666"/>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sz="1800">
                <a:latin typeface="Calibri"/>
                <a:ea typeface="Calibri"/>
                <a:cs typeface="Calibri"/>
                <a:sym typeface="Calibri"/>
              </a:endParaRPr>
            </a:p>
          </p:txBody>
        </p:sp>
      </p:grpSp>
      <p:cxnSp>
        <p:nvCxnSpPr>
          <p:cNvPr id="2055" name="Google Shape;2055;p105"/>
          <p:cNvCxnSpPr>
            <a:stCxn id="2007" idx="2"/>
            <a:endCxn id="2014" idx="0"/>
          </p:cNvCxnSpPr>
          <p:nvPr/>
        </p:nvCxnSpPr>
        <p:spPr>
          <a:xfrm>
            <a:off x="4787687" y="1145225"/>
            <a:ext cx="0" cy="277500"/>
          </a:xfrm>
          <a:prstGeom prst="straightConnector1">
            <a:avLst/>
          </a:prstGeom>
          <a:noFill/>
          <a:ln w="19050" cap="flat" cmpd="sng">
            <a:solidFill>
              <a:schemeClr val="dk2"/>
            </a:solidFill>
            <a:prstDash val="solid"/>
            <a:round/>
            <a:headEnd type="none" w="med" len="med"/>
            <a:tailEnd type="triangle" w="med" len="med"/>
          </a:ln>
        </p:spPr>
      </p:cxnSp>
      <p:cxnSp>
        <p:nvCxnSpPr>
          <p:cNvPr id="2056" name="Google Shape;2056;p105"/>
          <p:cNvCxnSpPr>
            <a:endCxn id="2022" idx="0"/>
          </p:cNvCxnSpPr>
          <p:nvPr/>
        </p:nvCxnSpPr>
        <p:spPr>
          <a:xfrm>
            <a:off x="5159401" y="1768458"/>
            <a:ext cx="0" cy="277500"/>
          </a:xfrm>
          <a:prstGeom prst="straightConnector1">
            <a:avLst/>
          </a:prstGeom>
          <a:noFill/>
          <a:ln w="19050" cap="flat" cmpd="sng">
            <a:solidFill>
              <a:schemeClr val="dk2"/>
            </a:solidFill>
            <a:prstDash val="solid"/>
            <a:round/>
            <a:headEnd type="none" w="med" len="med"/>
            <a:tailEnd type="triangle" w="med" len="med"/>
          </a:ln>
        </p:spPr>
      </p:cxnSp>
      <p:cxnSp>
        <p:nvCxnSpPr>
          <p:cNvPr id="2057" name="Google Shape;2057;p105"/>
          <p:cNvCxnSpPr>
            <a:stCxn id="2026" idx="2"/>
            <a:endCxn id="2033" idx="0"/>
          </p:cNvCxnSpPr>
          <p:nvPr/>
        </p:nvCxnSpPr>
        <p:spPr>
          <a:xfrm>
            <a:off x="5531115" y="2391558"/>
            <a:ext cx="0" cy="277500"/>
          </a:xfrm>
          <a:prstGeom prst="straightConnector1">
            <a:avLst/>
          </a:prstGeom>
          <a:noFill/>
          <a:ln w="19050" cap="flat" cmpd="sng">
            <a:solidFill>
              <a:schemeClr val="dk2"/>
            </a:solidFill>
            <a:prstDash val="solid"/>
            <a:round/>
            <a:headEnd type="none" w="med" len="med"/>
            <a:tailEnd type="triangle" w="med" len="med"/>
          </a:ln>
        </p:spPr>
      </p:cxnSp>
      <p:cxnSp>
        <p:nvCxnSpPr>
          <p:cNvPr id="2058" name="Google Shape;2058;p105"/>
          <p:cNvCxnSpPr>
            <a:endCxn id="2037" idx="0"/>
          </p:cNvCxnSpPr>
          <p:nvPr/>
        </p:nvCxnSpPr>
        <p:spPr>
          <a:xfrm>
            <a:off x="5902829" y="3014792"/>
            <a:ext cx="0" cy="277500"/>
          </a:xfrm>
          <a:prstGeom prst="straightConnector1">
            <a:avLst/>
          </a:prstGeom>
          <a:noFill/>
          <a:ln w="19050" cap="flat" cmpd="sng">
            <a:solidFill>
              <a:schemeClr val="dk2"/>
            </a:solidFill>
            <a:prstDash val="solid"/>
            <a:round/>
            <a:headEnd type="none" w="med" len="med"/>
            <a:tailEnd type="triangle" w="med" len="med"/>
          </a:ln>
        </p:spPr>
      </p:cxnSp>
      <p:cxnSp>
        <p:nvCxnSpPr>
          <p:cNvPr id="2059" name="Google Shape;2059;p105"/>
          <p:cNvCxnSpPr>
            <a:endCxn id="2046" idx="0"/>
          </p:cNvCxnSpPr>
          <p:nvPr/>
        </p:nvCxnSpPr>
        <p:spPr>
          <a:xfrm>
            <a:off x="6274543" y="3637958"/>
            <a:ext cx="0" cy="277500"/>
          </a:xfrm>
          <a:prstGeom prst="straightConnector1">
            <a:avLst/>
          </a:prstGeom>
          <a:noFill/>
          <a:ln w="19050" cap="flat" cmpd="sng">
            <a:solidFill>
              <a:schemeClr val="dk2"/>
            </a:solidFill>
            <a:prstDash val="solid"/>
            <a:round/>
            <a:headEnd type="none" w="med" len="med"/>
            <a:tailEnd type="triangle" w="med" len="med"/>
          </a:ln>
        </p:spPr>
      </p:cxnSp>
      <p:cxnSp>
        <p:nvCxnSpPr>
          <p:cNvPr id="2060" name="Google Shape;2060;p105"/>
          <p:cNvCxnSpPr>
            <a:endCxn id="2052" idx="0"/>
          </p:cNvCxnSpPr>
          <p:nvPr/>
        </p:nvCxnSpPr>
        <p:spPr>
          <a:xfrm>
            <a:off x="6646257" y="4261125"/>
            <a:ext cx="0" cy="277500"/>
          </a:xfrm>
          <a:prstGeom prst="straightConnector1">
            <a:avLst/>
          </a:prstGeom>
          <a:noFill/>
          <a:ln w="19050" cap="flat" cmpd="sng">
            <a:solidFill>
              <a:schemeClr val="dk2"/>
            </a:solidFill>
            <a:prstDash val="solid"/>
            <a:round/>
            <a:headEnd type="none" w="med" len="med"/>
            <a:tailEnd type="triangle" w="med" len="med"/>
          </a:ln>
        </p:spPr>
      </p:cxnSp>
      <p:sp>
        <p:nvSpPr>
          <p:cNvPr id="2061" name="Google Shape;2061;p105"/>
          <p:cNvSpPr txBox="1">
            <a:spLocks noGrp="1"/>
          </p:cNvSpPr>
          <p:nvPr>
            <p:ph type="body" idx="1"/>
          </p:nvPr>
        </p:nvSpPr>
        <p:spPr>
          <a:xfrm>
            <a:off x="243000" y="556500"/>
            <a:ext cx="4103400" cy="4153800"/>
          </a:xfrm>
          <a:prstGeom prst="rect">
            <a:avLst/>
          </a:prstGeom>
        </p:spPr>
        <p:txBody>
          <a:bodyPr spcFirstLastPara="1" wrap="square" lIns="91425" tIns="91425" rIns="91425" bIns="91425" anchor="t" anchorCtr="0">
            <a:noAutofit/>
          </a:bodyPr>
          <a:lstStyle/>
          <a:p>
            <a:pPr marL="0" lvl="0" indent="0" algn="l" rtl="0">
              <a:spcBef>
                <a:spcPts val="600"/>
              </a:spcBef>
              <a:spcAft>
                <a:spcPts val="0"/>
              </a:spcAft>
              <a:buNone/>
            </a:pPr>
            <a:r>
              <a:rPr lang="en"/>
              <a:t>Give an example of an array that would follow the pattern to the right.</a:t>
            </a:r>
            <a:endParaRPr/>
          </a:p>
          <a:p>
            <a:pPr marL="0" lvl="0" indent="0" algn="l" rtl="0">
              <a:spcBef>
                <a:spcPts val="600"/>
              </a:spcBef>
              <a:spcAft>
                <a:spcPts val="0"/>
              </a:spcAft>
              <a:buNone/>
            </a:pPr>
            <a:endParaRPr/>
          </a:p>
          <a:p>
            <a:pPr marL="0" lvl="0" indent="0" algn="l" rtl="0">
              <a:spcBef>
                <a:spcPts val="600"/>
              </a:spcBef>
              <a:spcAft>
                <a:spcPts val="0"/>
              </a:spcAft>
              <a:buNone/>
            </a:pPr>
            <a:r>
              <a:rPr lang="en"/>
              <a:t>What is the runtime Θ(∙)?</a:t>
            </a:r>
            <a:endParaRPr/>
          </a:p>
        </p:txBody>
      </p:sp>
    </p:spTree>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2065"/>
        <p:cNvGrpSpPr/>
        <p:nvPr/>
      </p:nvGrpSpPr>
      <p:grpSpPr>
        <a:xfrm>
          <a:off x="0" y="0"/>
          <a:ext cx="0" cy="0"/>
          <a:chOff x="0" y="0"/>
          <a:chExt cx="0" cy="0"/>
        </a:xfrm>
      </p:grpSpPr>
      <p:sp>
        <p:nvSpPr>
          <p:cNvPr id="2066" name="Google Shape;2066;p106"/>
          <p:cNvSpPr txBox="1">
            <a:spLocks noGrp="1"/>
          </p:cNvSpPr>
          <p:nvPr>
            <p:ph type="title"/>
          </p:nvPr>
        </p:nvSpPr>
        <p:spPr>
          <a:xfrm>
            <a:off x="0" y="0"/>
            <a:ext cx="8520600" cy="3936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Worst Case: Pivot Always Lands at Beginning of Array</a:t>
            </a:r>
            <a:endParaRPr/>
          </a:p>
        </p:txBody>
      </p:sp>
      <p:grpSp>
        <p:nvGrpSpPr>
          <p:cNvPr id="2067" name="Google Shape;2067;p106"/>
          <p:cNvGrpSpPr/>
          <p:nvPr/>
        </p:nvGrpSpPr>
        <p:grpSpPr>
          <a:xfrm>
            <a:off x="4599288" y="799625"/>
            <a:ext cx="2235369" cy="345600"/>
            <a:chOff x="1779763" y="785725"/>
            <a:chExt cx="2235369" cy="345600"/>
          </a:xfrm>
        </p:grpSpPr>
        <p:sp>
          <p:nvSpPr>
            <p:cNvPr id="2068" name="Google Shape;2068;p106"/>
            <p:cNvSpPr/>
            <p:nvPr/>
          </p:nvSpPr>
          <p:spPr>
            <a:xfrm>
              <a:off x="1779763" y="785725"/>
              <a:ext cx="376800" cy="345600"/>
            </a:xfrm>
            <a:prstGeom prst="rect">
              <a:avLst/>
            </a:prstGeom>
            <a:solidFill>
              <a:srgbClr val="B1DD8B"/>
            </a:solidFill>
            <a:ln w="19050" cap="flat" cmpd="sng">
              <a:solidFill>
                <a:srgbClr val="666666"/>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sz="1800">
                <a:latin typeface="Calibri"/>
                <a:ea typeface="Calibri"/>
                <a:cs typeface="Calibri"/>
                <a:sym typeface="Calibri"/>
              </a:endParaRPr>
            </a:p>
          </p:txBody>
        </p:sp>
        <p:sp>
          <p:nvSpPr>
            <p:cNvPr id="2069" name="Google Shape;2069;p106"/>
            <p:cNvSpPr/>
            <p:nvPr/>
          </p:nvSpPr>
          <p:spPr>
            <a:xfrm>
              <a:off x="2151476" y="785725"/>
              <a:ext cx="376800" cy="345600"/>
            </a:xfrm>
            <a:prstGeom prst="rect">
              <a:avLst/>
            </a:prstGeom>
            <a:solidFill>
              <a:srgbClr val="D9D9D9"/>
            </a:solidFill>
            <a:ln w="19050" cap="flat" cmpd="sng">
              <a:solidFill>
                <a:srgbClr val="666666"/>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sz="1800">
                <a:latin typeface="Calibri"/>
                <a:ea typeface="Calibri"/>
                <a:cs typeface="Calibri"/>
                <a:sym typeface="Calibri"/>
              </a:endParaRPr>
            </a:p>
          </p:txBody>
        </p:sp>
        <p:sp>
          <p:nvSpPr>
            <p:cNvPr id="2070" name="Google Shape;2070;p106"/>
            <p:cNvSpPr/>
            <p:nvPr/>
          </p:nvSpPr>
          <p:spPr>
            <a:xfrm>
              <a:off x="2894904" y="785725"/>
              <a:ext cx="376800" cy="345600"/>
            </a:xfrm>
            <a:prstGeom prst="rect">
              <a:avLst/>
            </a:prstGeom>
            <a:solidFill>
              <a:srgbClr val="D9D9D9"/>
            </a:solidFill>
            <a:ln w="19050" cap="flat" cmpd="sng">
              <a:solidFill>
                <a:srgbClr val="666666"/>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sz="1800">
                <a:latin typeface="Calibri"/>
                <a:ea typeface="Calibri"/>
                <a:cs typeface="Calibri"/>
                <a:sym typeface="Calibri"/>
              </a:endParaRPr>
            </a:p>
          </p:txBody>
        </p:sp>
        <p:sp>
          <p:nvSpPr>
            <p:cNvPr id="2071" name="Google Shape;2071;p106"/>
            <p:cNvSpPr/>
            <p:nvPr/>
          </p:nvSpPr>
          <p:spPr>
            <a:xfrm>
              <a:off x="3638332" y="785725"/>
              <a:ext cx="376800" cy="345600"/>
            </a:xfrm>
            <a:prstGeom prst="rect">
              <a:avLst/>
            </a:prstGeom>
            <a:solidFill>
              <a:srgbClr val="D9D9D9"/>
            </a:solidFill>
            <a:ln w="19050" cap="flat" cmpd="sng">
              <a:solidFill>
                <a:srgbClr val="666666"/>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sz="1800">
                <a:latin typeface="Calibri"/>
                <a:ea typeface="Calibri"/>
                <a:cs typeface="Calibri"/>
                <a:sym typeface="Calibri"/>
              </a:endParaRPr>
            </a:p>
          </p:txBody>
        </p:sp>
        <p:sp>
          <p:nvSpPr>
            <p:cNvPr id="2072" name="Google Shape;2072;p106"/>
            <p:cNvSpPr/>
            <p:nvPr/>
          </p:nvSpPr>
          <p:spPr>
            <a:xfrm>
              <a:off x="3266618" y="785725"/>
              <a:ext cx="376800" cy="345600"/>
            </a:xfrm>
            <a:prstGeom prst="rect">
              <a:avLst/>
            </a:prstGeom>
            <a:solidFill>
              <a:srgbClr val="D9D9D9"/>
            </a:solidFill>
            <a:ln w="19050" cap="flat" cmpd="sng">
              <a:solidFill>
                <a:srgbClr val="666666"/>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sz="1800">
                <a:latin typeface="Calibri"/>
                <a:ea typeface="Calibri"/>
                <a:cs typeface="Calibri"/>
                <a:sym typeface="Calibri"/>
              </a:endParaRPr>
            </a:p>
          </p:txBody>
        </p:sp>
        <p:sp>
          <p:nvSpPr>
            <p:cNvPr id="2073" name="Google Shape;2073;p106"/>
            <p:cNvSpPr/>
            <p:nvPr/>
          </p:nvSpPr>
          <p:spPr>
            <a:xfrm>
              <a:off x="2523190" y="785725"/>
              <a:ext cx="376800" cy="345600"/>
            </a:xfrm>
            <a:prstGeom prst="rect">
              <a:avLst/>
            </a:prstGeom>
            <a:solidFill>
              <a:srgbClr val="D9D9D9"/>
            </a:solidFill>
            <a:ln w="19050" cap="flat" cmpd="sng">
              <a:solidFill>
                <a:srgbClr val="666666"/>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sz="1800">
                <a:latin typeface="Calibri"/>
                <a:ea typeface="Calibri"/>
                <a:cs typeface="Calibri"/>
                <a:sym typeface="Calibri"/>
              </a:endParaRPr>
            </a:p>
          </p:txBody>
        </p:sp>
      </p:grpSp>
      <p:grpSp>
        <p:nvGrpSpPr>
          <p:cNvPr id="2074" name="Google Shape;2074;p106"/>
          <p:cNvGrpSpPr/>
          <p:nvPr/>
        </p:nvGrpSpPr>
        <p:grpSpPr>
          <a:xfrm>
            <a:off x="4599288" y="1422792"/>
            <a:ext cx="2235369" cy="345600"/>
            <a:chOff x="1779763" y="1344828"/>
            <a:chExt cx="2235369" cy="345600"/>
          </a:xfrm>
        </p:grpSpPr>
        <p:sp>
          <p:nvSpPr>
            <p:cNvPr id="2075" name="Google Shape;2075;p106"/>
            <p:cNvSpPr/>
            <p:nvPr/>
          </p:nvSpPr>
          <p:spPr>
            <a:xfrm>
              <a:off x="1779763" y="1344828"/>
              <a:ext cx="376800" cy="345600"/>
            </a:xfrm>
            <a:prstGeom prst="rect">
              <a:avLst/>
            </a:prstGeom>
            <a:solidFill>
              <a:srgbClr val="000000"/>
            </a:solidFill>
            <a:ln w="19050" cap="flat" cmpd="sng">
              <a:solidFill>
                <a:srgbClr val="666666"/>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sz="1800">
                <a:latin typeface="Calibri"/>
                <a:ea typeface="Calibri"/>
                <a:cs typeface="Calibri"/>
                <a:sym typeface="Calibri"/>
              </a:endParaRPr>
            </a:p>
          </p:txBody>
        </p:sp>
        <p:sp>
          <p:nvSpPr>
            <p:cNvPr id="2076" name="Google Shape;2076;p106"/>
            <p:cNvSpPr/>
            <p:nvPr/>
          </p:nvSpPr>
          <p:spPr>
            <a:xfrm>
              <a:off x="2151476" y="1344828"/>
              <a:ext cx="376800" cy="345600"/>
            </a:xfrm>
            <a:prstGeom prst="rect">
              <a:avLst/>
            </a:prstGeom>
            <a:solidFill>
              <a:srgbClr val="B1DD8B"/>
            </a:solidFill>
            <a:ln w="19050" cap="flat" cmpd="sng">
              <a:solidFill>
                <a:srgbClr val="666666"/>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sz="1800">
                <a:latin typeface="Calibri"/>
                <a:ea typeface="Calibri"/>
                <a:cs typeface="Calibri"/>
                <a:sym typeface="Calibri"/>
              </a:endParaRPr>
            </a:p>
          </p:txBody>
        </p:sp>
        <p:sp>
          <p:nvSpPr>
            <p:cNvPr id="2077" name="Google Shape;2077;p106"/>
            <p:cNvSpPr/>
            <p:nvPr/>
          </p:nvSpPr>
          <p:spPr>
            <a:xfrm>
              <a:off x="2894904" y="1344828"/>
              <a:ext cx="376800" cy="345600"/>
            </a:xfrm>
            <a:prstGeom prst="rect">
              <a:avLst/>
            </a:prstGeom>
            <a:solidFill>
              <a:srgbClr val="D9D9D9"/>
            </a:solidFill>
            <a:ln w="19050" cap="flat" cmpd="sng">
              <a:solidFill>
                <a:srgbClr val="666666"/>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sz="1800">
                <a:latin typeface="Calibri"/>
                <a:ea typeface="Calibri"/>
                <a:cs typeface="Calibri"/>
                <a:sym typeface="Calibri"/>
              </a:endParaRPr>
            </a:p>
          </p:txBody>
        </p:sp>
        <p:sp>
          <p:nvSpPr>
            <p:cNvPr id="2078" name="Google Shape;2078;p106"/>
            <p:cNvSpPr/>
            <p:nvPr/>
          </p:nvSpPr>
          <p:spPr>
            <a:xfrm>
              <a:off x="3638332" y="1344828"/>
              <a:ext cx="376800" cy="345600"/>
            </a:xfrm>
            <a:prstGeom prst="rect">
              <a:avLst/>
            </a:prstGeom>
            <a:solidFill>
              <a:srgbClr val="D9D9D9"/>
            </a:solidFill>
            <a:ln w="19050" cap="flat" cmpd="sng">
              <a:solidFill>
                <a:srgbClr val="666666"/>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sz="1800">
                <a:latin typeface="Calibri"/>
                <a:ea typeface="Calibri"/>
                <a:cs typeface="Calibri"/>
                <a:sym typeface="Calibri"/>
              </a:endParaRPr>
            </a:p>
          </p:txBody>
        </p:sp>
        <p:sp>
          <p:nvSpPr>
            <p:cNvPr id="2079" name="Google Shape;2079;p106"/>
            <p:cNvSpPr/>
            <p:nvPr/>
          </p:nvSpPr>
          <p:spPr>
            <a:xfrm>
              <a:off x="3266618" y="1344828"/>
              <a:ext cx="376800" cy="345600"/>
            </a:xfrm>
            <a:prstGeom prst="rect">
              <a:avLst/>
            </a:prstGeom>
            <a:solidFill>
              <a:srgbClr val="D9D9D9"/>
            </a:solidFill>
            <a:ln w="19050" cap="flat" cmpd="sng">
              <a:solidFill>
                <a:srgbClr val="666666"/>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sz="1800">
                <a:latin typeface="Calibri"/>
                <a:ea typeface="Calibri"/>
                <a:cs typeface="Calibri"/>
                <a:sym typeface="Calibri"/>
              </a:endParaRPr>
            </a:p>
          </p:txBody>
        </p:sp>
        <p:sp>
          <p:nvSpPr>
            <p:cNvPr id="2080" name="Google Shape;2080;p106"/>
            <p:cNvSpPr/>
            <p:nvPr/>
          </p:nvSpPr>
          <p:spPr>
            <a:xfrm>
              <a:off x="2523190" y="1344828"/>
              <a:ext cx="376800" cy="345600"/>
            </a:xfrm>
            <a:prstGeom prst="rect">
              <a:avLst/>
            </a:prstGeom>
            <a:solidFill>
              <a:srgbClr val="D9D9D9"/>
            </a:solidFill>
            <a:ln w="19050" cap="flat" cmpd="sng">
              <a:solidFill>
                <a:srgbClr val="666666"/>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sz="1800">
                <a:latin typeface="Calibri"/>
                <a:ea typeface="Calibri"/>
                <a:cs typeface="Calibri"/>
                <a:sym typeface="Calibri"/>
              </a:endParaRPr>
            </a:p>
          </p:txBody>
        </p:sp>
      </p:grpSp>
      <p:grpSp>
        <p:nvGrpSpPr>
          <p:cNvPr id="2081" name="Google Shape;2081;p106"/>
          <p:cNvGrpSpPr/>
          <p:nvPr/>
        </p:nvGrpSpPr>
        <p:grpSpPr>
          <a:xfrm>
            <a:off x="4599288" y="2045958"/>
            <a:ext cx="2235369" cy="345600"/>
            <a:chOff x="1779763" y="2089175"/>
            <a:chExt cx="2235369" cy="345600"/>
          </a:xfrm>
        </p:grpSpPr>
        <p:sp>
          <p:nvSpPr>
            <p:cNvPr id="2082" name="Google Shape;2082;p106"/>
            <p:cNvSpPr/>
            <p:nvPr/>
          </p:nvSpPr>
          <p:spPr>
            <a:xfrm>
              <a:off x="1779763" y="2089175"/>
              <a:ext cx="376800" cy="345600"/>
            </a:xfrm>
            <a:prstGeom prst="rect">
              <a:avLst/>
            </a:prstGeom>
            <a:solidFill>
              <a:srgbClr val="000000"/>
            </a:solidFill>
            <a:ln w="19050" cap="flat" cmpd="sng">
              <a:solidFill>
                <a:srgbClr val="666666"/>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sz="1800">
                <a:latin typeface="Calibri"/>
                <a:ea typeface="Calibri"/>
                <a:cs typeface="Calibri"/>
                <a:sym typeface="Calibri"/>
              </a:endParaRPr>
            </a:p>
          </p:txBody>
        </p:sp>
        <p:sp>
          <p:nvSpPr>
            <p:cNvPr id="2083" name="Google Shape;2083;p106"/>
            <p:cNvSpPr/>
            <p:nvPr/>
          </p:nvSpPr>
          <p:spPr>
            <a:xfrm>
              <a:off x="2151476" y="2089175"/>
              <a:ext cx="376800" cy="345600"/>
            </a:xfrm>
            <a:prstGeom prst="rect">
              <a:avLst/>
            </a:prstGeom>
            <a:solidFill>
              <a:srgbClr val="000000"/>
            </a:solidFill>
            <a:ln w="19050" cap="flat" cmpd="sng">
              <a:solidFill>
                <a:srgbClr val="666666"/>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sz="1800">
                <a:latin typeface="Calibri"/>
                <a:ea typeface="Calibri"/>
                <a:cs typeface="Calibri"/>
                <a:sym typeface="Calibri"/>
              </a:endParaRPr>
            </a:p>
          </p:txBody>
        </p:sp>
        <p:sp>
          <p:nvSpPr>
            <p:cNvPr id="2084" name="Google Shape;2084;p106"/>
            <p:cNvSpPr/>
            <p:nvPr/>
          </p:nvSpPr>
          <p:spPr>
            <a:xfrm>
              <a:off x="2894904" y="2089175"/>
              <a:ext cx="376800" cy="345600"/>
            </a:xfrm>
            <a:prstGeom prst="rect">
              <a:avLst/>
            </a:prstGeom>
            <a:solidFill>
              <a:srgbClr val="D9D9D9"/>
            </a:solidFill>
            <a:ln w="19050" cap="flat" cmpd="sng">
              <a:solidFill>
                <a:srgbClr val="666666"/>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sz="1800">
                <a:latin typeface="Calibri"/>
                <a:ea typeface="Calibri"/>
                <a:cs typeface="Calibri"/>
                <a:sym typeface="Calibri"/>
              </a:endParaRPr>
            </a:p>
          </p:txBody>
        </p:sp>
        <p:sp>
          <p:nvSpPr>
            <p:cNvPr id="2085" name="Google Shape;2085;p106"/>
            <p:cNvSpPr/>
            <p:nvPr/>
          </p:nvSpPr>
          <p:spPr>
            <a:xfrm>
              <a:off x="3638332" y="2089175"/>
              <a:ext cx="376800" cy="345600"/>
            </a:xfrm>
            <a:prstGeom prst="rect">
              <a:avLst/>
            </a:prstGeom>
            <a:solidFill>
              <a:srgbClr val="D9D9D9"/>
            </a:solidFill>
            <a:ln w="19050" cap="flat" cmpd="sng">
              <a:solidFill>
                <a:srgbClr val="666666"/>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sz="1800">
                <a:latin typeface="Calibri"/>
                <a:ea typeface="Calibri"/>
                <a:cs typeface="Calibri"/>
                <a:sym typeface="Calibri"/>
              </a:endParaRPr>
            </a:p>
          </p:txBody>
        </p:sp>
        <p:sp>
          <p:nvSpPr>
            <p:cNvPr id="2086" name="Google Shape;2086;p106"/>
            <p:cNvSpPr/>
            <p:nvPr/>
          </p:nvSpPr>
          <p:spPr>
            <a:xfrm>
              <a:off x="3266618" y="2089175"/>
              <a:ext cx="376800" cy="345600"/>
            </a:xfrm>
            <a:prstGeom prst="rect">
              <a:avLst/>
            </a:prstGeom>
            <a:solidFill>
              <a:srgbClr val="D9D9D9"/>
            </a:solidFill>
            <a:ln w="19050" cap="flat" cmpd="sng">
              <a:solidFill>
                <a:srgbClr val="666666"/>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sz="1800">
                <a:latin typeface="Calibri"/>
                <a:ea typeface="Calibri"/>
                <a:cs typeface="Calibri"/>
                <a:sym typeface="Calibri"/>
              </a:endParaRPr>
            </a:p>
          </p:txBody>
        </p:sp>
        <p:sp>
          <p:nvSpPr>
            <p:cNvPr id="2087" name="Google Shape;2087;p106"/>
            <p:cNvSpPr/>
            <p:nvPr/>
          </p:nvSpPr>
          <p:spPr>
            <a:xfrm>
              <a:off x="2523190" y="2089175"/>
              <a:ext cx="376800" cy="345600"/>
            </a:xfrm>
            <a:prstGeom prst="rect">
              <a:avLst/>
            </a:prstGeom>
            <a:solidFill>
              <a:srgbClr val="B1DD8B"/>
            </a:solidFill>
            <a:ln w="19050" cap="flat" cmpd="sng">
              <a:solidFill>
                <a:srgbClr val="666666"/>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sz="1800">
                <a:latin typeface="Calibri"/>
                <a:ea typeface="Calibri"/>
                <a:cs typeface="Calibri"/>
                <a:sym typeface="Calibri"/>
              </a:endParaRPr>
            </a:p>
          </p:txBody>
        </p:sp>
      </p:grpSp>
      <p:grpSp>
        <p:nvGrpSpPr>
          <p:cNvPr id="2088" name="Google Shape;2088;p106"/>
          <p:cNvGrpSpPr/>
          <p:nvPr/>
        </p:nvGrpSpPr>
        <p:grpSpPr>
          <a:xfrm>
            <a:off x="4599288" y="2669125"/>
            <a:ext cx="2235369" cy="345600"/>
            <a:chOff x="1779763" y="2764075"/>
            <a:chExt cx="2235369" cy="345600"/>
          </a:xfrm>
        </p:grpSpPr>
        <p:sp>
          <p:nvSpPr>
            <p:cNvPr id="2089" name="Google Shape;2089;p106"/>
            <p:cNvSpPr/>
            <p:nvPr/>
          </p:nvSpPr>
          <p:spPr>
            <a:xfrm>
              <a:off x="1779763" y="2764075"/>
              <a:ext cx="376800" cy="345600"/>
            </a:xfrm>
            <a:prstGeom prst="rect">
              <a:avLst/>
            </a:prstGeom>
            <a:solidFill>
              <a:srgbClr val="000000"/>
            </a:solidFill>
            <a:ln w="19050" cap="flat" cmpd="sng">
              <a:solidFill>
                <a:srgbClr val="666666"/>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sz="1800">
                <a:latin typeface="Calibri"/>
                <a:ea typeface="Calibri"/>
                <a:cs typeface="Calibri"/>
                <a:sym typeface="Calibri"/>
              </a:endParaRPr>
            </a:p>
          </p:txBody>
        </p:sp>
        <p:sp>
          <p:nvSpPr>
            <p:cNvPr id="2090" name="Google Shape;2090;p106"/>
            <p:cNvSpPr/>
            <p:nvPr/>
          </p:nvSpPr>
          <p:spPr>
            <a:xfrm>
              <a:off x="2151476" y="2764075"/>
              <a:ext cx="376800" cy="345600"/>
            </a:xfrm>
            <a:prstGeom prst="rect">
              <a:avLst/>
            </a:prstGeom>
            <a:solidFill>
              <a:srgbClr val="000000"/>
            </a:solidFill>
            <a:ln w="19050" cap="flat" cmpd="sng">
              <a:solidFill>
                <a:srgbClr val="666666"/>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sz="1800">
                <a:latin typeface="Calibri"/>
                <a:ea typeface="Calibri"/>
                <a:cs typeface="Calibri"/>
                <a:sym typeface="Calibri"/>
              </a:endParaRPr>
            </a:p>
          </p:txBody>
        </p:sp>
        <p:sp>
          <p:nvSpPr>
            <p:cNvPr id="2091" name="Google Shape;2091;p106"/>
            <p:cNvSpPr/>
            <p:nvPr/>
          </p:nvSpPr>
          <p:spPr>
            <a:xfrm>
              <a:off x="2894904" y="2764075"/>
              <a:ext cx="376800" cy="345600"/>
            </a:xfrm>
            <a:prstGeom prst="rect">
              <a:avLst/>
            </a:prstGeom>
            <a:solidFill>
              <a:srgbClr val="B1DD8B"/>
            </a:solidFill>
            <a:ln w="19050" cap="flat" cmpd="sng">
              <a:solidFill>
                <a:srgbClr val="666666"/>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sz="1800">
                <a:latin typeface="Calibri"/>
                <a:ea typeface="Calibri"/>
                <a:cs typeface="Calibri"/>
                <a:sym typeface="Calibri"/>
              </a:endParaRPr>
            </a:p>
          </p:txBody>
        </p:sp>
        <p:sp>
          <p:nvSpPr>
            <p:cNvPr id="2092" name="Google Shape;2092;p106"/>
            <p:cNvSpPr/>
            <p:nvPr/>
          </p:nvSpPr>
          <p:spPr>
            <a:xfrm>
              <a:off x="3638332" y="2764075"/>
              <a:ext cx="376800" cy="345600"/>
            </a:xfrm>
            <a:prstGeom prst="rect">
              <a:avLst/>
            </a:prstGeom>
            <a:solidFill>
              <a:srgbClr val="D9D9D9"/>
            </a:solidFill>
            <a:ln w="19050" cap="flat" cmpd="sng">
              <a:solidFill>
                <a:srgbClr val="666666"/>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sz="1800">
                <a:latin typeface="Calibri"/>
                <a:ea typeface="Calibri"/>
                <a:cs typeface="Calibri"/>
                <a:sym typeface="Calibri"/>
              </a:endParaRPr>
            </a:p>
          </p:txBody>
        </p:sp>
        <p:sp>
          <p:nvSpPr>
            <p:cNvPr id="2093" name="Google Shape;2093;p106"/>
            <p:cNvSpPr/>
            <p:nvPr/>
          </p:nvSpPr>
          <p:spPr>
            <a:xfrm>
              <a:off x="3266618" y="2764075"/>
              <a:ext cx="376800" cy="345600"/>
            </a:xfrm>
            <a:prstGeom prst="rect">
              <a:avLst/>
            </a:prstGeom>
            <a:solidFill>
              <a:srgbClr val="D9D9D9"/>
            </a:solidFill>
            <a:ln w="19050" cap="flat" cmpd="sng">
              <a:solidFill>
                <a:srgbClr val="666666"/>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sz="1800">
                <a:latin typeface="Calibri"/>
                <a:ea typeface="Calibri"/>
                <a:cs typeface="Calibri"/>
                <a:sym typeface="Calibri"/>
              </a:endParaRPr>
            </a:p>
          </p:txBody>
        </p:sp>
        <p:sp>
          <p:nvSpPr>
            <p:cNvPr id="2094" name="Google Shape;2094;p106"/>
            <p:cNvSpPr/>
            <p:nvPr/>
          </p:nvSpPr>
          <p:spPr>
            <a:xfrm>
              <a:off x="2523190" y="2764075"/>
              <a:ext cx="376800" cy="345600"/>
            </a:xfrm>
            <a:prstGeom prst="rect">
              <a:avLst/>
            </a:prstGeom>
            <a:solidFill>
              <a:srgbClr val="000000"/>
            </a:solidFill>
            <a:ln w="19050" cap="flat" cmpd="sng">
              <a:solidFill>
                <a:srgbClr val="666666"/>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sz="1800">
                <a:latin typeface="Calibri"/>
                <a:ea typeface="Calibri"/>
                <a:cs typeface="Calibri"/>
                <a:sym typeface="Calibri"/>
              </a:endParaRPr>
            </a:p>
          </p:txBody>
        </p:sp>
      </p:grpSp>
      <p:grpSp>
        <p:nvGrpSpPr>
          <p:cNvPr id="2095" name="Google Shape;2095;p106"/>
          <p:cNvGrpSpPr/>
          <p:nvPr/>
        </p:nvGrpSpPr>
        <p:grpSpPr>
          <a:xfrm>
            <a:off x="4599288" y="3292292"/>
            <a:ext cx="2235369" cy="345600"/>
            <a:chOff x="1779763" y="3475577"/>
            <a:chExt cx="2235369" cy="345600"/>
          </a:xfrm>
        </p:grpSpPr>
        <p:sp>
          <p:nvSpPr>
            <p:cNvPr id="2096" name="Google Shape;2096;p106"/>
            <p:cNvSpPr/>
            <p:nvPr/>
          </p:nvSpPr>
          <p:spPr>
            <a:xfrm>
              <a:off x="1779763" y="3475577"/>
              <a:ext cx="376800" cy="345600"/>
            </a:xfrm>
            <a:prstGeom prst="rect">
              <a:avLst/>
            </a:prstGeom>
            <a:solidFill>
              <a:srgbClr val="000000"/>
            </a:solidFill>
            <a:ln w="19050" cap="flat" cmpd="sng">
              <a:solidFill>
                <a:srgbClr val="666666"/>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sz="1800">
                <a:latin typeface="Calibri"/>
                <a:ea typeface="Calibri"/>
                <a:cs typeface="Calibri"/>
                <a:sym typeface="Calibri"/>
              </a:endParaRPr>
            </a:p>
          </p:txBody>
        </p:sp>
        <p:sp>
          <p:nvSpPr>
            <p:cNvPr id="2097" name="Google Shape;2097;p106"/>
            <p:cNvSpPr/>
            <p:nvPr/>
          </p:nvSpPr>
          <p:spPr>
            <a:xfrm>
              <a:off x="2151476" y="3475577"/>
              <a:ext cx="376800" cy="345600"/>
            </a:xfrm>
            <a:prstGeom prst="rect">
              <a:avLst/>
            </a:prstGeom>
            <a:solidFill>
              <a:srgbClr val="000000"/>
            </a:solidFill>
            <a:ln w="19050" cap="flat" cmpd="sng">
              <a:solidFill>
                <a:srgbClr val="666666"/>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sz="1800">
                <a:latin typeface="Calibri"/>
                <a:ea typeface="Calibri"/>
                <a:cs typeface="Calibri"/>
                <a:sym typeface="Calibri"/>
              </a:endParaRPr>
            </a:p>
          </p:txBody>
        </p:sp>
        <p:sp>
          <p:nvSpPr>
            <p:cNvPr id="2098" name="Google Shape;2098;p106"/>
            <p:cNvSpPr/>
            <p:nvPr/>
          </p:nvSpPr>
          <p:spPr>
            <a:xfrm>
              <a:off x="2894904" y="3475577"/>
              <a:ext cx="376800" cy="345600"/>
            </a:xfrm>
            <a:prstGeom prst="rect">
              <a:avLst/>
            </a:prstGeom>
            <a:solidFill>
              <a:srgbClr val="000000"/>
            </a:solidFill>
            <a:ln w="19050" cap="flat" cmpd="sng">
              <a:solidFill>
                <a:srgbClr val="666666"/>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sz="1800">
                <a:latin typeface="Calibri"/>
                <a:ea typeface="Calibri"/>
                <a:cs typeface="Calibri"/>
                <a:sym typeface="Calibri"/>
              </a:endParaRPr>
            </a:p>
          </p:txBody>
        </p:sp>
        <p:sp>
          <p:nvSpPr>
            <p:cNvPr id="2099" name="Google Shape;2099;p106"/>
            <p:cNvSpPr/>
            <p:nvPr/>
          </p:nvSpPr>
          <p:spPr>
            <a:xfrm>
              <a:off x="3638332" y="3475577"/>
              <a:ext cx="376800" cy="345600"/>
            </a:xfrm>
            <a:prstGeom prst="rect">
              <a:avLst/>
            </a:prstGeom>
            <a:solidFill>
              <a:srgbClr val="D9D9D9"/>
            </a:solidFill>
            <a:ln w="19050" cap="flat" cmpd="sng">
              <a:solidFill>
                <a:srgbClr val="666666"/>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sz="1800">
                <a:latin typeface="Calibri"/>
                <a:ea typeface="Calibri"/>
                <a:cs typeface="Calibri"/>
                <a:sym typeface="Calibri"/>
              </a:endParaRPr>
            </a:p>
          </p:txBody>
        </p:sp>
        <p:sp>
          <p:nvSpPr>
            <p:cNvPr id="2100" name="Google Shape;2100;p106"/>
            <p:cNvSpPr/>
            <p:nvPr/>
          </p:nvSpPr>
          <p:spPr>
            <a:xfrm>
              <a:off x="3266618" y="3475577"/>
              <a:ext cx="376800" cy="345600"/>
            </a:xfrm>
            <a:prstGeom prst="rect">
              <a:avLst/>
            </a:prstGeom>
            <a:solidFill>
              <a:srgbClr val="B1DD8B"/>
            </a:solidFill>
            <a:ln w="19050" cap="flat" cmpd="sng">
              <a:solidFill>
                <a:srgbClr val="666666"/>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sz="1800">
                <a:latin typeface="Calibri"/>
                <a:ea typeface="Calibri"/>
                <a:cs typeface="Calibri"/>
                <a:sym typeface="Calibri"/>
              </a:endParaRPr>
            </a:p>
          </p:txBody>
        </p:sp>
        <p:sp>
          <p:nvSpPr>
            <p:cNvPr id="2101" name="Google Shape;2101;p106"/>
            <p:cNvSpPr/>
            <p:nvPr/>
          </p:nvSpPr>
          <p:spPr>
            <a:xfrm>
              <a:off x="2523190" y="3475577"/>
              <a:ext cx="376800" cy="345600"/>
            </a:xfrm>
            <a:prstGeom prst="rect">
              <a:avLst/>
            </a:prstGeom>
            <a:solidFill>
              <a:srgbClr val="000000"/>
            </a:solidFill>
            <a:ln w="19050" cap="flat" cmpd="sng">
              <a:solidFill>
                <a:srgbClr val="666666"/>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sz="1800">
                <a:latin typeface="Calibri"/>
                <a:ea typeface="Calibri"/>
                <a:cs typeface="Calibri"/>
                <a:sym typeface="Calibri"/>
              </a:endParaRPr>
            </a:p>
          </p:txBody>
        </p:sp>
      </p:grpSp>
      <p:grpSp>
        <p:nvGrpSpPr>
          <p:cNvPr id="2102" name="Google Shape;2102;p106"/>
          <p:cNvGrpSpPr/>
          <p:nvPr/>
        </p:nvGrpSpPr>
        <p:grpSpPr>
          <a:xfrm>
            <a:off x="4599288" y="3915458"/>
            <a:ext cx="2235369" cy="345600"/>
            <a:chOff x="1779763" y="4067525"/>
            <a:chExt cx="2235369" cy="345600"/>
          </a:xfrm>
        </p:grpSpPr>
        <p:sp>
          <p:nvSpPr>
            <p:cNvPr id="2103" name="Google Shape;2103;p106"/>
            <p:cNvSpPr/>
            <p:nvPr/>
          </p:nvSpPr>
          <p:spPr>
            <a:xfrm>
              <a:off x="1779763" y="4067525"/>
              <a:ext cx="376800" cy="345600"/>
            </a:xfrm>
            <a:prstGeom prst="rect">
              <a:avLst/>
            </a:prstGeom>
            <a:solidFill>
              <a:srgbClr val="000000"/>
            </a:solidFill>
            <a:ln w="19050" cap="flat" cmpd="sng">
              <a:solidFill>
                <a:srgbClr val="666666"/>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sz="1800">
                <a:latin typeface="Calibri"/>
                <a:ea typeface="Calibri"/>
                <a:cs typeface="Calibri"/>
                <a:sym typeface="Calibri"/>
              </a:endParaRPr>
            </a:p>
          </p:txBody>
        </p:sp>
        <p:sp>
          <p:nvSpPr>
            <p:cNvPr id="2104" name="Google Shape;2104;p106"/>
            <p:cNvSpPr/>
            <p:nvPr/>
          </p:nvSpPr>
          <p:spPr>
            <a:xfrm>
              <a:off x="2151476" y="4067525"/>
              <a:ext cx="376800" cy="345600"/>
            </a:xfrm>
            <a:prstGeom prst="rect">
              <a:avLst/>
            </a:prstGeom>
            <a:solidFill>
              <a:srgbClr val="000000"/>
            </a:solidFill>
            <a:ln w="19050" cap="flat" cmpd="sng">
              <a:solidFill>
                <a:srgbClr val="666666"/>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sz="1800">
                <a:latin typeface="Calibri"/>
                <a:ea typeface="Calibri"/>
                <a:cs typeface="Calibri"/>
                <a:sym typeface="Calibri"/>
              </a:endParaRPr>
            </a:p>
          </p:txBody>
        </p:sp>
        <p:sp>
          <p:nvSpPr>
            <p:cNvPr id="2105" name="Google Shape;2105;p106"/>
            <p:cNvSpPr/>
            <p:nvPr/>
          </p:nvSpPr>
          <p:spPr>
            <a:xfrm>
              <a:off x="2894904" y="4067525"/>
              <a:ext cx="376800" cy="345600"/>
            </a:xfrm>
            <a:prstGeom prst="rect">
              <a:avLst/>
            </a:prstGeom>
            <a:solidFill>
              <a:srgbClr val="000000"/>
            </a:solidFill>
            <a:ln w="19050" cap="flat" cmpd="sng">
              <a:solidFill>
                <a:srgbClr val="666666"/>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sz="1800">
                <a:latin typeface="Calibri"/>
                <a:ea typeface="Calibri"/>
                <a:cs typeface="Calibri"/>
                <a:sym typeface="Calibri"/>
              </a:endParaRPr>
            </a:p>
          </p:txBody>
        </p:sp>
        <p:sp>
          <p:nvSpPr>
            <p:cNvPr id="2106" name="Google Shape;2106;p106"/>
            <p:cNvSpPr/>
            <p:nvPr/>
          </p:nvSpPr>
          <p:spPr>
            <a:xfrm>
              <a:off x="3638332" y="4067525"/>
              <a:ext cx="376800" cy="345600"/>
            </a:xfrm>
            <a:prstGeom prst="rect">
              <a:avLst/>
            </a:prstGeom>
            <a:solidFill>
              <a:srgbClr val="B1DD8B"/>
            </a:solidFill>
            <a:ln w="19050" cap="flat" cmpd="sng">
              <a:solidFill>
                <a:srgbClr val="666666"/>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sz="1800">
                <a:latin typeface="Calibri"/>
                <a:ea typeface="Calibri"/>
                <a:cs typeface="Calibri"/>
                <a:sym typeface="Calibri"/>
              </a:endParaRPr>
            </a:p>
          </p:txBody>
        </p:sp>
        <p:sp>
          <p:nvSpPr>
            <p:cNvPr id="2107" name="Google Shape;2107;p106"/>
            <p:cNvSpPr/>
            <p:nvPr/>
          </p:nvSpPr>
          <p:spPr>
            <a:xfrm>
              <a:off x="3266618" y="4067525"/>
              <a:ext cx="376800" cy="345600"/>
            </a:xfrm>
            <a:prstGeom prst="rect">
              <a:avLst/>
            </a:prstGeom>
            <a:solidFill>
              <a:srgbClr val="000000"/>
            </a:solidFill>
            <a:ln w="19050" cap="flat" cmpd="sng">
              <a:solidFill>
                <a:srgbClr val="666666"/>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sz="1800">
                <a:latin typeface="Calibri"/>
                <a:ea typeface="Calibri"/>
                <a:cs typeface="Calibri"/>
                <a:sym typeface="Calibri"/>
              </a:endParaRPr>
            </a:p>
          </p:txBody>
        </p:sp>
        <p:sp>
          <p:nvSpPr>
            <p:cNvPr id="2108" name="Google Shape;2108;p106"/>
            <p:cNvSpPr/>
            <p:nvPr/>
          </p:nvSpPr>
          <p:spPr>
            <a:xfrm>
              <a:off x="2523190" y="4067525"/>
              <a:ext cx="376800" cy="345600"/>
            </a:xfrm>
            <a:prstGeom prst="rect">
              <a:avLst/>
            </a:prstGeom>
            <a:solidFill>
              <a:srgbClr val="000000"/>
            </a:solidFill>
            <a:ln w="19050" cap="flat" cmpd="sng">
              <a:solidFill>
                <a:srgbClr val="666666"/>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sz="1800">
                <a:latin typeface="Calibri"/>
                <a:ea typeface="Calibri"/>
                <a:cs typeface="Calibri"/>
                <a:sym typeface="Calibri"/>
              </a:endParaRPr>
            </a:p>
          </p:txBody>
        </p:sp>
      </p:grpSp>
      <p:grpSp>
        <p:nvGrpSpPr>
          <p:cNvPr id="2109" name="Google Shape;2109;p106"/>
          <p:cNvGrpSpPr/>
          <p:nvPr/>
        </p:nvGrpSpPr>
        <p:grpSpPr>
          <a:xfrm>
            <a:off x="4599288" y="4538625"/>
            <a:ext cx="2235369" cy="345600"/>
            <a:chOff x="1779763" y="4677125"/>
            <a:chExt cx="2235369" cy="345600"/>
          </a:xfrm>
        </p:grpSpPr>
        <p:sp>
          <p:nvSpPr>
            <p:cNvPr id="2110" name="Google Shape;2110;p106"/>
            <p:cNvSpPr/>
            <p:nvPr/>
          </p:nvSpPr>
          <p:spPr>
            <a:xfrm>
              <a:off x="1779763" y="4677125"/>
              <a:ext cx="376800" cy="345600"/>
            </a:xfrm>
            <a:prstGeom prst="rect">
              <a:avLst/>
            </a:prstGeom>
            <a:solidFill>
              <a:srgbClr val="000000"/>
            </a:solidFill>
            <a:ln w="19050" cap="flat" cmpd="sng">
              <a:solidFill>
                <a:srgbClr val="666666"/>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sz="1800">
                <a:latin typeface="Calibri"/>
                <a:ea typeface="Calibri"/>
                <a:cs typeface="Calibri"/>
                <a:sym typeface="Calibri"/>
              </a:endParaRPr>
            </a:p>
          </p:txBody>
        </p:sp>
        <p:sp>
          <p:nvSpPr>
            <p:cNvPr id="2111" name="Google Shape;2111;p106"/>
            <p:cNvSpPr/>
            <p:nvPr/>
          </p:nvSpPr>
          <p:spPr>
            <a:xfrm>
              <a:off x="2151476" y="4677125"/>
              <a:ext cx="376800" cy="345600"/>
            </a:xfrm>
            <a:prstGeom prst="rect">
              <a:avLst/>
            </a:prstGeom>
            <a:solidFill>
              <a:srgbClr val="000000"/>
            </a:solidFill>
            <a:ln w="19050" cap="flat" cmpd="sng">
              <a:solidFill>
                <a:srgbClr val="666666"/>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sz="1800">
                <a:latin typeface="Calibri"/>
                <a:ea typeface="Calibri"/>
                <a:cs typeface="Calibri"/>
                <a:sym typeface="Calibri"/>
              </a:endParaRPr>
            </a:p>
          </p:txBody>
        </p:sp>
        <p:sp>
          <p:nvSpPr>
            <p:cNvPr id="2112" name="Google Shape;2112;p106"/>
            <p:cNvSpPr/>
            <p:nvPr/>
          </p:nvSpPr>
          <p:spPr>
            <a:xfrm>
              <a:off x="2894904" y="4677125"/>
              <a:ext cx="376800" cy="345600"/>
            </a:xfrm>
            <a:prstGeom prst="rect">
              <a:avLst/>
            </a:prstGeom>
            <a:solidFill>
              <a:srgbClr val="000000"/>
            </a:solidFill>
            <a:ln w="19050" cap="flat" cmpd="sng">
              <a:solidFill>
                <a:srgbClr val="666666"/>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sz="1800">
                <a:latin typeface="Calibri"/>
                <a:ea typeface="Calibri"/>
                <a:cs typeface="Calibri"/>
                <a:sym typeface="Calibri"/>
              </a:endParaRPr>
            </a:p>
          </p:txBody>
        </p:sp>
        <p:sp>
          <p:nvSpPr>
            <p:cNvPr id="2113" name="Google Shape;2113;p106"/>
            <p:cNvSpPr/>
            <p:nvPr/>
          </p:nvSpPr>
          <p:spPr>
            <a:xfrm>
              <a:off x="3638332" y="4677125"/>
              <a:ext cx="376800" cy="345600"/>
            </a:xfrm>
            <a:prstGeom prst="rect">
              <a:avLst/>
            </a:prstGeom>
            <a:solidFill>
              <a:srgbClr val="000000"/>
            </a:solidFill>
            <a:ln w="19050" cap="flat" cmpd="sng">
              <a:solidFill>
                <a:srgbClr val="666666"/>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sz="1800">
                <a:latin typeface="Calibri"/>
                <a:ea typeface="Calibri"/>
                <a:cs typeface="Calibri"/>
                <a:sym typeface="Calibri"/>
              </a:endParaRPr>
            </a:p>
          </p:txBody>
        </p:sp>
        <p:sp>
          <p:nvSpPr>
            <p:cNvPr id="2114" name="Google Shape;2114;p106"/>
            <p:cNvSpPr/>
            <p:nvPr/>
          </p:nvSpPr>
          <p:spPr>
            <a:xfrm>
              <a:off x="3266618" y="4677125"/>
              <a:ext cx="376800" cy="345600"/>
            </a:xfrm>
            <a:prstGeom prst="rect">
              <a:avLst/>
            </a:prstGeom>
            <a:solidFill>
              <a:srgbClr val="000000"/>
            </a:solidFill>
            <a:ln w="19050" cap="flat" cmpd="sng">
              <a:solidFill>
                <a:srgbClr val="666666"/>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sz="1800">
                <a:latin typeface="Calibri"/>
                <a:ea typeface="Calibri"/>
                <a:cs typeface="Calibri"/>
                <a:sym typeface="Calibri"/>
              </a:endParaRPr>
            </a:p>
          </p:txBody>
        </p:sp>
        <p:sp>
          <p:nvSpPr>
            <p:cNvPr id="2115" name="Google Shape;2115;p106"/>
            <p:cNvSpPr/>
            <p:nvPr/>
          </p:nvSpPr>
          <p:spPr>
            <a:xfrm>
              <a:off x="2523190" y="4677125"/>
              <a:ext cx="376800" cy="345600"/>
            </a:xfrm>
            <a:prstGeom prst="rect">
              <a:avLst/>
            </a:prstGeom>
            <a:solidFill>
              <a:srgbClr val="000000"/>
            </a:solidFill>
            <a:ln w="19050" cap="flat" cmpd="sng">
              <a:solidFill>
                <a:srgbClr val="666666"/>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sz="1800">
                <a:latin typeface="Calibri"/>
                <a:ea typeface="Calibri"/>
                <a:cs typeface="Calibri"/>
                <a:sym typeface="Calibri"/>
              </a:endParaRPr>
            </a:p>
          </p:txBody>
        </p:sp>
      </p:grpSp>
      <p:cxnSp>
        <p:nvCxnSpPr>
          <p:cNvPr id="2116" name="Google Shape;2116;p106"/>
          <p:cNvCxnSpPr>
            <a:stCxn id="2068" idx="2"/>
            <a:endCxn id="2075" idx="0"/>
          </p:cNvCxnSpPr>
          <p:nvPr/>
        </p:nvCxnSpPr>
        <p:spPr>
          <a:xfrm>
            <a:off x="4787687" y="1145225"/>
            <a:ext cx="0" cy="277500"/>
          </a:xfrm>
          <a:prstGeom prst="straightConnector1">
            <a:avLst/>
          </a:prstGeom>
          <a:noFill/>
          <a:ln w="19050" cap="flat" cmpd="sng">
            <a:solidFill>
              <a:schemeClr val="dk2"/>
            </a:solidFill>
            <a:prstDash val="solid"/>
            <a:round/>
            <a:headEnd type="none" w="med" len="med"/>
            <a:tailEnd type="triangle" w="med" len="med"/>
          </a:ln>
        </p:spPr>
      </p:cxnSp>
      <p:cxnSp>
        <p:nvCxnSpPr>
          <p:cNvPr id="2117" name="Google Shape;2117;p106"/>
          <p:cNvCxnSpPr>
            <a:endCxn id="2083" idx="0"/>
          </p:cNvCxnSpPr>
          <p:nvPr/>
        </p:nvCxnSpPr>
        <p:spPr>
          <a:xfrm>
            <a:off x="5159401" y="1768458"/>
            <a:ext cx="0" cy="277500"/>
          </a:xfrm>
          <a:prstGeom prst="straightConnector1">
            <a:avLst/>
          </a:prstGeom>
          <a:noFill/>
          <a:ln w="19050" cap="flat" cmpd="sng">
            <a:solidFill>
              <a:schemeClr val="dk2"/>
            </a:solidFill>
            <a:prstDash val="solid"/>
            <a:round/>
            <a:headEnd type="none" w="med" len="med"/>
            <a:tailEnd type="triangle" w="med" len="med"/>
          </a:ln>
        </p:spPr>
      </p:cxnSp>
      <p:cxnSp>
        <p:nvCxnSpPr>
          <p:cNvPr id="2118" name="Google Shape;2118;p106"/>
          <p:cNvCxnSpPr>
            <a:stCxn id="2087" idx="2"/>
            <a:endCxn id="2094" idx="0"/>
          </p:cNvCxnSpPr>
          <p:nvPr/>
        </p:nvCxnSpPr>
        <p:spPr>
          <a:xfrm>
            <a:off x="5531115" y="2391558"/>
            <a:ext cx="0" cy="277500"/>
          </a:xfrm>
          <a:prstGeom prst="straightConnector1">
            <a:avLst/>
          </a:prstGeom>
          <a:noFill/>
          <a:ln w="19050" cap="flat" cmpd="sng">
            <a:solidFill>
              <a:schemeClr val="dk2"/>
            </a:solidFill>
            <a:prstDash val="solid"/>
            <a:round/>
            <a:headEnd type="none" w="med" len="med"/>
            <a:tailEnd type="triangle" w="med" len="med"/>
          </a:ln>
        </p:spPr>
      </p:cxnSp>
      <p:cxnSp>
        <p:nvCxnSpPr>
          <p:cNvPr id="2119" name="Google Shape;2119;p106"/>
          <p:cNvCxnSpPr>
            <a:endCxn id="2098" idx="0"/>
          </p:cNvCxnSpPr>
          <p:nvPr/>
        </p:nvCxnSpPr>
        <p:spPr>
          <a:xfrm>
            <a:off x="5902829" y="3014792"/>
            <a:ext cx="0" cy="277500"/>
          </a:xfrm>
          <a:prstGeom prst="straightConnector1">
            <a:avLst/>
          </a:prstGeom>
          <a:noFill/>
          <a:ln w="19050" cap="flat" cmpd="sng">
            <a:solidFill>
              <a:schemeClr val="dk2"/>
            </a:solidFill>
            <a:prstDash val="solid"/>
            <a:round/>
            <a:headEnd type="none" w="med" len="med"/>
            <a:tailEnd type="triangle" w="med" len="med"/>
          </a:ln>
        </p:spPr>
      </p:cxnSp>
      <p:cxnSp>
        <p:nvCxnSpPr>
          <p:cNvPr id="2120" name="Google Shape;2120;p106"/>
          <p:cNvCxnSpPr>
            <a:endCxn id="2107" idx="0"/>
          </p:cNvCxnSpPr>
          <p:nvPr/>
        </p:nvCxnSpPr>
        <p:spPr>
          <a:xfrm>
            <a:off x="6274543" y="3637958"/>
            <a:ext cx="0" cy="277500"/>
          </a:xfrm>
          <a:prstGeom prst="straightConnector1">
            <a:avLst/>
          </a:prstGeom>
          <a:noFill/>
          <a:ln w="19050" cap="flat" cmpd="sng">
            <a:solidFill>
              <a:schemeClr val="dk2"/>
            </a:solidFill>
            <a:prstDash val="solid"/>
            <a:round/>
            <a:headEnd type="none" w="med" len="med"/>
            <a:tailEnd type="triangle" w="med" len="med"/>
          </a:ln>
        </p:spPr>
      </p:cxnSp>
      <p:cxnSp>
        <p:nvCxnSpPr>
          <p:cNvPr id="2121" name="Google Shape;2121;p106"/>
          <p:cNvCxnSpPr>
            <a:endCxn id="2113" idx="0"/>
          </p:cNvCxnSpPr>
          <p:nvPr/>
        </p:nvCxnSpPr>
        <p:spPr>
          <a:xfrm>
            <a:off x="6646257" y="4261125"/>
            <a:ext cx="0" cy="277500"/>
          </a:xfrm>
          <a:prstGeom prst="straightConnector1">
            <a:avLst/>
          </a:prstGeom>
          <a:noFill/>
          <a:ln w="19050" cap="flat" cmpd="sng">
            <a:solidFill>
              <a:schemeClr val="dk2"/>
            </a:solidFill>
            <a:prstDash val="solid"/>
            <a:round/>
            <a:headEnd type="none" w="med" len="med"/>
            <a:tailEnd type="triangle" w="med" len="med"/>
          </a:ln>
        </p:spPr>
      </p:cxnSp>
      <p:sp>
        <p:nvSpPr>
          <p:cNvPr id="2122" name="Google Shape;2122;p106"/>
          <p:cNvSpPr txBox="1">
            <a:spLocks noGrp="1"/>
          </p:cNvSpPr>
          <p:nvPr>
            <p:ph type="body" idx="1"/>
          </p:nvPr>
        </p:nvSpPr>
        <p:spPr>
          <a:xfrm>
            <a:off x="243000" y="556500"/>
            <a:ext cx="4103400" cy="4153800"/>
          </a:xfrm>
          <a:prstGeom prst="rect">
            <a:avLst/>
          </a:prstGeom>
        </p:spPr>
        <p:txBody>
          <a:bodyPr spcFirstLastPara="1" wrap="square" lIns="91425" tIns="91425" rIns="91425" bIns="91425" anchor="t" anchorCtr="0">
            <a:noAutofit/>
          </a:bodyPr>
          <a:lstStyle/>
          <a:p>
            <a:pPr marL="0" lvl="0" indent="0" algn="l" rtl="0">
              <a:spcBef>
                <a:spcPts val="600"/>
              </a:spcBef>
              <a:spcAft>
                <a:spcPts val="0"/>
              </a:spcAft>
              <a:buNone/>
            </a:pPr>
            <a:r>
              <a:rPr lang="en"/>
              <a:t>Give an example of an array that would follow the pattern to the right.</a:t>
            </a:r>
            <a:endParaRPr/>
          </a:p>
          <a:p>
            <a:pPr marL="457200" lvl="0" indent="-342900" algn="l" rtl="0">
              <a:spcBef>
                <a:spcPts val="600"/>
              </a:spcBef>
              <a:spcAft>
                <a:spcPts val="0"/>
              </a:spcAft>
              <a:buSzPts val="1800"/>
              <a:buChar char="●"/>
            </a:pPr>
            <a:r>
              <a:rPr lang="en"/>
              <a:t>1 2 3 4 5 6</a:t>
            </a:r>
            <a:endParaRPr/>
          </a:p>
          <a:p>
            <a:pPr marL="0" lvl="0" indent="0" algn="l" rtl="0">
              <a:spcBef>
                <a:spcPts val="600"/>
              </a:spcBef>
              <a:spcAft>
                <a:spcPts val="0"/>
              </a:spcAft>
              <a:buNone/>
            </a:pPr>
            <a:endParaRPr/>
          </a:p>
          <a:p>
            <a:pPr marL="0" lvl="0" indent="0" algn="l" rtl="0">
              <a:spcBef>
                <a:spcPts val="600"/>
              </a:spcBef>
              <a:spcAft>
                <a:spcPts val="0"/>
              </a:spcAft>
              <a:buNone/>
            </a:pPr>
            <a:r>
              <a:rPr lang="en"/>
              <a:t>What is the runtime Θ(∙)?</a:t>
            </a:r>
            <a:endParaRPr/>
          </a:p>
          <a:p>
            <a:pPr marL="457200" lvl="0" indent="-342900" algn="l" rtl="0">
              <a:spcBef>
                <a:spcPts val="600"/>
              </a:spcBef>
              <a:spcAft>
                <a:spcPts val="0"/>
              </a:spcAft>
              <a:buSzPts val="1800"/>
              <a:buChar char="●"/>
            </a:pPr>
            <a:r>
              <a:rPr lang="en"/>
              <a:t>N</a:t>
            </a:r>
            <a:r>
              <a:rPr lang="en" baseline="30000"/>
              <a:t>2</a:t>
            </a:r>
            <a:endParaRPr baseline="30000"/>
          </a:p>
        </p:txBody>
      </p:sp>
    </p:spTree>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Shape 2126"/>
        <p:cNvGrpSpPr/>
        <p:nvPr/>
      </p:nvGrpSpPr>
      <p:grpSpPr>
        <a:xfrm>
          <a:off x="0" y="0"/>
          <a:ext cx="0" cy="0"/>
          <a:chOff x="0" y="0"/>
          <a:chExt cx="0" cy="0"/>
        </a:xfrm>
      </p:grpSpPr>
      <p:sp>
        <p:nvSpPr>
          <p:cNvPr id="2127" name="Google Shape;2127;p107"/>
          <p:cNvSpPr txBox="1">
            <a:spLocks noGrp="1"/>
          </p:cNvSpPr>
          <p:nvPr>
            <p:ph type="title"/>
          </p:nvPr>
        </p:nvSpPr>
        <p:spPr>
          <a:xfrm>
            <a:off x="0" y="0"/>
            <a:ext cx="8520600" cy="3936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Quicksort Performance</a:t>
            </a:r>
            <a:endParaRPr/>
          </a:p>
        </p:txBody>
      </p:sp>
      <p:sp>
        <p:nvSpPr>
          <p:cNvPr id="2128" name="Google Shape;2128;p107"/>
          <p:cNvSpPr txBox="1">
            <a:spLocks noGrp="1"/>
          </p:cNvSpPr>
          <p:nvPr>
            <p:ph type="body" idx="1"/>
          </p:nvPr>
        </p:nvSpPr>
        <p:spPr>
          <a:xfrm>
            <a:off x="107044" y="402200"/>
            <a:ext cx="8520600" cy="3416400"/>
          </a:xfrm>
          <a:prstGeom prst="rect">
            <a:avLst/>
          </a:prstGeom>
        </p:spPr>
        <p:txBody>
          <a:bodyPr spcFirstLastPara="1" wrap="square" lIns="91425" tIns="91425" rIns="91425" bIns="91425" anchor="t" anchorCtr="0">
            <a:noAutofit/>
          </a:bodyPr>
          <a:lstStyle/>
          <a:p>
            <a:pPr marL="0" lvl="0" indent="0" algn="l" rtl="0">
              <a:spcBef>
                <a:spcPts val="600"/>
              </a:spcBef>
              <a:spcAft>
                <a:spcPts val="0"/>
              </a:spcAft>
              <a:buNone/>
            </a:pPr>
            <a:r>
              <a:rPr lang="en"/>
              <a:t>Theoretical analysis:</a:t>
            </a:r>
            <a:endParaRPr/>
          </a:p>
          <a:p>
            <a:pPr marL="457200" lvl="0" indent="-342900" algn="l" rtl="0">
              <a:spcBef>
                <a:spcPts val="600"/>
              </a:spcBef>
              <a:spcAft>
                <a:spcPts val="0"/>
              </a:spcAft>
              <a:buSzPts val="1800"/>
              <a:buChar char="●"/>
            </a:pPr>
            <a:r>
              <a:rPr lang="en"/>
              <a:t>Best case: Θ(N log N)</a:t>
            </a:r>
            <a:endParaRPr/>
          </a:p>
          <a:p>
            <a:pPr marL="457200" lvl="0" indent="-342900" algn="l" rtl="0">
              <a:spcBef>
                <a:spcPts val="0"/>
              </a:spcBef>
              <a:spcAft>
                <a:spcPts val="0"/>
              </a:spcAft>
              <a:buSzPts val="1800"/>
              <a:buChar char="●"/>
            </a:pPr>
            <a:r>
              <a:rPr lang="en"/>
              <a:t>Worst case: Θ(N</a:t>
            </a:r>
            <a:r>
              <a:rPr lang="en" baseline="30000"/>
              <a:t>2</a:t>
            </a:r>
            <a:r>
              <a:rPr lang="en"/>
              <a:t>)</a:t>
            </a:r>
            <a:endParaRPr/>
          </a:p>
          <a:p>
            <a:pPr marL="0" lvl="0" indent="0" algn="l" rtl="0">
              <a:spcBef>
                <a:spcPts val="600"/>
              </a:spcBef>
              <a:spcAft>
                <a:spcPts val="0"/>
              </a:spcAft>
              <a:buNone/>
            </a:pPr>
            <a:endParaRPr/>
          </a:p>
          <a:p>
            <a:pPr marL="0" lvl="0" indent="0" algn="l" rtl="0">
              <a:spcBef>
                <a:spcPts val="600"/>
              </a:spcBef>
              <a:spcAft>
                <a:spcPts val="0"/>
              </a:spcAft>
              <a:buNone/>
            </a:pPr>
            <a:r>
              <a:rPr lang="en"/>
              <a:t>Compare this to Mergesort.</a:t>
            </a:r>
            <a:endParaRPr/>
          </a:p>
          <a:p>
            <a:pPr marL="457200" lvl="0" indent="-342900" algn="l" rtl="0">
              <a:spcBef>
                <a:spcPts val="600"/>
              </a:spcBef>
              <a:spcAft>
                <a:spcPts val="0"/>
              </a:spcAft>
              <a:buSzPts val="1800"/>
              <a:buChar char="●"/>
            </a:pPr>
            <a:r>
              <a:rPr lang="en"/>
              <a:t>Best case: Θ(N log N)</a:t>
            </a:r>
            <a:endParaRPr/>
          </a:p>
          <a:p>
            <a:pPr marL="457200" lvl="0" indent="-342900" algn="l" rtl="0">
              <a:spcBef>
                <a:spcPts val="0"/>
              </a:spcBef>
              <a:spcAft>
                <a:spcPts val="0"/>
              </a:spcAft>
              <a:buSzPts val="1800"/>
              <a:buChar char="●"/>
            </a:pPr>
            <a:r>
              <a:rPr lang="en"/>
              <a:t>Worst case: Θ(N log N)</a:t>
            </a:r>
            <a:endParaRPr/>
          </a:p>
          <a:p>
            <a:pPr marL="0" lvl="0" indent="0" algn="l" rtl="0">
              <a:spcBef>
                <a:spcPts val="600"/>
              </a:spcBef>
              <a:spcAft>
                <a:spcPts val="0"/>
              </a:spcAft>
              <a:buNone/>
            </a:pPr>
            <a:endParaRPr/>
          </a:p>
          <a:p>
            <a:pPr marL="0" lvl="0" indent="0" algn="l" rtl="0">
              <a:spcBef>
                <a:spcPts val="600"/>
              </a:spcBef>
              <a:spcAft>
                <a:spcPts val="0"/>
              </a:spcAft>
              <a:buNone/>
            </a:pPr>
            <a:r>
              <a:rPr lang="en"/>
              <a:t>Recall that Θ(N log N) vs. Θ(N</a:t>
            </a:r>
            <a:r>
              <a:rPr lang="en" baseline="30000"/>
              <a:t>2</a:t>
            </a:r>
            <a:r>
              <a:rPr lang="en"/>
              <a:t>) is a </a:t>
            </a:r>
            <a:r>
              <a:rPr lang="en" b="1" u="sng"/>
              <a:t>really big deal</a:t>
            </a:r>
            <a:r>
              <a:rPr lang="en"/>
              <a:t>. So how can Quicksort be the fastest sort empirically? Because on average it is Θ(N log N).</a:t>
            </a:r>
            <a:endParaRPr/>
          </a:p>
          <a:p>
            <a:pPr marL="457200" lvl="0" indent="-342900" algn="l" rtl="0">
              <a:spcBef>
                <a:spcPts val="600"/>
              </a:spcBef>
              <a:spcAft>
                <a:spcPts val="0"/>
              </a:spcAft>
              <a:buSzPts val="1800"/>
              <a:buChar char="●"/>
            </a:pPr>
            <a:r>
              <a:rPr lang="en"/>
              <a:t>Rigorous proof requires probability theory + calculus, but intuition + empirical analysis will hopefully convince you.</a:t>
            </a:r>
            <a:endParaRPr/>
          </a:p>
        </p:txBody>
      </p:sp>
    </p:spTree>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Shape 2132"/>
        <p:cNvGrpSpPr/>
        <p:nvPr/>
      </p:nvGrpSpPr>
      <p:grpSpPr>
        <a:xfrm>
          <a:off x="0" y="0"/>
          <a:ext cx="0" cy="0"/>
          <a:chOff x="0" y="0"/>
          <a:chExt cx="0" cy="0"/>
        </a:xfrm>
      </p:grpSpPr>
      <p:sp>
        <p:nvSpPr>
          <p:cNvPr id="2133" name="Google Shape;2133;p108"/>
          <p:cNvSpPr txBox="1">
            <a:spLocks noGrp="1"/>
          </p:cNvSpPr>
          <p:nvPr>
            <p:ph type="title"/>
          </p:nvPr>
        </p:nvSpPr>
        <p:spPr>
          <a:xfrm>
            <a:off x="0" y="0"/>
            <a:ext cx="8520600" cy="3936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Argument #1: 10% Case</a:t>
            </a:r>
            <a:endParaRPr/>
          </a:p>
        </p:txBody>
      </p:sp>
      <p:sp>
        <p:nvSpPr>
          <p:cNvPr id="2134" name="Google Shape;2134;p108"/>
          <p:cNvSpPr txBox="1">
            <a:spLocks noGrp="1"/>
          </p:cNvSpPr>
          <p:nvPr>
            <p:ph type="body" idx="1"/>
          </p:nvPr>
        </p:nvSpPr>
        <p:spPr>
          <a:xfrm>
            <a:off x="107044" y="402200"/>
            <a:ext cx="8520600" cy="3416400"/>
          </a:xfrm>
          <a:prstGeom prst="rect">
            <a:avLst/>
          </a:prstGeom>
        </p:spPr>
        <p:txBody>
          <a:bodyPr spcFirstLastPara="1" wrap="square" lIns="91425" tIns="91425" rIns="91425" bIns="91425" anchor="t" anchorCtr="0">
            <a:noAutofit/>
          </a:bodyPr>
          <a:lstStyle/>
          <a:p>
            <a:pPr marL="0" lvl="0" indent="0" algn="l" rtl="0">
              <a:spcBef>
                <a:spcPts val="600"/>
              </a:spcBef>
              <a:spcAft>
                <a:spcPts val="0"/>
              </a:spcAft>
              <a:buNone/>
            </a:pPr>
            <a:r>
              <a:rPr lang="en"/>
              <a:t>Suppose pivot always ends up at least 10% from either edge (not to scale).</a:t>
            </a:r>
            <a:endParaRPr/>
          </a:p>
        </p:txBody>
      </p:sp>
      <p:sp>
        <p:nvSpPr>
          <p:cNvPr id="2135" name="Google Shape;2135;p108"/>
          <p:cNvSpPr/>
          <p:nvPr/>
        </p:nvSpPr>
        <p:spPr>
          <a:xfrm>
            <a:off x="255300" y="1290975"/>
            <a:ext cx="5111700" cy="345600"/>
          </a:xfrm>
          <a:prstGeom prst="rect">
            <a:avLst/>
          </a:prstGeom>
          <a:solidFill>
            <a:srgbClr val="D9D9D9"/>
          </a:solidFill>
          <a:ln w="19050" cap="flat" cmpd="sng">
            <a:solidFill>
              <a:srgbClr val="666666"/>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sz="1800">
              <a:latin typeface="Calibri"/>
              <a:ea typeface="Calibri"/>
              <a:cs typeface="Calibri"/>
              <a:sym typeface="Calibri"/>
            </a:endParaRPr>
          </a:p>
        </p:txBody>
      </p:sp>
      <p:sp>
        <p:nvSpPr>
          <p:cNvPr id="2136" name="Google Shape;2136;p108"/>
          <p:cNvSpPr/>
          <p:nvPr/>
        </p:nvSpPr>
        <p:spPr>
          <a:xfrm>
            <a:off x="219166" y="1290975"/>
            <a:ext cx="113700" cy="345600"/>
          </a:xfrm>
          <a:prstGeom prst="rect">
            <a:avLst/>
          </a:prstGeom>
          <a:solidFill>
            <a:srgbClr val="B1DD8B"/>
          </a:solidFill>
          <a:ln w="19050"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sz="1800">
              <a:latin typeface="Calibri"/>
              <a:ea typeface="Calibri"/>
              <a:cs typeface="Calibri"/>
              <a:sym typeface="Calibri"/>
            </a:endParaRPr>
          </a:p>
        </p:txBody>
      </p:sp>
      <p:grpSp>
        <p:nvGrpSpPr>
          <p:cNvPr id="2137" name="Google Shape;2137;p108"/>
          <p:cNvGrpSpPr/>
          <p:nvPr/>
        </p:nvGrpSpPr>
        <p:grpSpPr>
          <a:xfrm>
            <a:off x="248634" y="1636575"/>
            <a:ext cx="5118366" cy="609600"/>
            <a:chOff x="248634" y="1636575"/>
            <a:chExt cx="5118366" cy="609600"/>
          </a:xfrm>
        </p:grpSpPr>
        <p:sp>
          <p:nvSpPr>
            <p:cNvPr id="2138" name="Google Shape;2138;p108"/>
            <p:cNvSpPr/>
            <p:nvPr/>
          </p:nvSpPr>
          <p:spPr>
            <a:xfrm>
              <a:off x="255300" y="1900575"/>
              <a:ext cx="5111700" cy="345600"/>
            </a:xfrm>
            <a:prstGeom prst="rect">
              <a:avLst/>
            </a:prstGeom>
            <a:solidFill>
              <a:srgbClr val="D9D9D9"/>
            </a:solidFill>
            <a:ln w="19050" cap="flat" cmpd="sng">
              <a:solidFill>
                <a:srgbClr val="666666"/>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sz="1800">
                <a:latin typeface="Calibri"/>
                <a:ea typeface="Calibri"/>
                <a:cs typeface="Calibri"/>
                <a:sym typeface="Calibri"/>
              </a:endParaRPr>
            </a:p>
          </p:txBody>
        </p:sp>
        <p:sp>
          <p:nvSpPr>
            <p:cNvPr id="2139" name="Google Shape;2139;p108"/>
            <p:cNvSpPr/>
            <p:nvPr/>
          </p:nvSpPr>
          <p:spPr>
            <a:xfrm>
              <a:off x="904600" y="1900575"/>
              <a:ext cx="113700" cy="345600"/>
            </a:xfrm>
            <a:prstGeom prst="rect">
              <a:avLst/>
            </a:prstGeom>
            <a:solidFill>
              <a:srgbClr val="000000"/>
            </a:solidFill>
            <a:ln w="19050"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sz="1800">
                <a:latin typeface="Calibri"/>
                <a:ea typeface="Calibri"/>
                <a:cs typeface="Calibri"/>
                <a:sym typeface="Calibri"/>
              </a:endParaRPr>
            </a:p>
          </p:txBody>
        </p:sp>
        <p:cxnSp>
          <p:nvCxnSpPr>
            <p:cNvPr id="2140" name="Google Shape;2140;p108"/>
            <p:cNvCxnSpPr>
              <a:stCxn id="2136" idx="2"/>
              <a:endCxn id="2139" idx="0"/>
            </p:cNvCxnSpPr>
            <p:nvPr/>
          </p:nvCxnSpPr>
          <p:spPr>
            <a:xfrm rot="-5400000" flipH="1">
              <a:off x="486766" y="1425825"/>
              <a:ext cx="264000" cy="685500"/>
            </a:xfrm>
            <a:prstGeom prst="curvedConnector3">
              <a:avLst>
                <a:gd name="adj1" fmla="val 50000"/>
              </a:avLst>
            </a:prstGeom>
            <a:noFill/>
            <a:ln w="19050" cap="flat" cmpd="sng">
              <a:solidFill>
                <a:schemeClr val="dk2"/>
              </a:solidFill>
              <a:prstDash val="solid"/>
              <a:round/>
              <a:headEnd type="none" w="med" len="med"/>
              <a:tailEnd type="triangle" w="med" len="med"/>
            </a:ln>
          </p:spPr>
        </p:cxnSp>
        <p:sp>
          <p:nvSpPr>
            <p:cNvPr id="2141" name="Google Shape;2141;p108"/>
            <p:cNvSpPr/>
            <p:nvPr/>
          </p:nvSpPr>
          <p:spPr>
            <a:xfrm>
              <a:off x="248634" y="1900575"/>
              <a:ext cx="113700" cy="345600"/>
            </a:xfrm>
            <a:prstGeom prst="rect">
              <a:avLst/>
            </a:prstGeom>
            <a:solidFill>
              <a:srgbClr val="B1DD8B"/>
            </a:solidFill>
            <a:ln w="19050"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sz="1800">
                <a:latin typeface="Calibri"/>
                <a:ea typeface="Calibri"/>
                <a:cs typeface="Calibri"/>
                <a:sym typeface="Calibri"/>
              </a:endParaRPr>
            </a:p>
          </p:txBody>
        </p:sp>
        <p:sp>
          <p:nvSpPr>
            <p:cNvPr id="2142" name="Google Shape;2142;p108"/>
            <p:cNvSpPr/>
            <p:nvPr/>
          </p:nvSpPr>
          <p:spPr>
            <a:xfrm>
              <a:off x="1018309" y="1900575"/>
              <a:ext cx="113700" cy="345600"/>
            </a:xfrm>
            <a:prstGeom prst="rect">
              <a:avLst/>
            </a:prstGeom>
            <a:solidFill>
              <a:srgbClr val="B1DD8B"/>
            </a:solidFill>
            <a:ln w="19050"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sz="1800">
                <a:latin typeface="Calibri"/>
                <a:ea typeface="Calibri"/>
                <a:cs typeface="Calibri"/>
                <a:sym typeface="Calibri"/>
              </a:endParaRPr>
            </a:p>
          </p:txBody>
        </p:sp>
      </p:grpSp>
      <p:sp>
        <p:nvSpPr>
          <p:cNvPr id="2143" name="Google Shape;2143;p108"/>
          <p:cNvSpPr/>
          <p:nvPr/>
        </p:nvSpPr>
        <p:spPr>
          <a:xfrm>
            <a:off x="7148590" y="1290975"/>
            <a:ext cx="405000" cy="345600"/>
          </a:xfrm>
          <a:prstGeom prst="rect">
            <a:avLst/>
          </a:prstGeom>
          <a:solidFill>
            <a:srgbClr val="FF9900"/>
          </a:solid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a:t>N</a:t>
            </a:r>
            <a:endParaRPr/>
          </a:p>
        </p:txBody>
      </p:sp>
      <p:grpSp>
        <p:nvGrpSpPr>
          <p:cNvPr id="2144" name="Google Shape;2144;p108"/>
          <p:cNvGrpSpPr/>
          <p:nvPr/>
        </p:nvGrpSpPr>
        <p:grpSpPr>
          <a:xfrm>
            <a:off x="248634" y="2246175"/>
            <a:ext cx="5118366" cy="685925"/>
            <a:chOff x="248634" y="2246175"/>
            <a:chExt cx="5118366" cy="685925"/>
          </a:xfrm>
        </p:grpSpPr>
        <p:sp>
          <p:nvSpPr>
            <p:cNvPr id="2145" name="Google Shape;2145;p108"/>
            <p:cNvSpPr/>
            <p:nvPr/>
          </p:nvSpPr>
          <p:spPr>
            <a:xfrm>
              <a:off x="255300" y="2586375"/>
              <a:ext cx="5111700" cy="345600"/>
            </a:xfrm>
            <a:prstGeom prst="rect">
              <a:avLst/>
            </a:prstGeom>
            <a:solidFill>
              <a:srgbClr val="D9D9D9"/>
            </a:solidFill>
            <a:ln w="19050" cap="flat" cmpd="sng">
              <a:solidFill>
                <a:srgbClr val="666666"/>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sz="1800">
                <a:latin typeface="Calibri"/>
                <a:ea typeface="Calibri"/>
                <a:cs typeface="Calibri"/>
                <a:sym typeface="Calibri"/>
              </a:endParaRPr>
            </a:p>
          </p:txBody>
        </p:sp>
        <p:sp>
          <p:nvSpPr>
            <p:cNvPr id="2146" name="Google Shape;2146;p108"/>
            <p:cNvSpPr/>
            <p:nvPr/>
          </p:nvSpPr>
          <p:spPr>
            <a:xfrm>
              <a:off x="904600" y="2246600"/>
              <a:ext cx="113700" cy="685500"/>
            </a:xfrm>
            <a:prstGeom prst="rect">
              <a:avLst/>
            </a:prstGeom>
            <a:solidFill>
              <a:srgbClr val="000000"/>
            </a:solidFill>
            <a:ln w="19050"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sz="1800">
                <a:latin typeface="Calibri"/>
                <a:ea typeface="Calibri"/>
                <a:cs typeface="Calibri"/>
                <a:sym typeface="Calibri"/>
              </a:endParaRPr>
            </a:p>
          </p:txBody>
        </p:sp>
        <p:sp>
          <p:nvSpPr>
            <p:cNvPr id="2147" name="Google Shape;2147;p108"/>
            <p:cNvSpPr/>
            <p:nvPr/>
          </p:nvSpPr>
          <p:spPr>
            <a:xfrm>
              <a:off x="1426700" y="2586375"/>
              <a:ext cx="113700" cy="345600"/>
            </a:xfrm>
            <a:prstGeom prst="rect">
              <a:avLst/>
            </a:prstGeom>
            <a:solidFill>
              <a:srgbClr val="000000"/>
            </a:solidFill>
            <a:ln w="19050"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sz="1800">
                <a:latin typeface="Calibri"/>
                <a:ea typeface="Calibri"/>
                <a:cs typeface="Calibri"/>
                <a:sym typeface="Calibri"/>
              </a:endParaRPr>
            </a:p>
          </p:txBody>
        </p:sp>
        <p:sp>
          <p:nvSpPr>
            <p:cNvPr id="2148" name="Google Shape;2148;p108"/>
            <p:cNvSpPr/>
            <p:nvPr/>
          </p:nvSpPr>
          <p:spPr>
            <a:xfrm>
              <a:off x="369875" y="2586375"/>
              <a:ext cx="113700" cy="340200"/>
            </a:xfrm>
            <a:prstGeom prst="rect">
              <a:avLst/>
            </a:prstGeom>
            <a:solidFill>
              <a:srgbClr val="000000"/>
            </a:solidFill>
            <a:ln w="19050"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sz="1800">
                <a:latin typeface="Calibri"/>
                <a:ea typeface="Calibri"/>
                <a:cs typeface="Calibri"/>
                <a:sym typeface="Calibri"/>
              </a:endParaRPr>
            </a:p>
          </p:txBody>
        </p:sp>
        <p:cxnSp>
          <p:nvCxnSpPr>
            <p:cNvPr id="2149" name="Google Shape;2149;p108"/>
            <p:cNvCxnSpPr>
              <a:stCxn id="2141" idx="2"/>
              <a:endCxn id="2148" idx="0"/>
            </p:cNvCxnSpPr>
            <p:nvPr/>
          </p:nvCxnSpPr>
          <p:spPr>
            <a:xfrm rot="-5400000" flipH="1">
              <a:off x="195984" y="2355675"/>
              <a:ext cx="340200" cy="121200"/>
            </a:xfrm>
            <a:prstGeom prst="curvedConnector3">
              <a:avLst>
                <a:gd name="adj1" fmla="val 50000"/>
              </a:avLst>
            </a:prstGeom>
            <a:noFill/>
            <a:ln w="19050" cap="flat" cmpd="sng">
              <a:solidFill>
                <a:schemeClr val="dk2"/>
              </a:solidFill>
              <a:prstDash val="solid"/>
              <a:round/>
              <a:headEnd type="none" w="med" len="med"/>
              <a:tailEnd type="triangle" w="med" len="med"/>
            </a:ln>
          </p:spPr>
        </p:cxnSp>
        <p:cxnSp>
          <p:nvCxnSpPr>
            <p:cNvPr id="2150" name="Google Shape;2150;p108"/>
            <p:cNvCxnSpPr>
              <a:stCxn id="2142" idx="2"/>
              <a:endCxn id="2147" idx="0"/>
            </p:cNvCxnSpPr>
            <p:nvPr/>
          </p:nvCxnSpPr>
          <p:spPr>
            <a:xfrm rot="-5400000" flipH="1">
              <a:off x="1109209" y="2212125"/>
              <a:ext cx="340200" cy="408300"/>
            </a:xfrm>
            <a:prstGeom prst="curvedConnector3">
              <a:avLst>
                <a:gd name="adj1" fmla="val 50000"/>
              </a:avLst>
            </a:prstGeom>
            <a:noFill/>
            <a:ln w="19050" cap="flat" cmpd="sng">
              <a:solidFill>
                <a:schemeClr val="dk2"/>
              </a:solidFill>
              <a:prstDash val="solid"/>
              <a:round/>
              <a:headEnd type="none" w="med" len="med"/>
              <a:tailEnd type="triangle" w="med" len="med"/>
            </a:ln>
          </p:spPr>
        </p:cxnSp>
        <p:sp>
          <p:nvSpPr>
            <p:cNvPr id="2151" name="Google Shape;2151;p108"/>
            <p:cNvSpPr/>
            <p:nvPr/>
          </p:nvSpPr>
          <p:spPr>
            <a:xfrm>
              <a:off x="248634" y="2586375"/>
              <a:ext cx="113700" cy="345600"/>
            </a:xfrm>
            <a:prstGeom prst="rect">
              <a:avLst/>
            </a:prstGeom>
            <a:solidFill>
              <a:srgbClr val="B1DD8B"/>
            </a:solidFill>
            <a:ln w="19050"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sz="1800">
                <a:latin typeface="Calibri"/>
                <a:ea typeface="Calibri"/>
                <a:cs typeface="Calibri"/>
                <a:sym typeface="Calibri"/>
              </a:endParaRPr>
            </a:p>
          </p:txBody>
        </p:sp>
        <p:sp>
          <p:nvSpPr>
            <p:cNvPr id="2152" name="Google Shape;2152;p108"/>
            <p:cNvSpPr/>
            <p:nvPr/>
          </p:nvSpPr>
          <p:spPr>
            <a:xfrm>
              <a:off x="491124" y="2586375"/>
              <a:ext cx="113700" cy="345600"/>
            </a:xfrm>
            <a:prstGeom prst="rect">
              <a:avLst/>
            </a:prstGeom>
            <a:solidFill>
              <a:srgbClr val="B1DD8B"/>
            </a:solidFill>
            <a:ln w="19050"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sz="1800">
                <a:latin typeface="Calibri"/>
                <a:ea typeface="Calibri"/>
                <a:cs typeface="Calibri"/>
                <a:sym typeface="Calibri"/>
              </a:endParaRPr>
            </a:p>
          </p:txBody>
        </p:sp>
        <p:sp>
          <p:nvSpPr>
            <p:cNvPr id="2153" name="Google Shape;2153;p108"/>
            <p:cNvSpPr/>
            <p:nvPr/>
          </p:nvSpPr>
          <p:spPr>
            <a:xfrm>
              <a:off x="1010634" y="2586375"/>
              <a:ext cx="113700" cy="345600"/>
            </a:xfrm>
            <a:prstGeom prst="rect">
              <a:avLst/>
            </a:prstGeom>
            <a:solidFill>
              <a:srgbClr val="B1DD8B"/>
            </a:solidFill>
            <a:ln w="19050"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sz="1800">
                <a:latin typeface="Calibri"/>
                <a:ea typeface="Calibri"/>
                <a:cs typeface="Calibri"/>
                <a:sym typeface="Calibri"/>
              </a:endParaRPr>
            </a:p>
          </p:txBody>
        </p:sp>
        <p:sp>
          <p:nvSpPr>
            <p:cNvPr id="2154" name="Google Shape;2154;p108"/>
            <p:cNvSpPr/>
            <p:nvPr/>
          </p:nvSpPr>
          <p:spPr>
            <a:xfrm>
              <a:off x="1544034" y="2586375"/>
              <a:ext cx="113700" cy="345600"/>
            </a:xfrm>
            <a:prstGeom prst="rect">
              <a:avLst/>
            </a:prstGeom>
            <a:solidFill>
              <a:srgbClr val="B1DD8B"/>
            </a:solidFill>
            <a:ln w="19050"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sz="1800">
                <a:latin typeface="Calibri"/>
                <a:ea typeface="Calibri"/>
                <a:cs typeface="Calibri"/>
                <a:sym typeface="Calibri"/>
              </a:endParaRPr>
            </a:p>
          </p:txBody>
        </p:sp>
      </p:grpSp>
      <p:grpSp>
        <p:nvGrpSpPr>
          <p:cNvPr id="2155" name="Google Shape;2155;p108"/>
          <p:cNvGrpSpPr/>
          <p:nvPr/>
        </p:nvGrpSpPr>
        <p:grpSpPr>
          <a:xfrm>
            <a:off x="5952095" y="1636575"/>
            <a:ext cx="1398995" cy="610025"/>
            <a:chOff x="5952095" y="1636575"/>
            <a:chExt cx="1398995" cy="610025"/>
          </a:xfrm>
        </p:grpSpPr>
        <p:sp>
          <p:nvSpPr>
            <p:cNvPr id="2156" name="Google Shape;2156;p108"/>
            <p:cNvSpPr/>
            <p:nvPr/>
          </p:nvSpPr>
          <p:spPr>
            <a:xfrm>
              <a:off x="5952095" y="1901000"/>
              <a:ext cx="846600" cy="345600"/>
            </a:xfrm>
            <a:prstGeom prst="rect">
              <a:avLst/>
            </a:prstGeom>
            <a:solidFill>
              <a:srgbClr val="FF9900"/>
            </a:solid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a:t>N/10</a:t>
              </a:r>
              <a:endParaRPr/>
            </a:p>
          </p:txBody>
        </p:sp>
        <p:cxnSp>
          <p:nvCxnSpPr>
            <p:cNvPr id="2157" name="Google Shape;2157;p108"/>
            <p:cNvCxnSpPr>
              <a:stCxn id="2143" idx="2"/>
              <a:endCxn id="2156" idx="0"/>
            </p:cNvCxnSpPr>
            <p:nvPr/>
          </p:nvCxnSpPr>
          <p:spPr>
            <a:xfrm flipH="1">
              <a:off x="6375490" y="1636575"/>
              <a:ext cx="975600" cy="264300"/>
            </a:xfrm>
            <a:prstGeom prst="straightConnector1">
              <a:avLst/>
            </a:prstGeom>
            <a:noFill/>
            <a:ln w="19050" cap="flat" cmpd="sng">
              <a:solidFill>
                <a:schemeClr val="dk2"/>
              </a:solidFill>
              <a:prstDash val="solid"/>
              <a:round/>
              <a:headEnd type="none" w="med" len="med"/>
              <a:tailEnd type="triangle" w="med" len="med"/>
            </a:ln>
          </p:spPr>
        </p:cxnSp>
      </p:grpSp>
      <p:grpSp>
        <p:nvGrpSpPr>
          <p:cNvPr id="2158" name="Google Shape;2158;p108"/>
          <p:cNvGrpSpPr/>
          <p:nvPr/>
        </p:nvGrpSpPr>
        <p:grpSpPr>
          <a:xfrm>
            <a:off x="7351090" y="1636575"/>
            <a:ext cx="1276405" cy="610025"/>
            <a:chOff x="7351090" y="1636575"/>
            <a:chExt cx="1276405" cy="610025"/>
          </a:xfrm>
        </p:grpSpPr>
        <p:sp>
          <p:nvSpPr>
            <p:cNvPr id="2159" name="Google Shape;2159;p108"/>
            <p:cNvSpPr/>
            <p:nvPr/>
          </p:nvSpPr>
          <p:spPr>
            <a:xfrm>
              <a:off x="7780895" y="1901000"/>
              <a:ext cx="846600" cy="345600"/>
            </a:xfrm>
            <a:prstGeom prst="rect">
              <a:avLst/>
            </a:prstGeom>
            <a:solidFill>
              <a:srgbClr val="FF9900"/>
            </a:solid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a:t>9N/10</a:t>
              </a:r>
              <a:endParaRPr/>
            </a:p>
          </p:txBody>
        </p:sp>
        <p:cxnSp>
          <p:nvCxnSpPr>
            <p:cNvPr id="2160" name="Google Shape;2160;p108"/>
            <p:cNvCxnSpPr>
              <a:stCxn id="2143" idx="2"/>
              <a:endCxn id="2159" idx="0"/>
            </p:cNvCxnSpPr>
            <p:nvPr/>
          </p:nvCxnSpPr>
          <p:spPr>
            <a:xfrm>
              <a:off x="7351090" y="1636575"/>
              <a:ext cx="853200" cy="264300"/>
            </a:xfrm>
            <a:prstGeom prst="straightConnector1">
              <a:avLst/>
            </a:prstGeom>
            <a:noFill/>
            <a:ln w="19050" cap="flat" cmpd="sng">
              <a:solidFill>
                <a:schemeClr val="dk2"/>
              </a:solidFill>
              <a:prstDash val="solid"/>
              <a:round/>
              <a:headEnd type="none" w="med" len="med"/>
              <a:tailEnd type="triangle" w="med" len="med"/>
            </a:ln>
          </p:spPr>
        </p:cxnSp>
      </p:grpSp>
      <p:grpSp>
        <p:nvGrpSpPr>
          <p:cNvPr id="2161" name="Google Shape;2161;p108"/>
          <p:cNvGrpSpPr/>
          <p:nvPr/>
        </p:nvGrpSpPr>
        <p:grpSpPr>
          <a:xfrm>
            <a:off x="5547475" y="2246600"/>
            <a:ext cx="827920" cy="685375"/>
            <a:chOff x="5547475" y="2246600"/>
            <a:chExt cx="827920" cy="685375"/>
          </a:xfrm>
        </p:grpSpPr>
        <p:sp>
          <p:nvSpPr>
            <p:cNvPr id="2162" name="Google Shape;2162;p108"/>
            <p:cNvSpPr/>
            <p:nvPr/>
          </p:nvSpPr>
          <p:spPr>
            <a:xfrm>
              <a:off x="5547475" y="2586375"/>
              <a:ext cx="704400" cy="345600"/>
            </a:xfrm>
            <a:prstGeom prst="rect">
              <a:avLst/>
            </a:prstGeom>
            <a:solidFill>
              <a:srgbClr val="FF9900"/>
            </a:solid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a:t>N/100</a:t>
              </a:r>
              <a:endParaRPr/>
            </a:p>
          </p:txBody>
        </p:sp>
        <p:cxnSp>
          <p:nvCxnSpPr>
            <p:cNvPr id="2163" name="Google Shape;2163;p108"/>
            <p:cNvCxnSpPr>
              <a:stCxn id="2156" idx="2"/>
              <a:endCxn id="2162" idx="0"/>
            </p:cNvCxnSpPr>
            <p:nvPr/>
          </p:nvCxnSpPr>
          <p:spPr>
            <a:xfrm flipH="1">
              <a:off x="5899595" y="2246600"/>
              <a:ext cx="475800" cy="339900"/>
            </a:xfrm>
            <a:prstGeom prst="straightConnector1">
              <a:avLst/>
            </a:prstGeom>
            <a:noFill/>
            <a:ln w="19050" cap="flat" cmpd="sng">
              <a:solidFill>
                <a:schemeClr val="dk2"/>
              </a:solidFill>
              <a:prstDash val="solid"/>
              <a:round/>
              <a:headEnd type="none" w="med" len="med"/>
              <a:tailEnd type="triangle" w="med" len="med"/>
            </a:ln>
          </p:spPr>
        </p:cxnSp>
      </p:grpSp>
      <p:grpSp>
        <p:nvGrpSpPr>
          <p:cNvPr id="2164" name="Google Shape;2164;p108"/>
          <p:cNvGrpSpPr/>
          <p:nvPr/>
        </p:nvGrpSpPr>
        <p:grpSpPr>
          <a:xfrm>
            <a:off x="6370040" y="2246600"/>
            <a:ext cx="822000" cy="685375"/>
            <a:chOff x="6370040" y="2246600"/>
            <a:chExt cx="822000" cy="685375"/>
          </a:xfrm>
        </p:grpSpPr>
        <p:sp>
          <p:nvSpPr>
            <p:cNvPr id="2165" name="Google Shape;2165;p108"/>
            <p:cNvSpPr/>
            <p:nvPr/>
          </p:nvSpPr>
          <p:spPr>
            <a:xfrm>
              <a:off x="6370040" y="2586375"/>
              <a:ext cx="822000" cy="345600"/>
            </a:xfrm>
            <a:prstGeom prst="rect">
              <a:avLst/>
            </a:prstGeom>
            <a:solidFill>
              <a:srgbClr val="FF9900"/>
            </a:solid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a:t>9N/100</a:t>
              </a:r>
              <a:endParaRPr/>
            </a:p>
          </p:txBody>
        </p:sp>
        <p:cxnSp>
          <p:nvCxnSpPr>
            <p:cNvPr id="2166" name="Google Shape;2166;p108"/>
            <p:cNvCxnSpPr>
              <a:stCxn id="2156" idx="2"/>
              <a:endCxn id="2165" idx="0"/>
            </p:cNvCxnSpPr>
            <p:nvPr/>
          </p:nvCxnSpPr>
          <p:spPr>
            <a:xfrm>
              <a:off x="6375395" y="2246600"/>
              <a:ext cx="405600" cy="339900"/>
            </a:xfrm>
            <a:prstGeom prst="straightConnector1">
              <a:avLst/>
            </a:prstGeom>
            <a:noFill/>
            <a:ln w="19050" cap="flat" cmpd="sng">
              <a:solidFill>
                <a:schemeClr val="dk2"/>
              </a:solidFill>
              <a:prstDash val="solid"/>
              <a:round/>
              <a:headEnd type="none" w="med" len="med"/>
              <a:tailEnd type="triangle" w="med" len="med"/>
            </a:ln>
          </p:spPr>
        </p:cxnSp>
      </p:grpSp>
      <p:grpSp>
        <p:nvGrpSpPr>
          <p:cNvPr id="2167" name="Google Shape;2167;p108"/>
          <p:cNvGrpSpPr/>
          <p:nvPr/>
        </p:nvGrpSpPr>
        <p:grpSpPr>
          <a:xfrm>
            <a:off x="7300075" y="2246600"/>
            <a:ext cx="904120" cy="685375"/>
            <a:chOff x="7300075" y="2246600"/>
            <a:chExt cx="904120" cy="685375"/>
          </a:xfrm>
        </p:grpSpPr>
        <p:sp>
          <p:nvSpPr>
            <p:cNvPr id="2168" name="Google Shape;2168;p108"/>
            <p:cNvSpPr/>
            <p:nvPr/>
          </p:nvSpPr>
          <p:spPr>
            <a:xfrm>
              <a:off x="7300075" y="2586375"/>
              <a:ext cx="822000" cy="345600"/>
            </a:xfrm>
            <a:prstGeom prst="rect">
              <a:avLst/>
            </a:prstGeom>
            <a:solidFill>
              <a:srgbClr val="FF9900"/>
            </a:solid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a:t>9N/100</a:t>
              </a:r>
              <a:endParaRPr/>
            </a:p>
          </p:txBody>
        </p:sp>
        <p:cxnSp>
          <p:nvCxnSpPr>
            <p:cNvPr id="2169" name="Google Shape;2169;p108"/>
            <p:cNvCxnSpPr>
              <a:stCxn id="2159" idx="2"/>
              <a:endCxn id="2168" idx="0"/>
            </p:cNvCxnSpPr>
            <p:nvPr/>
          </p:nvCxnSpPr>
          <p:spPr>
            <a:xfrm flipH="1">
              <a:off x="7710995" y="2246600"/>
              <a:ext cx="493200" cy="339900"/>
            </a:xfrm>
            <a:prstGeom prst="straightConnector1">
              <a:avLst/>
            </a:prstGeom>
            <a:noFill/>
            <a:ln w="19050" cap="flat" cmpd="sng">
              <a:solidFill>
                <a:schemeClr val="dk2"/>
              </a:solidFill>
              <a:prstDash val="solid"/>
              <a:round/>
              <a:headEnd type="none" w="med" len="med"/>
              <a:tailEnd type="triangle" w="med" len="med"/>
            </a:ln>
          </p:spPr>
        </p:cxnSp>
      </p:grpSp>
      <p:grpSp>
        <p:nvGrpSpPr>
          <p:cNvPr id="2170" name="Google Shape;2170;p108"/>
          <p:cNvGrpSpPr/>
          <p:nvPr/>
        </p:nvGrpSpPr>
        <p:grpSpPr>
          <a:xfrm>
            <a:off x="8193950" y="2246600"/>
            <a:ext cx="930600" cy="685375"/>
            <a:chOff x="8193950" y="2246600"/>
            <a:chExt cx="930600" cy="685375"/>
          </a:xfrm>
        </p:grpSpPr>
        <p:sp>
          <p:nvSpPr>
            <p:cNvPr id="2171" name="Google Shape;2171;p108"/>
            <p:cNvSpPr/>
            <p:nvPr/>
          </p:nvSpPr>
          <p:spPr>
            <a:xfrm>
              <a:off x="8193950" y="2586375"/>
              <a:ext cx="930600" cy="345600"/>
            </a:xfrm>
            <a:prstGeom prst="rect">
              <a:avLst/>
            </a:prstGeom>
            <a:solidFill>
              <a:srgbClr val="FF9900"/>
            </a:solid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a:t>81N/100</a:t>
              </a:r>
              <a:endParaRPr/>
            </a:p>
          </p:txBody>
        </p:sp>
        <p:cxnSp>
          <p:nvCxnSpPr>
            <p:cNvPr id="2172" name="Google Shape;2172;p108"/>
            <p:cNvCxnSpPr>
              <a:stCxn id="2159" idx="2"/>
              <a:endCxn id="2171" idx="0"/>
            </p:cNvCxnSpPr>
            <p:nvPr/>
          </p:nvCxnSpPr>
          <p:spPr>
            <a:xfrm>
              <a:off x="8204195" y="2246600"/>
              <a:ext cx="455100" cy="339900"/>
            </a:xfrm>
            <a:prstGeom prst="straightConnector1">
              <a:avLst/>
            </a:prstGeom>
            <a:noFill/>
            <a:ln w="19050" cap="flat" cmpd="sng">
              <a:solidFill>
                <a:schemeClr val="dk2"/>
              </a:solidFill>
              <a:prstDash val="solid"/>
              <a:round/>
              <a:headEnd type="none" w="med" len="med"/>
              <a:tailEnd type="triangle" w="med" len="med"/>
            </a:ln>
          </p:spPr>
        </p:cxnSp>
      </p:grpSp>
      <p:sp>
        <p:nvSpPr>
          <p:cNvPr id="2173" name="Google Shape;2173;p108"/>
          <p:cNvSpPr txBox="1">
            <a:spLocks noGrp="1"/>
          </p:cNvSpPr>
          <p:nvPr>
            <p:ph type="body" idx="1"/>
          </p:nvPr>
        </p:nvSpPr>
        <p:spPr>
          <a:xfrm>
            <a:off x="243000" y="3236900"/>
            <a:ext cx="8881500" cy="1168500"/>
          </a:xfrm>
          <a:prstGeom prst="rect">
            <a:avLst/>
          </a:prstGeom>
        </p:spPr>
        <p:txBody>
          <a:bodyPr spcFirstLastPara="1" wrap="square" lIns="91425" tIns="91425" rIns="91425" bIns="91425" anchor="t" anchorCtr="0">
            <a:noAutofit/>
          </a:bodyPr>
          <a:lstStyle/>
          <a:p>
            <a:pPr marL="0" lvl="0" indent="0" algn="l" rtl="0">
              <a:spcBef>
                <a:spcPts val="600"/>
              </a:spcBef>
              <a:spcAft>
                <a:spcPts val="0"/>
              </a:spcAft>
              <a:buNone/>
            </a:pPr>
            <a:r>
              <a:rPr lang="en"/>
              <a:t>Work at each level: O(N)</a:t>
            </a:r>
            <a:endParaRPr/>
          </a:p>
          <a:p>
            <a:pPr marL="457200" lvl="0" indent="-342900" algn="l" rtl="0">
              <a:spcBef>
                <a:spcPts val="600"/>
              </a:spcBef>
              <a:spcAft>
                <a:spcPts val="0"/>
              </a:spcAft>
              <a:buSzPts val="1800"/>
              <a:buChar char="●"/>
            </a:pPr>
            <a:r>
              <a:rPr lang="en"/>
              <a:t>Runtime is O(NH). </a:t>
            </a:r>
            <a:endParaRPr/>
          </a:p>
          <a:p>
            <a:pPr marL="914400" lvl="1" indent="-342900" algn="l" rtl="0">
              <a:spcBef>
                <a:spcPts val="0"/>
              </a:spcBef>
              <a:spcAft>
                <a:spcPts val="0"/>
              </a:spcAft>
              <a:buSzPts val="1800"/>
              <a:buChar char="○"/>
            </a:pPr>
            <a:r>
              <a:rPr lang="en"/>
              <a:t>H is approximately log </a:t>
            </a:r>
            <a:r>
              <a:rPr lang="en" baseline="-25000"/>
              <a:t>10/9</a:t>
            </a:r>
            <a:r>
              <a:rPr lang="en"/>
              <a:t> N = O(log N)</a:t>
            </a:r>
            <a:endParaRPr/>
          </a:p>
          <a:p>
            <a:pPr marL="457200" lvl="0" indent="-342900" algn="l" rtl="0">
              <a:spcBef>
                <a:spcPts val="0"/>
              </a:spcBef>
              <a:spcAft>
                <a:spcPts val="0"/>
              </a:spcAft>
              <a:buSzPts val="1800"/>
              <a:buChar char="●"/>
            </a:pPr>
            <a:r>
              <a:rPr lang="en"/>
              <a:t>Overall: O(N log N).</a:t>
            </a:r>
            <a:endParaRPr/>
          </a:p>
        </p:txBody>
      </p:sp>
      <p:sp>
        <p:nvSpPr>
          <p:cNvPr id="2174" name="Google Shape;2174;p108"/>
          <p:cNvSpPr txBox="1"/>
          <p:nvPr/>
        </p:nvSpPr>
        <p:spPr>
          <a:xfrm>
            <a:off x="6046625" y="3376125"/>
            <a:ext cx="2910300" cy="12459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a:t>Punchline: Even if you are unlucky enough to have a pivot that never lands anywhere near the middle, but at least always 10% from the edge, runtime is still O(N log N).</a:t>
            </a:r>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137"/>
                                        </p:tgtEl>
                                        <p:attrNameLst>
                                          <p:attrName>style.visibility</p:attrName>
                                        </p:attrNameLst>
                                      </p:cBhvr>
                                      <p:to>
                                        <p:strVal val="visible"/>
                                      </p:to>
                                    </p:set>
                                    <p:animEffect transition="in" filter="fade">
                                      <p:cBhvr>
                                        <p:cTn id="7" dur="1"/>
                                        <p:tgtEl>
                                          <p:spTgt spid="2137"/>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2155"/>
                                        </p:tgtEl>
                                        <p:attrNameLst>
                                          <p:attrName>style.visibility</p:attrName>
                                        </p:attrNameLst>
                                      </p:cBhvr>
                                      <p:to>
                                        <p:strVal val="visible"/>
                                      </p:to>
                                    </p:set>
                                    <p:animEffect transition="in" filter="fade">
                                      <p:cBhvr>
                                        <p:cTn id="12" dur="1"/>
                                        <p:tgtEl>
                                          <p:spTgt spid="2155"/>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2158"/>
                                        </p:tgtEl>
                                        <p:attrNameLst>
                                          <p:attrName>style.visibility</p:attrName>
                                        </p:attrNameLst>
                                      </p:cBhvr>
                                      <p:to>
                                        <p:strVal val="visible"/>
                                      </p:to>
                                    </p:set>
                                    <p:animEffect transition="in" filter="fade">
                                      <p:cBhvr>
                                        <p:cTn id="17" dur="1"/>
                                        <p:tgtEl>
                                          <p:spTgt spid="2158"/>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2144"/>
                                        </p:tgtEl>
                                        <p:attrNameLst>
                                          <p:attrName>style.visibility</p:attrName>
                                        </p:attrNameLst>
                                      </p:cBhvr>
                                      <p:to>
                                        <p:strVal val="visible"/>
                                      </p:to>
                                    </p:set>
                                    <p:animEffect transition="in" filter="fade">
                                      <p:cBhvr>
                                        <p:cTn id="22" dur="1"/>
                                        <p:tgtEl>
                                          <p:spTgt spid="2144"/>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2161"/>
                                        </p:tgtEl>
                                        <p:attrNameLst>
                                          <p:attrName>style.visibility</p:attrName>
                                        </p:attrNameLst>
                                      </p:cBhvr>
                                      <p:to>
                                        <p:strVal val="visible"/>
                                      </p:to>
                                    </p:set>
                                    <p:animEffect transition="in" filter="fade">
                                      <p:cBhvr>
                                        <p:cTn id="27" dur="1"/>
                                        <p:tgtEl>
                                          <p:spTgt spid="2161"/>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2164"/>
                                        </p:tgtEl>
                                        <p:attrNameLst>
                                          <p:attrName>style.visibility</p:attrName>
                                        </p:attrNameLst>
                                      </p:cBhvr>
                                      <p:to>
                                        <p:strVal val="visible"/>
                                      </p:to>
                                    </p:set>
                                    <p:animEffect transition="in" filter="fade">
                                      <p:cBhvr>
                                        <p:cTn id="32" dur="1"/>
                                        <p:tgtEl>
                                          <p:spTgt spid="2164"/>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nodeType="clickEffect">
                                  <p:stCondLst>
                                    <p:cond delay="0"/>
                                  </p:stCondLst>
                                  <p:childTnLst>
                                    <p:set>
                                      <p:cBhvr>
                                        <p:cTn id="36" dur="1" fill="hold">
                                          <p:stCondLst>
                                            <p:cond delay="0"/>
                                          </p:stCondLst>
                                        </p:cTn>
                                        <p:tgtEl>
                                          <p:spTgt spid="2167"/>
                                        </p:tgtEl>
                                        <p:attrNameLst>
                                          <p:attrName>style.visibility</p:attrName>
                                        </p:attrNameLst>
                                      </p:cBhvr>
                                      <p:to>
                                        <p:strVal val="visible"/>
                                      </p:to>
                                    </p:set>
                                    <p:animEffect transition="in" filter="fade">
                                      <p:cBhvr>
                                        <p:cTn id="37" dur="1"/>
                                        <p:tgtEl>
                                          <p:spTgt spid="2167"/>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nodeType="clickEffect">
                                  <p:stCondLst>
                                    <p:cond delay="0"/>
                                  </p:stCondLst>
                                  <p:childTnLst>
                                    <p:set>
                                      <p:cBhvr>
                                        <p:cTn id="41" dur="1" fill="hold">
                                          <p:stCondLst>
                                            <p:cond delay="0"/>
                                          </p:stCondLst>
                                        </p:cTn>
                                        <p:tgtEl>
                                          <p:spTgt spid="2170"/>
                                        </p:tgtEl>
                                        <p:attrNameLst>
                                          <p:attrName>style.visibility</p:attrName>
                                        </p:attrNameLst>
                                      </p:cBhvr>
                                      <p:to>
                                        <p:strVal val="visible"/>
                                      </p:to>
                                    </p:set>
                                    <p:animEffect transition="in" filter="fade">
                                      <p:cBhvr>
                                        <p:cTn id="42" dur="1"/>
                                        <p:tgtEl>
                                          <p:spTgt spid="2170"/>
                                        </p:tgtEl>
                                      </p:cBhvr>
                                    </p:animEffect>
                                  </p:childTnLst>
                                </p:cTn>
                              </p:par>
                            </p:childTnLst>
                          </p:cTn>
                        </p:par>
                      </p:childTnLst>
                    </p:cTn>
                  </p:par>
                  <p:par>
                    <p:cTn id="43" fill="hold">
                      <p:stCondLst>
                        <p:cond delay="indefinite"/>
                      </p:stCondLst>
                      <p:childTnLst>
                        <p:par>
                          <p:cTn id="44" fill="hold">
                            <p:stCondLst>
                              <p:cond delay="0"/>
                            </p:stCondLst>
                            <p:childTnLst>
                              <p:par>
                                <p:cTn id="45" presetID="10" presetClass="entr" presetSubtype="0" fill="hold" nodeType="clickEffect">
                                  <p:stCondLst>
                                    <p:cond delay="0"/>
                                  </p:stCondLst>
                                  <p:childTnLst>
                                    <p:set>
                                      <p:cBhvr>
                                        <p:cTn id="46" dur="1" fill="hold">
                                          <p:stCondLst>
                                            <p:cond delay="0"/>
                                          </p:stCondLst>
                                        </p:cTn>
                                        <p:tgtEl>
                                          <p:spTgt spid="2173">
                                            <p:txEl>
                                              <p:pRg st="0" end="0"/>
                                            </p:txEl>
                                          </p:spTgt>
                                        </p:tgtEl>
                                        <p:attrNameLst>
                                          <p:attrName>style.visibility</p:attrName>
                                        </p:attrNameLst>
                                      </p:cBhvr>
                                      <p:to>
                                        <p:strVal val="visible"/>
                                      </p:to>
                                    </p:set>
                                    <p:animEffect transition="in" filter="fade">
                                      <p:cBhvr>
                                        <p:cTn id="47" dur="1"/>
                                        <p:tgtEl>
                                          <p:spTgt spid="2173">
                                            <p:txEl>
                                              <p:pRg st="0" end="0"/>
                                            </p:txEl>
                                          </p:spTgt>
                                        </p:tgtEl>
                                      </p:cBhvr>
                                    </p:animEffect>
                                  </p:childTnLst>
                                </p:cTn>
                              </p:par>
                            </p:childTnLst>
                          </p:cTn>
                        </p:par>
                      </p:childTnLst>
                    </p:cTn>
                  </p:par>
                  <p:par>
                    <p:cTn id="48" fill="hold">
                      <p:stCondLst>
                        <p:cond delay="indefinite"/>
                      </p:stCondLst>
                      <p:childTnLst>
                        <p:par>
                          <p:cTn id="49" fill="hold">
                            <p:stCondLst>
                              <p:cond delay="0"/>
                            </p:stCondLst>
                            <p:childTnLst>
                              <p:par>
                                <p:cTn id="50" presetID="10" presetClass="entr" presetSubtype="0" fill="hold" nodeType="clickEffect">
                                  <p:stCondLst>
                                    <p:cond delay="0"/>
                                  </p:stCondLst>
                                  <p:childTnLst>
                                    <p:set>
                                      <p:cBhvr>
                                        <p:cTn id="51" dur="1" fill="hold">
                                          <p:stCondLst>
                                            <p:cond delay="0"/>
                                          </p:stCondLst>
                                        </p:cTn>
                                        <p:tgtEl>
                                          <p:spTgt spid="2173">
                                            <p:txEl>
                                              <p:pRg st="1" end="1"/>
                                            </p:txEl>
                                          </p:spTgt>
                                        </p:tgtEl>
                                        <p:attrNameLst>
                                          <p:attrName>style.visibility</p:attrName>
                                        </p:attrNameLst>
                                      </p:cBhvr>
                                      <p:to>
                                        <p:strVal val="visible"/>
                                      </p:to>
                                    </p:set>
                                    <p:animEffect transition="in" filter="fade">
                                      <p:cBhvr>
                                        <p:cTn id="52" dur="1"/>
                                        <p:tgtEl>
                                          <p:spTgt spid="2173">
                                            <p:txEl>
                                              <p:pRg st="1" end="1"/>
                                            </p:txEl>
                                          </p:spTgt>
                                        </p:tgtEl>
                                      </p:cBhvr>
                                    </p:animEffect>
                                  </p:childTnLst>
                                </p:cTn>
                              </p:par>
                            </p:childTnLst>
                          </p:cTn>
                        </p:par>
                      </p:childTnLst>
                    </p:cTn>
                  </p:par>
                  <p:par>
                    <p:cTn id="53" fill="hold">
                      <p:stCondLst>
                        <p:cond delay="indefinite"/>
                      </p:stCondLst>
                      <p:childTnLst>
                        <p:par>
                          <p:cTn id="54" fill="hold">
                            <p:stCondLst>
                              <p:cond delay="0"/>
                            </p:stCondLst>
                            <p:childTnLst>
                              <p:par>
                                <p:cTn id="55" presetID="10" presetClass="entr" presetSubtype="0" fill="hold" nodeType="clickEffect">
                                  <p:stCondLst>
                                    <p:cond delay="0"/>
                                  </p:stCondLst>
                                  <p:childTnLst>
                                    <p:set>
                                      <p:cBhvr>
                                        <p:cTn id="56" dur="1" fill="hold">
                                          <p:stCondLst>
                                            <p:cond delay="0"/>
                                          </p:stCondLst>
                                        </p:cTn>
                                        <p:tgtEl>
                                          <p:spTgt spid="2173">
                                            <p:txEl>
                                              <p:pRg st="2" end="2"/>
                                            </p:txEl>
                                          </p:spTgt>
                                        </p:tgtEl>
                                        <p:attrNameLst>
                                          <p:attrName>style.visibility</p:attrName>
                                        </p:attrNameLst>
                                      </p:cBhvr>
                                      <p:to>
                                        <p:strVal val="visible"/>
                                      </p:to>
                                    </p:set>
                                    <p:animEffect transition="in" filter="fade">
                                      <p:cBhvr>
                                        <p:cTn id="57" dur="1"/>
                                        <p:tgtEl>
                                          <p:spTgt spid="2173">
                                            <p:txEl>
                                              <p:pRg st="2" end="2"/>
                                            </p:txEl>
                                          </p:spTgt>
                                        </p:tgtEl>
                                      </p:cBhvr>
                                    </p:animEffect>
                                  </p:childTnLst>
                                </p:cTn>
                              </p:par>
                            </p:childTnLst>
                          </p:cTn>
                        </p:par>
                      </p:childTnLst>
                    </p:cTn>
                  </p:par>
                  <p:par>
                    <p:cTn id="58" fill="hold">
                      <p:stCondLst>
                        <p:cond delay="indefinite"/>
                      </p:stCondLst>
                      <p:childTnLst>
                        <p:par>
                          <p:cTn id="59" fill="hold">
                            <p:stCondLst>
                              <p:cond delay="0"/>
                            </p:stCondLst>
                            <p:childTnLst>
                              <p:par>
                                <p:cTn id="60" presetID="10" presetClass="entr" presetSubtype="0" fill="hold" nodeType="clickEffect">
                                  <p:stCondLst>
                                    <p:cond delay="0"/>
                                  </p:stCondLst>
                                  <p:childTnLst>
                                    <p:set>
                                      <p:cBhvr>
                                        <p:cTn id="61" dur="1" fill="hold">
                                          <p:stCondLst>
                                            <p:cond delay="0"/>
                                          </p:stCondLst>
                                        </p:cTn>
                                        <p:tgtEl>
                                          <p:spTgt spid="2173">
                                            <p:txEl>
                                              <p:pRg st="3" end="3"/>
                                            </p:txEl>
                                          </p:spTgt>
                                        </p:tgtEl>
                                        <p:attrNameLst>
                                          <p:attrName>style.visibility</p:attrName>
                                        </p:attrNameLst>
                                      </p:cBhvr>
                                      <p:to>
                                        <p:strVal val="visible"/>
                                      </p:to>
                                    </p:set>
                                    <p:animEffect transition="in" filter="fade">
                                      <p:cBhvr>
                                        <p:cTn id="62" dur="1"/>
                                        <p:tgtEl>
                                          <p:spTgt spid="2173">
                                            <p:txEl>
                                              <p:pRg st="3" end="3"/>
                                            </p:txEl>
                                          </p:spTgt>
                                        </p:tgtEl>
                                      </p:cBhvr>
                                    </p:animEffect>
                                  </p:childTnLst>
                                </p:cTn>
                              </p:par>
                            </p:childTnLst>
                          </p:cTn>
                        </p:par>
                      </p:childTnLst>
                    </p:cTn>
                  </p:par>
                  <p:par>
                    <p:cTn id="63" fill="hold">
                      <p:stCondLst>
                        <p:cond delay="indefinite"/>
                      </p:stCondLst>
                      <p:childTnLst>
                        <p:par>
                          <p:cTn id="64" fill="hold">
                            <p:stCondLst>
                              <p:cond delay="0"/>
                            </p:stCondLst>
                            <p:childTnLst>
                              <p:par>
                                <p:cTn id="65" presetID="10" presetClass="entr" presetSubtype="0" fill="hold" nodeType="clickEffect">
                                  <p:stCondLst>
                                    <p:cond delay="0"/>
                                  </p:stCondLst>
                                  <p:childTnLst>
                                    <p:set>
                                      <p:cBhvr>
                                        <p:cTn id="66" dur="1" fill="hold">
                                          <p:stCondLst>
                                            <p:cond delay="0"/>
                                          </p:stCondLst>
                                        </p:cTn>
                                        <p:tgtEl>
                                          <p:spTgt spid="2174"/>
                                        </p:tgtEl>
                                        <p:attrNameLst>
                                          <p:attrName>style.visibility</p:attrName>
                                        </p:attrNameLst>
                                      </p:cBhvr>
                                      <p:to>
                                        <p:strVal val="visible"/>
                                      </p:to>
                                    </p:set>
                                    <p:animEffect transition="in" filter="fade">
                                      <p:cBhvr>
                                        <p:cTn id="67" dur="1"/>
                                        <p:tgtEl>
                                          <p:spTgt spid="217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Shape 2178"/>
        <p:cNvGrpSpPr/>
        <p:nvPr/>
      </p:nvGrpSpPr>
      <p:grpSpPr>
        <a:xfrm>
          <a:off x="0" y="0"/>
          <a:ext cx="0" cy="0"/>
          <a:chOff x="0" y="0"/>
          <a:chExt cx="0" cy="0"/>
        </a:xfrm>
      </p:grpSpPr>
      <p:sp>
        <p:nvSpPr>
          <p:cNvPr id="2179" name="Google Shape;2179;p109"/>
          <p:cNvSpPr txBox="1">
            <a:spLocks noGrp="1"/>
          </p:cNvSpPr>
          <p:nvPr>
            <p:ph type="title"/>
          </p:nvPr>
        </p:nvSpPr>
        <p:spPr>
          <a:xfrm>
            <a:off x="90600" y="16300"/>
            <a:ext cx="8805900" cy="4953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Argument #2: Quicksort is BST Sort</a:t>
            </a:r>
            <a:endParaRPr/>
          </a:p>
        </p:txBody>
      </p:sp>
      <p:sp>
        <p:nvSpPr>
          <p:cNvPr id="2180" name="Google Shape;2180;p109"/>
          <p:cNvSpPr/>
          <p:nvPr/>
        </p:nvSpPr>
        <p:spPr>
          <a:xfrm>
            <a:off x="837700" y="785725"/>
            <a:ext cx="540000" cy="495300"/>
          </a:xfrm>
          <a:prstGeom prst="rect">
            <a:avLst/>
          </a:prstGeom>
          <a:solidFill>
            <a:srgbClr val="B1DD8B"/>
          </a:solidFill>
          <a:ln w="19050" cap="flat" cmpd="sng">
            <a:solidFill>
              <a:srgbClr val="666666"/>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800">
                <a:latin typeface="Calibri"/>
                <a:ea typeface="Calibri"/>
                <a:cs typeface="Calibri"/>
                <a:sym typeface="Calibri"/>
              </a:rPr>
              <a:t>5</a:t>
            </a:r>
            <a:endParaRPr sz="1800">
              <a:latin typeface="Calibri"/>
              <a:ea typeface="Calibri"/>
              <a:cs typeface="Calibri"/>
              <a:sym typeface="Calibri"/>
            </a:endParaRPr>
          </a:p>
        </p:txBody>
      </p:sp>
      <p:sp>
        <p:nvSpPr>
          <p:cNvPr id="2181" name="Google Shape;2181;p109"/>
          <p:cNvSpPr/>
          <p:nvPr/>
        </p:nvSpPr>
        <p:spPr>
          <a:xfrm>
            <a:off x="1370300" y="785725"/>
            <a:ext cx="540000" cy="495300"/>
          </a:xfrm>
          <a:prstGeom prst="rect">
            <a:avLst/>
          </a:prstGeom>
          <a:solidFill>
            <a:srgbClr val="D9D9D9"/>
          </a:solidFill>
          <a:ln w="19050" cap="flat" cmpd="sng">
            <a:solidFill>
              <a:srgbClr val="666666"/>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800">
                <a:latin typeface="Calibri"/>
                <a:ea typeface="Calibri"/>
                <a:cs typeface="Calibri"/>
                <a:sym typeface="Calibri"/>
              </a:rPr>
              <a:t>3</a:t>
            </a:r>
            <a:endParaRPr sz="1800">
              <a:latin typeface="Calibri"/>
              <a:ea typeface="Calibri"/>
              <a:cs typeface="Calibri"/>
              <a:sym typeface="Calibri"/>
            </a:endParaRPr>
          </a:p>
        </p:txBody>
      </p:sp>
      <p:sp>
        <p:nvSpPr>
          <p:cNvPr id="2182" name="Google Shape;2182;p109"/>
          <p:cNvSpPr/>
          <p:nvPr/>
        </p:nvSpPr>
        <p:spPr>
          <a:xfrm>
            <a:off x="1902900" y="785725"/>
            <a:ext cx="540000" cy="495300"/>
          </a:xfrm>
          <a:prstGeom prst="rect">
            <a:avLst/>
          </a:prstGeom>
          <a:solidFill>
            <a:srgbClr val="D9D9D9"/>
          </a:solidFill>
          <a:ln w="19050" cap="flat" cmpd="sng">
            <a:solidFill>
              <a:srgbClr val="666666"/>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800">
                <a:latin typeface="Calibri"/>
                <a:ea typeface="Calibri"/>
                <a:cs typeface="Calibri"/>
                <a:sym typeface="Calibri"/>
              </a:rPr>
              <a:t>2</a:t>
            </a:r>
            <a:endParaRPr sz="1800">
              <a:latin typeface="Calibri"/>
              <a:ea typeface="Calibri"/>
              <a:cs typeface="Calibri"/>
              <a:sym typeface="Calibri"/>
            </a:endParaRPr>
          </a:p>
        </p:txBody>
      </p:sp>
      <p:sp>
        <p:nvSpPr>
          <p:cNvPr id="2183" name="Google Shape;2183;p109"/>
          <p:cNvSpPr/>
          <p:nvPr/>
        </p:nvSpPr>
        <p:spPr>
          <a:xfrm>
            <a:off x="2435501" y="785725"/>
            <a:ext cx="540000" cy="495300"/>
          </a:xfrm>
          <a:prstGeom prst="rect">
            <a:avLst/>
          </a:prstGeom>
          <a:solidFill>
            <a:srgbClr val="D9D9D9"/>
          </a:solidFill>
          <a:ln w="19050" cap="flat" cmpd="sng">
            <a:solidFill>
              <a:srgbClr val="666666"/>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800">
                <a:latin typeface="Calibri"/>
                <a:ea typeface="Calibri"/>
                <a:cs typeface="Calibri"/>
                <a:sym typeface="Calibri"/>
              </a:rPr>
              <a:t>1</a:t>
            </a:r>
            <a:endParaRPr sz="1800">
              <a:latin typeface="Calibri"/>
              <a:ea typeface="Calibri"/>
              <a:cs typeface="Calibri"/>
              <a:sym typeface="Calibri"/>
            </a:endParaRPr>
          </a:p>
        </p:txBody>
      </p:sp>
      <p:sp>
        <p:nvSpPr>
          <p:cNvPr id="2184" name="Google Shape;2184;p109"/>
          <p:cNvSpPr/>
          <p:nvPr/>
        </p:nvSpPr>
        <p:spPr>
          <a:xfrm>
            <a:off x="3500701" y="785725"/>
            <a:ext cx="540000" cy="495300"/>
          </a:xfrm>
          <a:prstGeom prst="rect">
            <a:avLst/>
          </a:prstGeom>
          <a:solidFill>
            <a:srgbClr val="D9D9D9"/>
          </a:solidFill>
          <a:ln w="19050" cap="flat" cmpd="sng">
            <a:solidFill>
              <a:srgbClr val="666666"/>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800">
                <a:latin typeface="Calibri"/>
                <a:ea typeface="Calibri"/>
                <a:cs typeface="Calibri"/>
                <a:sym typeface="Calibri"/>
              </a:rPr>
              <a:t>8</a:t>
            </a:r>
            <a:endParaRPr sz="1800">
              <a:latin typeface="Calibri"/>
              <a:ea typeface="Calibri"/>
              <a:cs typeface="Calibri"/>
              <a:sym typeface="Calibri"/>
            </a:endParaRPr>
          </a:p>
        </p:txBody>
      </p:sp>
      <p:sp>
        <p:nvSpPr>
          <p:cNvPr id="2185" name="Google Shape;2185;p109"/>
          <p:cNvSpPr/>
          <p:nvPr/>
        </p:nvSpPr>
        <p:spPr>
          <a:xfrm>
            <a:off x="4033301" y="785725"/>
            <a:ext cx="540000" cy="495300"/>
          </a:xfrm>
          <a:prstGeom prst="rect">
            <a:avLst/>
          </a:prstGeom>
          <a:solidFill>
            <a:srgbClr val="D9D9D9"/>
          </a:solidFill>
          <a:ln w="19050" cap="flat" cmpd="sng">
            <a:solidFill>
              <a:srgbClr val="666666"/>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800">
                <a:latin typeface="Calibri"/>
                <a:ea typeface="Calibri"/>
                <a:cs typeface="Calibri"/>
                <a:sym typeface="Calibri"/>
              </a:rPr>
              <a:t>4</a:t>
            </a:r>
            <a:endParaRPr sz="1800">
              <a:latin typeface="Calibri"/>
              <a:ea typeface="Calibri"/>
              <a:cs typeface="Calibri"/>
              <a:sym typeface="Calibri"/>
            </a:endParaRPr>
          </a:p>
        </p:txBody>
      </p:sp>
      <p:sp>
        <p:nvSpPr>
          <p:cNvPr id="2186" name="Google Shape;2186;p109"/>
          <p:cNvSpPr/>
          <p:nvPr/>
        </p:nvSpPr>
        <p:spPr>
          <a:xfrm>
            <a:off x="4565902" y="785725"/>
            <a:ext cx="540000" cy="495300"/>
          </a:xfrm>
          <a:prstGeom prst="rect">
            <a:avLst/>
          </a:prstGeom>
          <a:solidFill>
            <a:srgbClr val="D9D9D9"/>
          </a:solidFill>
          <a:ln w="19050" cap="flat" cmpd="sng">
            <a:solidFill>
              <a:srgbClr val="666666"/>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800">
                <a:latin typeface="Calibri"/>
                <a:ea typeface="Calibri"/>
                <a:cs typeface="Calibri"/>
                <a:sym typeface="Calibri"/>
              </a:rPr>
              <a:t>6</a:t>
            </a:r>
            <a:endParaRPr sz="1800">
              <a:latin typeface="Calibri"/>
              <a:ea typeface="Calibri"/>
              <a:cs typeface="Calibri"/>
              <a:sym typeface="Calibri"/>
            </a:endParaRPr>
          </a:p>
        </p:txBody>
      </p:sp>
      <p:sp>
        <p:nvSpPr>
          <p:cNvPr id="2187" name="Google Shape;2187;p109"/>
          <p:cNvSpPr/>
          <p:nvPr/>
        </p:nvSpPr>
        <p:spPr>
          <a:xfrm>
            <a:off x="2968101" y="785725"/>
            <a:ext cx="540000" cy="495300"/>
          </a:xfrm>
          <a:prstGeom prst="rect">
            <a:avLst/>
          </a:prstGeom>
          <a:solidFill>
            <a:srgbClr val="D9D9D9"/>
          </a:solidFill>
          <a:ln w="19050" cap="flat" cmpd="sng">
            <a:solidFill>
              <a:srgbClr val="666666"/>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800">
                <a:latin typeface="Calibri"/>
                <a:ea typeface="Calibri"/>
                <a:cs typeface="Calibri"/>
                <a:sym typeface="Calibri"/>
              </a:rPr>
              <a:t>7</a:t>
            </a:r>
            <a:endParaRPr sz="1800">
              <a:latin typeface="Calibri"/>
              <a:ea typeface="Calibri"/>
              <a:cs typeface="Calibri"/>
              <a:sym typeface="Calibri"/>
            </a:endParaRPr>
          </a:p>
        </p:txBody>
      </p:sp>
      <p:sp>
        <p:nvSpPr>
          <p:cNvPr id="2188" name="Google Shape;2188;p109"/>
          <p:cNvSpPr/>
          <p:nvPr/>
        </p:nvSpPr>
        <p:spPr>
          <a:xfrm>
            <a:off x="381275" y="1568125"/>
            <a:ext cx="540000" cy="495300"/>
          </a:xfrm>
          <a:prstGeom prst="rect">
            <a:avLst/>
          </a:prstGeom>
          <a:solidFill>
            <a:srgbClr val="B1DD8B"/>
          </a:solidFill>
          <a:ln w="19050" cap="flat" cmpd="sng">
            <a:solidFill>
              <a:srgbClr val="666666"/>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800">
                <a:latin typeface="Calibri"/>
                <a:ea typeface="Calibri"/>
                <a:cs typeface="Calibri"/>
                <a:sym typeface="Calibri"/>
              </a:rPr>
              <a:t>3</a:t>
            </a:r>
            <a:endParaRPr sz="1800">
              <a:latin typeface="Calibri"/>
              <a:ea typeface="Calibri"/>
              <a:cs typeface="Calibri"/>
              <a:sym typeface="Calibri"/>
            </a:endParaRPr>
          </a:p>
        </p:txBody>
      </p:sp>
      <p:sp>
        <p:nvSpPr>
          <p:cNvPr id="2189" name="Google Shape;2189;p109"/>
          <p:cNvSpPr/>
          <p:nvPr/>
        </p:nvSpPr>
        <p:spPr>
          <a:xfrm>
            <a:off x="913875" y="1568125"/>
            <a:ext cx="540000" cy="495300"/>
          </a:xfrm>
          <a:prstGeom prst="rect">
            <a:avLst/>
          </a:prstGeom>
          <a:solidFill>
            <a:srgbClr val="D9D9D9"/>
          </a:solidFill>
          <a:ln w="19050" cap="flat" cmpd="sng">
            <a:solidFill>
              <a:srgbClr val="666666"/>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800">
                <a:latin typeface="Calibri"/>
                <a:ea typeface="Calibri"/>
                <a:cs typeface="Calibri"/>
                <a:sym typeface="Calibri"/>
              </a:rPr>
              <a:t>2</a:t>
            </a:r>
            <a:endParaRPr sz="1800">
              <a:latin typeface="Calibri"/>
              <a:ea typeface="Calibri"/>
              <a:cs typeface="Calibri"/>
              <a:sym typeface="Calibri"/>
            </a:endParaRPr>
          </a:p>
        </p:txBody>
      </p:sp>
      <p:sp>
        <p:nvSpPr>
          <p:cNvPr id="2190" name="Google Shape;2190;p109"/>
          <p:cNvSpPr/>
          <p:nvPr/>
        </p:nvSpPr>
        <p:spPr>
          <a:xfrm>
            <a:off x="1446475" y="1568125"/>
            <a:ext cx="540000" cy="495300"/>
          </a:xfrm>
          <a:prstGeom prst="rect">
            <a:avLst/>
          </a:prstGeom>
          <a:solidFill>
            <a:srgbClr val="D9D9D9"/>
          </a:solidFill>
          <a:ln w="19050" cap="flat" cmpd="sng">
            <a:solidFill>
              <a:srgbClr val="666666"/>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800">
                <a:latin typeface="Calibri"/>
                <a:ea typeface="Calibri"/>
                <a:cs typeface="Calibri"/>
                <a:sym typeface="Calibri"/>
              </a:rPr>
              <a:t>1</a:t>
            </a:r>
            <a:endParaRPr sz="1800">
              <a:latin typeface="Calibri"/>
              <a:ea typeface="Calibri"/>
              <a:cs typeface="Calibri"/>
              <a:sym typeface="Calibri"/>
            </a:endParaRPr>
          </a:p>
        </p:txBody>
      </p:sp>
      <p:sp>
        <p:nvSpPr>
          <p:cNvPr id="2191" name="Google Shape;2191;p109"/>
          <p:cNvSpPr/>
          <p:nvPr/>
        </p:nvSpPr>
        <p:spPr>
          <a:xfrm>
            <a:off x="1979076" y="1568125"/>
            <a:ext cx="540000" cy="495300"/>
          </a:xfrm>
          <a:prstGeom prst="rect">
            <a:avLst/>
          </a:prstGeom>
          <a:solidFill>
            <a:srgbClr val="D9D9D9"/>
          </a:solidFill>
          <a:ln w="19050" cap="flat" cmpd="sng">
            <a:solidFill>
              <a:srgbClr val="666666"/>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800">
                <a:latin typeface="Calibri"/>
                <a:ea typeface="Calibri"/>
                <a:cs typeface="Calibri"/>
                <a:sym typeface="Calibri"/>
              </a:rPr>
              <a:t>4</a:t>
            </a:r>
            <a:endParaRPr sz="1800">
              <a:latin typeface="Calibri"/>
              <a:ea typeface="Calibri"/>
              <a:cs typeface="Calibri"/>
              <a:sym typeface="Calibri"/>
            </a:endParaRPr>
          </a:p>
        </p:txBody>
      </p:sp>
      <p:sp>
        <p:nvSpPr>
          <p:cNvPr id="2192" name="Google Shape;2192;p109"/>
          <p:cNvSpPr/>
          <p:nvPr/>
        </p:nvSpPr>
        <p:spPr>
          <a:xfrm>
            <a:off x="3346701" y="1568125"/>
            <a:ext cx="540000" cy="495300"/>
          </a:xfrm>
          <a:prstGeom prst="rect">
            <a:avLst/>
          </a:prstGeom>
          <a:solidFill>
            <a:srgbClr val="B1DD8B"/>
          </a:solidFill>
          <a:ln w="19050" cap="flat" cmpd="sng">
            <a:solidFill>
              <a:srgbClr val="666666"/>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800">
                <a:latin typeface="Calibri"/>
                <a:ea typeface="Calibri"/>
                <a:cs typeface="Calibri"/>
                <a:sym typeface="Calibri"/>
              </a:rPr>
              <a:t>7</a:t>
            </a:r>
            <a:endParaRPr sz="1800">
              <a:latin typeface="Calibri"/>
              <a:ea typeface="Calibri"/>
              <a:cs typeface="Calibri"/>
              <a:sym typeface="Calibri"/>
            </a:endParaRPr>
          </a:p>
        </p:txBody>
      </p:sp>
      <p:sp>
        <p:nvSpPr>
          <p:cNvPr id="2193" name="Google Shape;2193;p109"/>
          <p:cNvSpPr/>
          <p:nvPr/>
        </p:nvSpPr>
        <p:spPr>
          <a:xfrm>
            <a:off x="3879301" y="1568125"/>
            <a:ext cx="540000" cy="495300"/>
          </a:xfrm>
          <a:prstGeom prst="rect">
            <a:avLst/>
          </a:prstGeom>
          <a:solidFill>
            <a:srgbClr val="D9D9D9"/>
          </a:solidFill>
          <a:ln w="19050" cap="flat" cmpd="sng">
            <a:solidFill>
              <a:srgbClr val="666666"/>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800">
                <a:latin typeface="Calibri"/>
                <a:ea typeface="Calibri"/>
                <a:cs typeface="Calibri"/>
                <a:sym typeface="Calibri"/>
              </a:rPr>
              <a:t>8</a:t>
            </a:r>
            <a:endParaRPr sz="1800">
              <a:latin typeface="Calibri"/>
              <a:ea typeface="Calibri"/>
              <a:cs typeface="Calibri"/>
              <a:sym typeface="Calibri"/>
            </a:endParaRPr>
          </a:p>
        </p:txBody>
      </p:sp>
      <p:sp>
        <p:nvSpPr>
          <p:cNvPr id="2194" name="Google Shape;2194;p109"/>
          <p:cNvSpPr/>
          <p:nvPr/>
        </p:nvSpPr>
        <p:spPr>
          <a:xfrm>
            <a:off x="4411902" y="1568125"/>
            <a:ext cx="540000" cy="495300"/>
          </a:xfrm>
          <a:prstGeom prst="rect">
            <a:avLst/>
          </a:prstGeom>
          <a:solidFill>
            <a:srgbClr val="D9D9D9"/>
          </a:solidFill>
          <a:ln w="19050" cap="flat" cmpd="sng">
            <a:solidFill>
              <a:srgbClr val="666666"/>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800">
                <a:latin typeface="Calibri"/>
                <a:ea typeface="Calibri"/>
                <a:cs typeface="Calibri"/>
                <a:sym typeface="Calibri"/>
              </a:rPr>
              <a:t>6</a:t>
            </a:r>
            <a:endParaRPr sz="1800">
              <a:latin typeface="Calibri"/>
              <a:ea typeface="Calibri"/>
              <a:cs typeface="Calibri"/>
              <a:sym typeface="Calibri"/>
            </a:endParaRPr>
          </a:p>
        </p:txBody>
      </p:sp>
      <p:grpSp>
        <p:nvGrpSpPr>
          <p:cNvPr id="2195" name="Google Shape;2195;p109"/>
          <p:cNvGrpSpPr/>
          <p:nvPr/>
        </p:nvGrpSpPr>
        <p:grpSpPr>
          <a:xfrm>
            <a:off x="76475" y="2380007"/>
            <a:ext cx="1072600" cy="495300"/>
            <a:chOff x="152675" y="2380007"/>
            <a:chExt cx="1072600" cy="495300"/>
          </a:xfrm>
        </p:grpSpPr>
        <p:sp>
          <p:nvSpPr>
            <p:cNvPr id="2196" name="Google Shape;2196;p109"/>
            <p:cNvSpPr/>
            <p:nvPr/>
          </p:nvSpPr>
          <p:spPr>
            <a:xfrm>
              <a:off x="152675" y="2380007"/>
              <a:ext cx="540000" cy="495300"/>
            </a:xfrm>
            <a:prstGeom prst="rect">
              <a:avLst/>
            </a:prstGeom>
            <a:solidFill>
              <a:srgbClr val="B1DD8B"/>
            </a:solidFill>
            <a:ln w="19050" cap="flat" cmpd="sng">
              <a:solidFill>
                <a:srgbClr val="666666"/>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800">
                  <a:latin typeface="Calibri"/>
                  <a:ea typeface="Calibri"/>
                  <a:cs typeface="Calibri"/>
                  <a:sym typeface="Calibri"/>
                </a:rPr>
                <a:t>2</a:t>
              </a:r>
              <a:endParaRPr sz="1800">
                <a:latin typeface="Calibri"/>
                <a:ea typeface="Calibri"/>
                <a:cs typeface="Calibri"/>
                <a:sym typeface="Calibri"/>
              </a:endParaRPr>
            </a:p>
          </p:txBody>
        </p:sp>
        <p:sp>
          <p:nvSpPr>
            <p:cNvPr id="2197" name="Google Shape;2197;p109"/>
            <p:cNvSpPr/>
            <p:nvPr/>
          </p:nvSpPr>
          <p:spPr>
            <a:xfrm>
              <a:off x="685275" y="2380007"/>
              <a:ext cx="540000" cy="495300"/>
            </a:xfrm>
            <a:prstGeom prst="rect">
              <a:avLst/>
            </a:prstGeom>
            <a:solidFill>
              <a:srgbClr val="D9D9D9"/>
            </a:solidFill>
            <a:ln w="19050" cap="flat" cmpd="sng">
              <a:solidFill>
                <a:srgbClr val="666666"/>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800">
                  <a:latin typeface="Calibri"/>
                  <a:ea typeface="Calibri"/>
                  <a:cs typeface="Calibri"/>
                  <a:sym typeface="Calibri"/>
                </a:rPr>
                <a:t>1</a:t>
              </a:r>
              <a:endParaRPr sz="1800">
                <a:latin typeface="Calibri"/>
                <a:ea typeface="Calibri"/>
                <a:cs typeface="Calibri"/>
                <a:sym typeface="Calibri"/>
              </a:endParaRPr>
            </a:p>
          </p:txBody>
        </p:sp>
      </p:grpSp>
      <p:sp>
        <p:nvSpPr>
          <p:cNvPr id="2198" name="Google Shape;2198;p109"/>
          <p:cNvSpPr/>
          <p:nvPr/>
        </p:nvSpPr>
        <p:spPr>
          <a:xfrm>
            <a:off x="1977492" y="2380007"/>
            <a:ext cx="540000" cy="495300"/>
          </a:xfrm>
          <a:prstGeom prst="rect">
            <a:avLst/>
          </a:prstGeom>
          <a:solidFill>
            <a:srgbClr val="D9D9D9"/>
          </a:solidFill>
          <a:ln w="19050" cap="flat" cmpd="sng">
            <a:solidFill>
              <a:srgbClr val="666666"/>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800">
                <a:latin typeface="Calibri"/>
                <a:ea typeface="Calibri"/>
                <a:cs typeface="Calibri"/>
                <a:sym typeface="Calibri"/>
              </a:rPr>
              <a:t>4</a:t>
            </a:r>
            <a:endParaRPr sz="1800">
              <a:latin typeface="Calibri"/>
              <a:ea typeface="Calibri"/>
              <a:cs typeface="Calibri"/>
              <a:sym typeface="Calibri"/>
            </a:endParaRPr>
          </a:p>
        </p:txBody>
      </p:sp>
      <p:sp>
        <p:nvSpPr>
          <p:cNvPr id="2199" name="Google Shape;2199;p109"/>
          <p:cNvSpPr/>
          <p:nvPr/>
        </p:nvSpPr>
        <p:spPr>
          <a:xfrm>
            <a:off x="3345909" y="2380007"/>
            <a:ext cx="540000" cy="495300"/>
          </a:xfrm>
          <a:prstGeom prst="rect">
            <a:avLst/>
          </a:prstGeom>
          <a:solidFill>
            <a:srgbClr val="D9D9D9"/>
          </a:solidFill>
          <a:ln w="19050" cap="flat" cmpd="sng">
            <a:solidFill>
              <a:srgbClr val="666666"/>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800">
                <a:latin typeface="Calibri"/>
                <a:ea typeface="Calibri"/>
                <a:cs typeface="Calibri"/>
                <a:sym typeface="Calibri"/>
              </a:rPr>
              <a:t>6</a:t>
            </a:r>
            <a:endParaRPr sz="1800">
              <a:latin typeface="Calibri"/>
              <a:ea typeface="Calibri"/>
              <a:cs typeface="Calibri"/>
              <a:sym typeface="Calibri"/>
            </a:endParaRPr>
          </a:p>
        </p:txBody>
      </p:sp>
      <p:sp>
        <p:nvSpPr>
          <p:cNvPr id="2200" name="Google Shape;2200;p109"/>
          <p:cNvSpPr/>
          <p:nvPr/>
        </p:nvSpPr>
        <p:spPr>
          <a:xfrm>
            <a:off x="4714327" y="2380007"/>
            <a:ext cx="540000" cy="495300"/>
          </a:xfrm>
          <a:prstGeom prst="rect">
            <a:avLst/>
          </a:prstGeom>
          <a:solidFill>
            <a:srgbClr val="D9D9D9"/>
          </a:solidFill>
          <a:ln w="19050" cap="flat" cmpd="sng">
            <a:solidFill>
              <a:srgbClr val="666666"/>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800">
                <a:latin typeface="Calibri"/>
                <a:ea typeface="Calibri"/>
                <a:cs typeface="Calibri"/>
                <a:sym typeface="Calibri"/>
              </a:rPr>
              <a:t>8</a:t>
            </a:r>
            <a:endParaRPr sz="1800">
              <a:latin typeface="Calibri"/>
              <a:ea typeface="Calibri"/>
              <a:cs typeface="Calibri"/>
              <a:sym typeface="Calibri"/>
            </a:endParaRPr>
          </a:p>
        </p:txBody>
      </p:sp>
      <p:sp>
        <p:nvSpPr>
          <p:cNvPr id="2201" name="Google Shape;2201;p109"/>
          <p:cNvSpPr/>
          <p:nvPr/>
        </p:nvSpPr>
        <p:spPr>
          <a:xfrm>
            <a:off x="2662876" y="1574360"/>
            <a:ext cx="540000" cy="495300"/>
          </a:xfrm>
          <a:prstGeom prst="rect">
            <a:avLst/>
          </a:prstGeom>
          <a:solidFill>
            <a:srgbClr val="000000"/>
          </a:solidFill>
          <a:ln w="19050" cap="flat" cmpd="sng">
            <a:solidFill>
              <a:srgbClr val="666666"/>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800">
                <a:solidFill>
                  <a:srgbClr val="FFFFFF"/>
                </a:solidFill>
                <a:latin typeface="Calibri"/>
                <a:ea typeface="Calibri"/>
                <a:cs typeface="Calibri"/>
                <a:sym typeface="Calibri"/>
              </a:rPr>
              <a:t>5</a:t>
            </a:r>
            <a:endParaRPr sz="1800">
              <a:solidFill>
                <a:srgbClr val="FFFFFF"/>
              </a:solidFill>
              <a:latin typeface="Calibri"/>
              <a:ea typeface="Calibri"/>
              <a:cs typeface="Calibri"/>
              <a:sym typeface="Calibri"/>
            </a:endParaRPr>
          </a:p>
        </p:txBody>
      </p:sp>
      <p:sp>
        <p:nvSpPr>
          <p:cNvPr id="2202" name="Google Shape;2202;p109"/>
          <p:cNvSpPr/>
          <p:nvPr/>
        </p:nvSpPr>
        <p:spPr>
          <a:xfrm>
            <a:off x="1293284" y="2380007"/>
            <a:ext cx="540000" cy="495300"/>
          </a:xfrm>
          <a:prstGeom prst="rect">
            <a:avLst/>
          </a:prstGeom>
          <a:solidFill>
            <a:srgbClr val="000000"/>
          </a:solidFill>
          <a:ln w="19050" cap="flat" cmpd="sng">
            <a:solidFill>
              <a:srgbClr val="666666"/>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800">
                <a:solidFill>
                  <a:srgbClr val="FFFFFF"/>
                </a:solidFill>
                <a:latin typeface="Calibri"/>
                <a:ea typeface="Calibri"/>
                <a:cs typeface="Calibri"/>
                <a:sym typeface="Calibri"/>
              </a:rPr>
              <a:t>3</a:t>
            </a:r>
            <a:endParaRPr sz="1800">
              <a:solidFill>
                <a:srgbClr val="FFFFFF"/>
              </a:solidFill>
              <a:latin typeface="Calibri"/>
              <a:ea typeface="Calibri"/>
              <a:cs typeface="Calibri"/>
              <a:sym typeface="Calibri"/>
            </a:endParaRPr>
          </a:p>
        </p:txBody>
      </p:sp>
      <p:sp>
        <p:nvSpPr>
          <p:cNvPr id="2203" name="Google Shape;2203;p109"/>
          <p:cNvSpPr/>
          <p:nvPr/>
        </p:nvSpPr>
        <p:spPr>
          <a:xfrm>
            <a:off x="2661701" y="2380007"/>
            <a:ext cx="540000" cy="495300"/>
          </a:xfrm>
          <a:prstGeom prst="rect">
            <a:avLst/>
          </a:prstGeom>
          <a:solidFill>
            <a:srgbClr val="000000"/>
          </a:solidFill>
          <a:ln w="19050" cap="flat" cmpd="sng">
            <a:solidFill>
              <a:srgbClr val="666666"/>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800">
                <a:solidFill>
                  <a:srgbClr val="FFFFFF"/>
                </a:solidFill>
                <a:latin typeface="Calibri"/>
                <a:ea typeface="Calibri"/>
                <a:cs typeface="Calibri"/>
                <a:sym typeface="Calibri"/>
              </a:rPr>
              <a:t>5</a:t>
            </a:r>
            <a:endParaRPr sz="1800">
              <a:solidFill>
                <a:srgbClr val="FFFFFF"/>
              </a:solidFill>
              <a:latin typeface="Calibri"/>
              <a:ea typeface="Calibri"/>
              <a:cs typeface="Calibri"/>
              <a:sym typeface="Calibri"/>
            </a:endParaRPr>
          </a:p>
        </p:txBody>
      </p:sp>
      <p:sp>
        <p:nvSpPr>
          <p:cNvPr id="2204" name="Google Shape;2204;p109"/>
          <p:cNvSpPr/>
          <p:nvPr/>
        </p:nvSpPr>
        <p:spPr>
          <a:xfrm>
            <a:off x="4030118" y="2380007"/>
            <a:ext cx="540000" cy="495300"/>
          </a:xfrm>
          <a:prstGeom prst="rect">
            <a:avLst/>
          </a:prstGeom>
          <a:solidFill>
            <a:srgbClr val="000000"/>
          </a:solidFill>
          <a:ln w="19050" cap="flat" cmpd="sng">
            <a:solidFill>
              <a:srgbClr val="666666"/>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800">
                <a:solidFill>
                  <a:srgbClr val="FFFFFF"/>
                </a:solidFill>
                <a:latin typeface="Calibri"/>
                <a:ea typeface="Calibri"/>
                <a:cs typeface="Calibri"/>
                <a:sym typeface="Calibri"/>
              </a:rPr>
              <a:t>7</a:t>
            </a:r>
            <a:endParaRPr sz="1800">
              <a:solidFill>
                <a:srgbClr val="FFFFFF"/>
              </a:solidFill>
              <a:latin typeface="Calibri"/>
              <a:ea typeface="Calibri"/>
              <a:cs typeface="Calibri"/>
              <a:sym typeface="Calibri"/>
            </a:endParaRPr>
          </a:p>
        </p:txBody>
      </p:sp>
      <p:sp>
        <p:nvSpPr>
          <p:cNvPr id="2205" name="Google Shape;2205;p109"/>
          <p:cNvSpPr/>
          <p:nvPr/>
        </p:nvSpPr>
        <p:spPr>
          <a:xfrm>
            <a:off x="7274975" y="785725"/>
            <a:ext cx="540000" cy="495300"/>
          </a:xfrm>
          <a:prstGeom prst="rect">
            <a:avLst/>
          </a:prstGeom>
          <a:solidFill>
            <a:srgbClr val="B1DD8B"/>
          </a:solidFill>
          <a:ln w="19050" cap="flat" cmpd="sng">
            <a:solidFill>
              <a:srgbClr val="666666"/>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800">
                <a:latin typeface="Calibri"/>
                <a:ea typeface="Calibri"/>
                <a:cs typeface="Calibri"/>
                <a:sym typeface="Calibri"/>
              </a:rPr>
              <a:t>5</a:t>
            </a:r>
            <a:endParaRPr sz="1800">
              <a:latin typeface="Calibri"/>
              <a:ea typeface="Calibri"/>
              <a:cs typeface="Calibri"/>
              <a:sym typeface="Calibri"/>
            </a:endParaRPr>
          </a:p>
        </p:txBody>
      </p:sp>
      <p:grpSp>
        <p:nvGrpSpPr>
          <p:cNvPr id="2206" name="Google Shape;2206;p109"/>
          <p:cNvGrpSpPr/>
          <p:nvPr/>
        </p:nvGrpSpPr>
        <p:grpSpPr>
          <a:xfrm>
            <a:off x="6512975" y="1281025"/>
            <a:ext cx="1032000" cy="762000"/>
            <a:chOff x="6665375" y="1281025"/>
            <a:chExt cx="1032000" cy="762000"/>
          </a:xfrm>
        </p:grpSpPr>
        <p:sp>
          <p:nvSpPr>
            <p:cNvPr id="2207" name="Google Shape;2207;p109"/>
            <p:cNvSpPr/>
            <p:nvPr/>
          </p:nvSpPr>
          <p:spPr>
            <a:xfrm>
              <a:off x="6665375" y="1547725"/>
              <a:ext cx="540000" cy="495300"/>
            </a:xfrm>
            <a:prstGeom prst="rect">
              <a:avLst/>
            </a:prstGeom>
            <a:solidFill>
              <a:srgbClr val="B1DD8B"/>
            </a:solidFill>
            <a:ln w="19050" cap="flat" cmpd="sng">
              <a:solidFill>
                <a:srgbClr val="666666"/>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800">
                  <a:latin typeface="Calibri"/>
                  <a:ea typeface="Calibri"/>
                  <a:cs typeface="Calibri"/>
                  <a:sym typeface="Calibri"/>
                </a:rPr>
                <a:t>3</a:t>
              </a:r>
              <a:endParaRPr sz="1800">
                <a:latin typeface="Calibri"/>
                <a:ea typeface="Calibri"/>
                <a:cs typeface="Calibri"/>
                <a:sym typeface="Calibri"/>
              </a:endParaRPr>
            </a:p>
          </p:txBody>
        </p:sp>
        <p:cxnSp>
          <p:nvCxnSpPr>
            <p:cNvPr id="2208" name="Google Shape;2208;p109"/>
            <p:cNvCxnSpPr>
              <a:stCxn id="2205" idx="2"/>
              <a:endCxn id="2207" idx="0"/>
            </p:cNvCxnSpPr>
            <p:nvPr/>
          </p:nvCxnSpPr>
          <p:spPr>
            <a:xfrm flipH="1">
              <a:off x="6935375" y="1281025"/>
              <a:ext cx="762000" cy="266700"/>
            </a:xfrm>
            <a:prstGeom prst="straightConnector1">
              <a:avLst/>
            </a:prstGeom>
            <a:noFill/>
            <a:ln w="19050" cap="flat" cmpd="sng">
              <a:solidFill>
                <a:schemeClr val="dk2"/>
              </a:solidFill>
              <a:prstDash val="solid"/>
              <a:round/>
              <a:headEnd type="none" w="med" len="med"/>
              <a:tailEnd type="triangle" w="med" len="med"/>
            </a:ln>
          </p:spPr>
        </p:cxnSp>
      </p:grpSp>
      <p:grpSp>
        <p:nvGrpSpPr>
          <p:cNvPr id="2209" name="Google Shape;2209;p109"/>
          <p:cNvGrpSpPr/>
          <p:nvPr/>
        </p:nvGrpSpPr>
        <p:grpSpPr>
          <a:xfrm>
            <a:off x="7544975" y="1281025"/>
            <a:ext cx="1038601" cy="762000"/>
            <a:chOff x="7697375" y="1281025"/>
            <a:chExt cx="1038601" cy="762000"/>
          </a:xfrm>
        </p:grpSpPr>
        <p:sp>
          <p:nvSpPr>
            <p:cNvPr id="2210" name="Google Shape;2210;p109"/>
            <p:cNvSpPr/>
            <p:nvPr/>
          </p:nvSpPr>
          <p:spPr>
            <a:xfrm>
              <a:off x="8195976" y="1547725"/>
              <a:ext cx="540000" cy="495300"/>
            </a:xfrm>
            <a:prstGeom prst="rect">
              <a:avLst/>
            </a:prstGeom>
            <a:solidFill>
              <a:srgbClr val="B1DD8B"/>
            </a:solidFill>
            <a:ln w="19050" cap="flat" cmpd="sng">
              <a:solidFill>
                <a:srgbClr val="666666"/>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800">
                  <a:latin typeface="Calibri"/>
                  <a:ea typeface="Calibri"/>
                  <a:cs typeface="Calibri"/>
                  <a:sym typeface="Calibri"/>
                </a:rPr>
                <a:t>7</a:t>
              </a:r>
              <a:endParaRPr sz="1800">
                <a:latin typeface="Calibri"/>
                <a:ea typeface="Calibri"/>
                <a:cs typeface="Calibri"/>
                <a:sym typeface="Calibri"/>
              </a:endParaRPr>
            </a:p>
          </p:txBody>
        </p:sp>
        <p:cxnSp>
          <p:nvCxnSpPr>
            <p:cNvPr id="2211" name="Google Shape;2211;p109"/>
            <p:cNvCxnSpPr>
              <a:stCxn id="2205" idx="2"/>
              <a:endCxn id="2210" idx="0"/>
            </p:cNvCxnSpPr>
            <p:nvPr/>
          </p:nvCxnSpPr>
          <p:spPr>
            <a:xfrm>
              <a:off x="7697375" y="1281025"/>
              <a:ext cx="768600" cy="266700"/>
            </a:xfrm>
            <a:prstGeom prst="straightConnector1">
              <a:avLst/>
            </a:prstGeom>
            <a:noFill/>
            <a:ln w="19050" cap="flat" cmpd="sng">
              <a:solidFill>
                <a:schemeClr val="dk2"/>
              </a:solidFill>
              <a:prstDash val="solid"/>
              <a:round/>
              <a:headEnd type="none" w="med" len="med"/>
              <a:tailEnd type="triangle" w="med" len="med"/>
            </a:ln>
          </p:spPr>
        </p:cxnSp>
      </p:grpSp>
      <p:grpSp>
        <p:nvGrpSpPr>
          <p:cNvPr id="2212" name="Google Shape;2212;p109"/>
          <p:cNvGrpSpPr/>
          <p:nvPr/>
        </p:nvGrpSpPr>
        <p:grpSpPr>
          <a:xfrm>
            <a:off x="6073425" y="2043025"/>
            <a:ext cx="709550" cy="832275"/>
            <a:chOff x="6225825" y="2043025"/>
            <a:chExt cx="709550" cy="832275"/>
          </a:xfrm>
        </p:grpSpPr>
        <p:sp>
          <p:nvSpPr>
            <p:cNvPr id="2213" name="Google Shape;2213;p109"/>
            <p:cNvSpPr/>
            <p:nvPr/>
          </p:nvSpPr>
          <p:spPr>
            <a:xfrm>
              <a:off x="6225825" y="2380000"/>
              <a:ext cx="540000" cy="495300"/>
            </a:xfrm>
            <a:prstGeom prst="rect">
              <a:avLst/>
            </a:prstGeom>
            <a:solidFill>
              <a:srgbClr val="B1DD8B"/>
            </a:solidFill>
            <a:ln w="19050" cap="flat" cmpd="sng">
              <a:solidFill>
                <a:srgbClr val="666666"/>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800">
                  <a:latin typeface="Calibri"/>
                  <a:ea typeface="Calibri"/>
                  <a:cs typeface="Calibri"/>
                  <a:sym typeface="Calibri"/>
                </a:rPr>
                <a:t>2</a:t>
              </a:r>
              <a:endParaRPr sz="1800">
                <a:latin typeface="Calibri"/>
                <a:ea typeface="Calibri"/>
                <a:cs typeface="Calibri"/>
                <a:sym typeface="Calibri"/>
              </a:endParaRPr>
            </a:p>
          </p:txBody>
        </p:sp>
        <p:cxnSp>
          <p:nvCxnSpPr>
            <p:cNvPr id="2214" name="Google Shape;2214;p109"/>
            <p:cNvCxnSpPr>
              <a:stCxn id="2207" idx="2"/>
              <a:endCxn id="2213" idx="0"/>
            </p:cNvCxnSpPr>
            <p:nvPr/>
          </p:nvCxnSpPr>
          <p:spPr>
            <a:xfrm flipH="1">
              <a:off x="6495875" y="2043025"/>
              <a:ext cx="439500" cy="336900"/>
            </a:xfrm>
            <a:prstGeom prst="straightConnector1">
              <a:avLst/>
            </a:prstGeom>
            <a:noFill/>
            <a:ln w="19050" cap="flat" cmpd="sng">
              <a:solidFill>
                <a:schemeClr val="dk2"/>
              </a:solidFill>
              <a:prstDash val="solid"/>
              <a:round/>
              <a:headEnd type="none" w="med" len="med"/>
              <a:tailEnd type="triangle" w="med" len="med"/>
            </a:ln>
          </p:spPr>
        </p:cxnSp>
      </p:grpSp>
      <p:grpSp>
        <p:nvGrpSpPr>
          <p:cNvPr id="2215" name="Google Shape;2215;p109"/>
          <p:cNvGrpSpPr/>
          <p:nvPr/>
        </p:nvGrpSpPr>
        <p:grpSpPr>
          <a:xfrm>
            <a:off x="6782975" y="2043025"/>
            <a:ext cx="600175" cy="832275"/>
            <a:chOff x="6935375" y="2043025"/>
            <a:chExt cx="600175" cy="832275"/>
          </a:xfrm>
        </p:grpSpPr>
        <p:sp>
          <p:nvSpPr>
            <p:cNvPr id="2216" name="Google Shape;2216;p109"/>
            <p:cNvSpPr/>
            <p:nvPr/>
          </p:nvSpPr>
          <p:spPr>
            <a:xfrm>
              <a:off x="6995550" y="2380000"/>
              <a:ext cx="540000" cy="495300"/>
            </a:xfrm>
            <a:prstGeom prst="rect">
              <a:avLst/>
            </a:prstGeom>
            <a:solidFill>
              <a:srgbClr val="D9D9D9"/>
            </a:solidFill>
            <a:ln w="19050" cap="flat" cmpd="sng">
              <a:solidFill>
                <a:srgbClr val="666666"/>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800">
                  <a:latin typeface="Calibri"/>
                  <a:ea typeface="Calibri"/>
                  <a:cs typeface="Calibri"/>
                  <a:sym typeface="Calibri"/>
                </a:rPr>
                <a:t>4</a:t>
              </a:r>
              <a:endParaRPr sz="1800">
                <a:latin typeface="Calibri"/>
                <a:ea typeface="Calibri"/>
                <a:cs typeface="Calibri"/>
                <a:sym typeface="Calibri"/>
              </a:endParaRPr>
            </a:p>
          </p:txBody>
        </p:sp>
        <p:cxnSp>
          <p:nvCxnSpPr>
            <p:cNvPr id="2217" name="Google Shape;2217;p109"/>
            <p:cNvCxnSpPr>
              <a:stCxn id="2207" idx="2"/>
              <a:endCxn id="2216" idx="0"/>
            </p:cNvCxnSpPr>
            <p:nvPr/>
          </p:nvCxnSpPr>
          <p:spPr>
            <a:xfrm>
              <a:off x="6935375" y="2043025"/>
              <a:ext cx="330300" cy="336900"/>
            </a:xfrm>
            <a:prstGeom prst="straightConnector1">
              <a:avLst/>
            </a:prstGeom>
            <a:noFill/>
            <a:ln w="19050" cap="flat" cmpd="sng">
              <a:solidFill>
                <a:schemeClr val="dk2"/>
              </a:solidFill>
              <a:prstDash val="solid"/>
              <a:round/>
              <a:headEnd type="none" w="med" len="med"/>
              <a:tailEnd type="triangle" w="med" len="med"/>
            </a:ln>
          </p:spPr>
        </p:cxnSp>
      </p:grpSp>
      <p:grpSp>
        <p:nvGrpSpPr>
          <p:cNvPr id="2218" name="Google Shape;2218;p109"/>
          <p:cNvGrpSpPr/>
          <p:nvPr/>
        </p:nvGrpSpPr>
        <p:grpSpPr>
          <a:xfrm>
            <a:off x="7641663" y="2043025"/>
            <a:ext cx="671913" cy="832275"/>
            <a:chOff x="7794063" y="2043025"/>
            <a:chExt cx="671913" cy="832275"/>
          </a:xfrm>
        </p:grpSpPr>
        <p:sp>
          <p:nvSpPr>
            <p:cNvPr id="2219" name="Google Shape;2219;p109"/>
            <p:cNvSpPr/>
            <p:nvPr/>
          </p:nvSpPr>
          <p:spPr>
            <a:xfrm>
              <a:off x="7794063" y="2380000"/>
              <a:ext cx="540000" cy="495300"/>
            </a:xfrm>
            <a:prstGeom prst="rect">
              <a:avLst/>
            </a:prstGeom>
            <a:solidFill>
              <a:srgbClr val="D9D9D9"/>
            </a:solidFill>
            <a:ln w="19050" cap="flat" cmpd="sng">
              <a:solidFill>
                <a:srgbClr val="666666"/>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800">
                  <a:latin typeface="Calibri"/>
                  <a:ea typeface="Calibri"/>
                  <a:cs typeface="Calibri"/>
                  <a:sym typeface="Calibri"/>
                </a:rPr>
                <a:t>6</a:t>
              </a:r>
              <a:endParaRPr sz="1800">
                <a:latin typeface="Calibri"/>
                <a:ea typeface="Calibri"/>
                <a:cs typeface="Calibri"/>
                <a:sym typeface="Calibri"/>
              </a:endParaRPr>
            </a:p>
          </p:txBody>
        </p:sp>
        <p:cxnSp>
          <p:nvCxnSpPr>
            <p:cNvPr id="2220" name="Google Shape;2220;p109"/>
            <p:cNvCxnSpPr>
              <a:stCxn id="2210" idx="2"/>
              <a:endCxn id="2219" idx="0"/>
            </p:cNvCxnSpPr>
            <p:nvPr/>
          </p:nvCxnSpPr>
          <p:spPr>
            <a:xfrm flipH="1">
              <a:off x="8063976" y="2043025"/>
              <a:ext cx="402000" cy="336900"/>
            </a:xfrm>
            <a:prstGeom prst="straightConnector1">
              <a:avLst/>
            </a:prstGeom>
            <a:noFill/>
            <a:ln w="19050" cap="flat" cmpd="sng">
              <a:solidFill>
                <a:schemeClr val="dk2"/>
              </a:solidFill>
              <a:prstDash val="solid"/>
              <a:round/>
              <a:headEnd type="none" w="med" len="med"/>
              <a:tailEnd type="triangle" w="med" len="med"/>
            </a:ln>
          </p:spPr>
        </p:cxnSp>
      </p:grpSp>
      <p:grpSp>
        <p:nvGrpSpPr>
          <p:cNvPr id="2221" name="Google Shape;2221;p109"/>
          <p:cNvGrpSpPr/>
          <p:nvPr/>
        </p:nvGrpSpPr>
        <p:grpSpPr>
          <a:xfrm>
            <a:off x="8313576" y="2043025"/>
            <a:ext cx="666600" cy="832275"/>
            <a:chOff x="8465976" y="2043025"/>
            <a:chExt cx="666600" cy="832275"/>
          </a:xfrm>
        </p:grpSpPr>
        <p:sp>
          <p:nvSpPr>
            <p:cNvPr id="2222" name="Google Shape;2222;p109"/>
            <p:cNvSpPr/>
            <p:nvPr/>
          </p:nvSpPr>
          <p:spPr>
            <a:xfrm>
              <a:off x="8592576" y="2380000"/>
              <a:ext cx="540000" cy="495300"/>
            </a:xfrm>
            <a:prstGeom prst="rect">
              <a:avLst/>
            </a:prstGeom>
            <a:solidFill>
              <a:srgbClr val="D9D9D9"/>
            </a:solidFill>
            <a:ln w="19050" cap="flat" cmpd="sng">
              <a:solidFill>
                <a:srgbClr val="666666"/>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800">
                  <a:latin typeface="Calibri"/>
                  <a:ea typeface="Calibri"/>
                  <a:cs typeface="Calibri"/>
                  <a:sym typeface="Calibri"/>
                </a:rPr>
                <a:t>8</a:t>
              </a:r>
              <a:endParaRPr sz="1800">
                <a:latin typeface="Calibri"/>
                <a:ea typeface="Calibri"/>
                <a:cs typeface="Calibri"/>
                <a:sym typeface="Calibri"/>
              </a:endParaRPr>
            </a:p>
          </p:txBody>
        </p:sp>
        <p:cxnSp>
          <p:nvCxnSpPr>
            <p:cNvPr id="2223" name="Google Shape;2223;p109"/>
            <p:cNvCxnSpPr>
              <a:stCxn id="2210" idx="2"/>
              <a:endCxn id="2222" idx="0"/>
            </p:cNvCxnSpPr>
            <p:nvPr/>
          </p:nvCxnSpPr>
          <p:spPr>
            <a:xfrm>
              <a:off x="8465976" y="2043025"/>
              <a:ext cx="396600" cy="336900"/>
            </a:xfrm>
            <a:prstGeom prst="straightConnector1">
              <a:avLst/>
            </a:prstGeom>
            <a:noFill/>
            <a:ln w="19050" cap="flat" cmpd="sng">
              <a:solidFill>
                <a:schemeClr val="dk2"/>
              </a:solidFill>
              <a:prstDash val="solid"/>
              <a:round/>
              <a:headEnd type="none" w="med" len="med"/>
              <a:tailEnd type="triangle" w="med" len="med"/>
            </a:ln>
          </p:spPr>
        </p:cxnSp>
      </p:grpSp>
      <p:grpSp>
        <p:nvGrpSpPr>
          <p:cNvPr id="2224" name="Google Shape;2224;p109"/>
          <p:cNvGrpSpPr/>
          <p:nvPr/>
        </p:nvGrpSpPr>
        <p:grpSpPr>
          <a:xfrm>
            <a:off x="5618300" y="2875200"/>
            <a:ext cx="725100" cy="837900"/>
            <a:chOff x="5770700" y="2875200"/>
            <a:chExt cx="725100" cy="837900"/>
          </a:xfrm>
        </p:grpSpPr>
        <p:sp>
          <p:nvSpPr>
            <p:cNvPr id="2225" name="Google Shape;2225;p109"/>
            <p:cNvSpPr/>
            <p:nvPr/>
          </p:nvSpPr>
          <p:spPr>
            <a:xfrm>
              <a:off x="5770700" y="3217800"/>
              <a:ext cx="540000" cy="495300"/>
            </a:xfrm>
            <a:prstGeom prst="rect">
              <a:avLst/>
            </a:prstGeom>
            <a:solidFill>
              <a:srgbClr val="D9D9D9"/>
            </a:solidFill>
            <a:ln w="19050" cap="flat" cmpd="sng">
              <a:solidFill>
                <a:srgbClr val="666666"/>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800">
                  <a:latin typeface="Calibri"/>
                  <a:ea typeface="Calibri"/>
                  <a:cs typeface="Calibri"/>
                  <a:sym typeface="Calibri"/>
                </a:rPr>
                <a:t>1</a:t>
              </a:r>
              <a:endParaRPr sz="1800">
                <a:latin typeface="Calibri"/>
                <a:ea typeface="Calibri"/>
                <a:cs typeface="Calibri"/>
                <a:sym typeface="Calibri"/>
              </a:endParaRPr>
            </a:p>
          </p:txBody>
        </p:sp>
        <p:cxnSp>
          <p:nvCxnSpPr>
            <p:cNvPr id="2226" name="Google Shape;2226;p109"/>
            <p:cNvCxnSpPr>
              <a:endCxn id="2225" idx="0"/>
            </p:cNvCxnSpPr>
            <p:nvPr/>
          </p:nvCxnSpPr>
          <p:spPr>
            <a:xfrm flipH="1">
              <a:off x="6040700" y="2875200"/>
              <a:ext cx="455100" cy="342600"/>
            </a:xfrm>
            <a:prstGeom prst="straightConnector1">
              <a:avLst/>
            </a:prstGeom>
            <a:noFill/>
            <a:ln w="19050" cap="flat" cmpd="sng">
              <a:solidFill>
                <a:schemeClr val="dk2"/>
              </a:solidFill>
              <a:prstDash val="solid"/>
              <a:round/>
              <a:headEnd type="none" w="med" len="med"/>
              <a:tailEnd type="triangle" w="med" len="med"/>
            </a:ln>
          </p:spPr>
        </p:cxnSp>
      </p:grpSp>
      <p:pic>
        <p:nvPicPr>
          <p:cNvPr id="2227" name="Google Shape;2227;p109"/>
          <p:cNvPicPr preferRelativeResize="0"/>
          <p:nvPr/>
        </p:nvPicPr>
        <p:blipFill>
          <a:blip r:embed="rId3">
            <a:alphaModFix/>
          </a:blip>
          <a:stretch>
            <a:fillRect/>
          </a:stretch>
        </p:blipFill>
        <p:spPr>
          <a:xfrm>
            <a:off x="1232097" y="3056200"/>
            <a:ext cx="2190000" cy="2006900"/>
          </a:xfrm>
          <a:prstGeom prst="rect">
            <a:avLst/>
          </a:prstGeom>
          <a:noFill/>
          <a:ln>
            <a:noFill/>
          </a:ln>
        </p:spPr>
      </p:pic>
      <p:grpSp>
        <p:nvGrpSpPr>
          <p:cNvPr id="2228" name="Google Shape;2228;p109"/>
          <p:cNvGrpSpPr/>
          <p:nvPr/>
        </p:nvGrpSpPr>
        <p:grpSpPr>
          <a:xfrm>
            <a:off x="3544850" y="3725150"/>
            <a:ext cx="5481000" cy="1364500"/>
            <a:chOff x="3773450" y="3648950"/>
            <a:chExt cx="5481000" cy="1364500"/>
          </a:xfrm>
        </p:grpSpPr>
        <p:sp>
          <p:nvSpPr>
            <p:cNvPr id="2229" name="Google Shape;2229;p109"/>
            <p:cNvSpPr txBox="1"/>
            <p:nvPr/>
          </p:nvSpPr>
          <p:spPr>
            <a:xfrm>
              <a:off x="3773450" y="3648950"/>
              <a:ext cx="5481000" cy="9471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a:t>Key idea: compareTo calls are same for BST insert and Quicksort.</a:t>
              </a:r>
              <a:endParaRPr/>
            </a:p>
            <a:p>
              <a:pPr marL="457200" lvl="0" indent="-317500" algn="l" rtl="0">
                <a:spcBef>
                  <a:spcPts val="0"/>
                </a:spcBef>
                <a:spcAft>
                  <a:spcPts val="0"/>
                </a:spcAft>
                <a:buSzPts val="1400"/>
                <a:buChar char="●"/>
              </a:pPr>
              <a:r>
                <a:rPr lang="en"/>
                <a:t>Every number gets compared to 5 in both.</a:t>
              </a:r>
              <a:endParaRPr/>
            </a:p>
            <a:p>
              <a:pPr marL="457200" lvl="0" indent="-317500" algn="l" rtl="0">
                <a:spcBef>
                  <a:spcPts val="0"/>
                </a:spcBef>
                <a:spcAft>
                  <a:spcPts val="0"/>
                </a:spcAft>
                <a:buSzPts val="1400"/>
                <a:buChar char="●"/>
              </a:pPr>
              <a:r>
                <a:rPr lang="en"/>
                <a:t>3 gets compared to only 1, 2, 4, and 5 in both.</a:t>
              </a:r>
              <a:endParaRPr/>
            </a:p>
          </p:txBody>
        </p:sp>
        <p:sp>
          <p:nvSpPr>
            <p:cNvPr id="2230" name="Google Shape;2230;p109"/>
            <p:cNvSpPr txBox="1"/>
            <p:nvPr/>
          </p:nvSpPr>
          <p:spPr>
            <a:xfrm>
              <a:off x="3773648" y="4518150"/>
              <a:ext cx="5205000" cy="4953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a:t>Reminder: Random insertion into a BST takes O(N log N) time.</a:t>
              </a:r>
              <a:endParaRP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206"/>
                                        </p:tgtEl>
                                        <p:attrNameLst>
                                          <p:attrName>style.visibility</p:attrName>
                                        </p:attrNameLst>
                                      </p:cBhvr>
                                      <p:to>
                                        <p:strVal val="visible"/>
                                      </p:to>
                                    </p:set>
                                    <p:animEffect transition="in" filter="fade">
                                      <p:cBhvr>
                                        <p:cTn id="7" dur="1000"/>
                                        <p:tgtEl>
                                          <p:spTgt spid="2206"/>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2212"/>
                                        </p:tgtEl>
                                        <p:attrNameLst>
                                          <p:attrName>style.visibility</p:attrName>
                                        </p:attrNameLst>
                                      </p:cBhvr>
                                      <p:to>
                                        <p:strVal val="visible"/>
                                      </p:to>
                                    </p:set>
                                    <p:animEffect transition="in" filter="fade">
                                      <p:cBhvr>
                                        <p:cTn id="12" dur="1000"/>
                                        <p:tgtEl>
                                          <p:spTgt spid="2212"/>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2224"/>
                                        </p:tgtEl>
                                        <p:attrNameLst>
                                          <p:attrName>style.visibility</p:attrName>
                                        </p:attrNameLst>
                                      </p:cBhvr>
                                      <p:to>
                                        <p:strVal val="visible"/>
                                      </p:to>
                                    </p:set>
                                    <p:animEffect transition="in" filter="fade">
                                      <p:cBhvr>
                                        <p:cTn id="17" dur="1000"/>
                                        <p:tgtEl>
                                          <p:spTgt spid="2224"/>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2209"/>
                                        </p:tgtEl>
                                        <p:attrNameLst>
                                          <p:attrName>style.visibility</p:attrName>
                                        </p:attrNameLst>
                                      </p:cBhvr>
                                      <p:to>
                                        <p:strVal val="visible"/>
                                      </p:to>
                                    </p:set>
                                    <p:animEffect transition="in" filter="fade">
                                      <p:cBhvr>
                                        <p:cTn id="22" dur="1000"/>
                                        <p:tgtEl>
                                          <p:spTgt spid="2209"/>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2221"/>
                                        </p:tgtEl>
                                        <p:attrNameLst>
                                          <p:attrName>style.visibility</p:attrName>
                                        </p:attrNameLst>
                                      </p:cBhvr>
                                      <p:to>
                                        <p:strVal val="visible"/>
                                      </p:to>
                                    </p:set>
                                    <p:animEffect transition="in" filter="fade">
                                      <p:cBhvr>
                                        <p:cTn id="27" dur="1000"/>
                                        <p:tgtEl>
                                          <p:spTgt spid="2221"/>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2215"/>
                                        </p:tgtEl>
                                        <p:attrNameLst>
                                          <p:attrName>style.visibility</p:attrName>
                                        </p:attrNameLst>
                                      </p:cBhvr>
                                      <p:to>
                                        <p:strVal val="visible"/>
                                      </p:to>
                                    </p:set>
                                    <p:animEffect transition="in" filter="fade">
                                      <p:cBhvr>
                                        <p:cTn id="32" dur="1000"/>
                                        <p:tgtEl>
                                          <p:spTgt spid="2215"/>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nodeType="clickEffect">
                                  <p:stCondLst>
                                    <p:cond delay="0"/>
                                  </p:stCondLst>
                                  <p:childTnLst>
                                    <p:set>
                                      <p:cBhvr>
                                        <p:cTn id="36" dur="1" fill="hold">
                                          <p:stCondLst>
                                            <p:cond delay="0"/>
                                          </p:stCondLst>
                                        </p:cTn>
                                        <p:tgtEl>
                                          <p:spTgt spid="2218"/>
                                        </p:tgtEl>
                                        <p:attrNameLst>
                                          <p:attrName>style.visibility</p:attrName>
                                        </p:attrNameLst>
                                      </p:cBhvr>
                                      <p:to>
                                        <p:strVal val="visible"/>
                                      </p:to>
                                    </p:set>
                                    <p:animEffect transition="in" filter="fade">
                                      <p:cBhvr>
                                        <p:cTn id="37" dur="1000"/>
                                        <p:tgtEl>
                                          <p:spTgt spid="2218"/>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nodeType="clickEffect">
                                  <p:stCondLst>
                                    <p:cond delay="0"/>
                                  </p:stCondLst>
                                  <p:childTnLst>
                                    <p:set>
                                      <p:cBhvr>
                                        <p:cTn id="41" dur="1" fill="hold">
                                          <p:stCondLst>
                                            <p:cond delay="0"/>
                                          </p:stCondLst>
                                        </p:cTn>
                                        <p:tgtEl>
                                          <p:spTgt spid="2228"/>
                                        </p:tgtEl>
                                        <p:attrNameLst>
                                          <p:attrName>style.visibility</p:attrName>
                                        </p:attrNameLst>
                                      </p:cBhvr>
                                      <p:to>
                                        <p:strVal val="visible"/>
                                      </p:to>
                                    </p:set>
                                    <p:animEffect transition="in" filter="fade">
                                      <p:cBhvr>
                                        <p:cTn id="42" dur="1"/>
                                        <p:tgtEl>
                                          <p:spTgt spid="222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Shape 2234"/>
        <p:cNvGrpSpPr/>
        <p:nvPr/>
      </p:nvGrpSpPr>
      <p:grpSpPr>
        <a:xfrm>
          <a:off x="0" y="0"/>
          <a:ext cx="0" cy="0"/>
          <a:chOff x="0" y="0"/>
          <a:chExt cx="0" cy="0"/>
        </a:xfrm>
      </p:grpSpPr>
      <p:sp>
        <p:nvSpPr>
          <p:cNvPr id="2235" name="Google Shape;2235;p110"/>
          <p:cNvSpPr txBox="1">
            <a:spLocks noGrp="1"/>
          </p:cNvSpPr>
          <p:nvPr>
            <p:ph type="title"/>
          </p:nvPr>
        </p:nvSpPr>
        <p:spPr>
          <a:xfrm>
            <a:off x="90600" y="16300"/>
            <a:ext cx="8805900" cy="4953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Empirical Quicksort Runtimes</a:t>
            </a:r>
            <a:endParaRPr/>
          </a:p>
        </p:txBody>
      </p:sp>
      <p:sp>
        <p:nvSpPr>
          <p:cNvPr id="2236" name="Google Shape;2236;p110"/>
          <p:cNvSpPr txBox="1"/>
          <p:nvPr/>
        </p:nvSpPr>
        <p:spPr>
          <a:xfrm>
            <a:off x="242400" y="4307775"/>
            <a:ext cx="8730300" cy="7581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a:t>For more, see: </a:t>
            </a:r>
            <a:r>
              <a:rPr lang="en" u="sng">
                <a:solidFill>
                  <a:schemeClr val="hlink"/>
                </a:solidFill>
                <a:hlinkClick r:id="rId3"/>
              </a:rPr>
              <a:t>http://www.informit.com/articles/article.aspx?p=2017754&amp;seqNum=7</a:t>
            </a:r>
            <a:endParaRPr/>
          </a:p>
        </p:txBody>
      </p:sp>
      <p:pic>
        <p:nvPicPr>
          <p:cNvPr id="2237" name="Google Shape;2237;p110"/>
          <p:cNvPicPr preferRelativeResize="0"/>
          <p:nvPr/>
        </p:nvPicPr>
        <p:blipFill>
          <a:blip r:embed="rId4">
            <a:alphaModFix/>
          </a:blip>
          <a:stretch>
            <a:fillRect/>
          </a:stretch>
        </p:blipFill>
        <p:spPr>
          <a:xfrm>
            <a:off x="1867725" y="2178175"/>
            <a:ext cx="5276850" cy="1695450"/>
          </a:xfrm>
          <a:prstGeom prst="rect">
            <a:avLst/>
          </a:prstGeom>
          <a:noFill/>
          <a:ln>
            <a:noFill/>
          </a:ln>
        </p:spPr>
      </p:pic>
      <p:sp>
        <p:nvSpPr>
          <p:cNvPr id="2238" name="Google Shape;2238;p110"/>
          <p:cNvSpPr txBox="1"/>
          <p:nvPr/>
        </p:nvSpPr>
        <p:spPr>
          <a:xfrm>
            <a:off x="1760650" y="3587150"/>
            <a:ext cx="6432900" cy="8157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a:t>Empirical histogram for quicksort compare counts (10,000 trials with N = 1000)</a:t>
            </a:r>
            <a:endParaRPr/>
          </a:p>
        </p:txBody>
      </p:sp>
      <p:sp>
        <p:nvSpPr>
          <p:cNvPr id="2239" name="Google Shape;2239;p110"/>
          <p:cNvSpPr txBox="1">
            <a:spLocks noGrp="1"/>
          </p:cNvSpPr>
          <p:nvPr>
            <p:ph type="body" idx="1"/>
          </p:nvPr>
        </p:nvSpPr>
        <p:spPr>
          <a:xfrm>
            <a:off x="107044" y="402200"/>
            <a:ext cx="8520600" cy="3416400"/>
          </a:xfrm>
          <a:prstGeom prst="rect">
            <a:avLst/>
          </a:prstGeom>
        </p:spPr>
        <p:txBody>
          <a:bodyPr spcFirstLastPara="1" wrap="square" lIns="91425" tIns="91425" rIns="91425" bIns="91425" anchor="t" anchorCtr="0">
            <a:noAutofit/>
          </a:bodyPr>
          <a:lstStyle/>
          <a:p>
            <a:pPr marL="0" lvl="0" indent="0" algn="l" rtl="0">
              <a:spcBef>
                <a:spcPts val="600"/>
              </a:spcBef>
              <a:spcAft>
                <a:spcPts val="0"/>
              </a:spcAft>
              <a:buNone/>
            </a:pPr>
            <a:r>
              <a:rPr lang="en"/>
              <a:t>For N items:</a:t>
            </a:r>
            <a:endParaRPr/>
          </a:p>
          <a:p>
            <a:pPr marL="457200" lvl="0" indent="-342900" algn="l" rtl="0">
              <a:spcBef>
                <a:spcPts val="600"/>
              </a:spcBef>
              <a:spcAft>
                <a:spcPts val="0"/>
              </a:spcAft>
              <a:buSzPts val="1800"/>
              <a:buChar char="●"/>
            </a:pPr>
            <a:r>
              <a:rPr lang="en"/>
              <a:t>Mean number of compares to complete Quicksort: ~2N ln N</a:t>
            </a:r>
            <a:endParaRPr/>
          </a:p>
          <a:p>
            <a:pPr marL="457200" lvl="0" indent="-342900" algn="l" rtl="0">
              <a:spcBef>
                <a:spcPts val="0"/>
              </a:spcBef>
              <a:spcAft>
                <a:spcPts val="0"/>
              </a:spcAft>
              <a:buSzPts val="1800"/>
              <a:buChar char="●"/>
            </a:pPr>
            <a:r>
              <a:rPr lang="en"/>
              <a:t>Standard deviation: </a:t>
            </a:r>
            <a:endParaRPr/>
          </a:p>
        </p:txBody>
      </p:sp>
      <p:grpSp>
        <p:nvGrpSpPr>
          <p:cNvPr id="2240" name="Google Shape;2240;p110"/>
          <p:cNvGrpSpPr/>
          <p:nvPr/>
        </p:nvGrpSpPr>
        <p:grpSpPr>
          <a:xfrm>
            <a:off x="3138775" y="1643125"/>
            <a:ext cx="5471125" cy="583300"/>
            <a:chOff x="3138775" y="1643125"/>
            <a:chExt cx="5471125" cy="583300"/>
          </a:xfrm>
        </p:grpSpPr>
        <p:cxnSp>
          <p:nvCxnSpPr>
            <p:cNvPr id="2241" name="Google Shape;2241;p110"/>
            <p:cNvCxnSpPr/>
            <p:nvPr/>
          </p:nvCxnSpPr>
          <p:spPr>
            <a:xfrm flipH="1">
              <a:off x="3138775" y="1973525"/>
              <a:ext cx="2220300" cy="252900"/>
            </a:xfrm>
            <a:prstGeom prst="straightConnector1">
              <a:avLst/>
            </a:prstGeom>
            <a:noFill/>
            <a:ln w="9525" cap="flat" cmpd="sng">
              <a:solidFill>
                <a:srgbClr val="BE0712"/>
              </a:solidFill>
              <a:prstDash val="solid"/>
              <a:round/>
              <a:headEnd type="none" w="med" len="med"/>
              <a:tailEnd type="triangle" w="med" len="med"/>
            </a:ln>
          </p:spPr>
        </p:cxnSp>
        <p:sp>
          <p:nvSpPr>
            <p:cNvPr id="2242" name="Google Shape;2242;p110"/>
            <p:cNvSpPr txBox="1"/>
            <p:nvPr/>
          </p:nvSpPr>
          <p:spPr>
            <a:xfrm>
              <a:off x="5321600" y="1643125"/>
              <a:ext cx="3288300" cy="5778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a:solidFill>
                    <a:srgbClr val="BE0712"/>
                  </a:solidFill>
                </a:rPr>
                <a:t>Lots of arrays take 12,000ish compares to sort with Quicksort.</a:t>
              </a:r>
              <a:endParaRPr>
                <a:solidFill>
                  <a:srgbClr val="BE0712"/>
                </a:solidFill>
              </a:endParaRPr>
            </a:p>
          </p:txBody>
        </p:sp>
      </p:grpSp>
      <p:grpSp>
        <p:nvGrpSpPr>
          <p:cNvPr id="2243" name="Google Shape;2243;p110"/>
          <p:cNvGrpSpPr/>
          <p:nvPr/>
        </p:nvGrpSpPr>
        <p:grpSpPr>
          <a:xfrm>
            <a:off x="4553425" y="2401313"/>
            <a:ext cx="3288300" cy="1127638"/>
            <a:chOff x="4553425" y="2401313"/>
            <a:chExt cx="3288300" cy="1127638"/>
          </a:xfrm>
        </p:grpSpPr>
        <p:cxnSp>
          <p:nvCxnSpPr>
            <p:cNvPr id="2244" name="Google Shape;2244;p110"/>
            <p:cNvCxnSpPr/>
            <p:nvPr/>
          </p:nvCxnSpPr>
          <p:spPr>
            <a:xfrm>
              <a:off x="5396450" y="3022850"/>
              <a:ext cx="576600" cy="506100"/>
            </a:xfrm>
            <a:prstGeom prst="straightConnector1">
              <a:avLst/>
            </a:prstGeom>
            <a:noFill/>
            <a:ln w="9525" cap="flat" cmpd="sng">
              <a:solidFill>
                <a:srgbClr val="BE0712"/>
              </a:solidFill>
              <a:prstDash val="solid"/>
              <a:round/>
              <a:headEnd type="none" w="med" len="med"/>
              <a:tailEnd type="triangle" w="med" len="med"/>
            </a:ln>
          </p:spPr>
        </p:cxnSp>
        <p:sp>
          <p:nvSpPr>
            <p:cNvPr id="2245" name="Google Shape;2245;p110"/>
            <p:cNvSpPr txBox="1"/>
            <p:nvPr/>
          </p:nvSpPr>
          <p:spPr>
            <a:xfrm>
              <a:off x="4553425" y="2401313"/>
              <a:ext cx="3288300" cy="5778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a:solidFill>
                    <a:srgbClr val="BE0712"/>
                  </a:solidFill>
                </a:rPr>
                <a:t>A very small number take 15,000ish compares to sort with Quicksort.</a:t>
              </a:r>
              <a:endParaRPr>
                <a:solidFill>
                  <a:srgbClr val="BE0712"/>
                </a:solidFill>
              </a:endParaRPr>
            </a:p>
          </p:txBody>
        </p:sp>
      </p:grpSp>
      <p:grpSp>
        <p:nvGrpSpPr>
          <p:cNvPr id="2246" name="Google Shape;2246;p110"/>
          <p:cNvGrpSpPr/>
          <p:nvPr/>
        </p:nvGrpSpPr>
        <p:grpSpPr>
          <a:xfrm>
            <a:off x="3550800" y="3625175"/>
            <a:ext cx="5421900" cy="1136525"/>
            <a:chOff x="3550800" y="3625175"/>
            <a:chExt cx="5421900" cy="1136525"/>
          </a:xfrm>
        </p:grpSpPr>
        <p:cxnSp>
          <p:nvCxnSpPr>
            <p:cNvPr id="2247" name="Google Shape;2247;p110"/>
            <p:cNvCxnSpPr/>
            <p:nvPr/>
          </p:nvCxnSpPr>
          <p:spPr>
            <a:xfrm rot="10800000" flipH="1">
              <a:off x="7972900" y="3625175"/>
              <a:ext cx="981900" cy="653100"/>
            </a:xfrm>
            <a:prstGeom prst="straightConnector1">
              <a:avLst/>
            </a:prstGeom>
            <a:noFill/>
            <a:ln w="9525" cap="flat" cmpd="sng">
              <a:solidFill>
                <a:srgbClr val="BE0712"/>
              </a:solidFill>
              <a:prstDash val="solid"/>
              <a:round/>
              <a:headEnd type="none" w="med" len="med"/>
              <a:tailEnd type="triangle" w="med" len="med"/>
            </a:ln>
          </p:spPr>
        </p:cxnSp>
        <p:sp>
          <p:nvSpPr>
            <p:cNvPr id="2248" name="Google Shape;2248;p110"/>
            <p:cNvSpPr txBox="1"/>
            <p:nvPr/>
          </p:nvSpPr>
          <p:spPr>
            <a:xfrm>
              <a:off x="3550800" y="4183900"/>
              <a:ext cx="5421900" cy="5778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a:solidFill>
                    <a:srgbClr val="BE0712"/>
                  </a:solidFill>
                </a:rPr>
                <a:t>Chance of taking 1,000,000ish compares is effectively zero.</a:t>
              </a:r>
              <a:endParaRPr>
                <a:solidFill>
                  <a:srgbClr val="BE0712"/>
                </a:solidFill>
              </a:endParaRPr>
            </a:p>
          </p:txBody>
        </p:sp>
      </p:grpSp>
      <p:pic>
        <p:nvPicPr>
          <p:cNvPr id="2249" name="Google Shape;2249;p110"/>
          <p:cNvPicPr preferRelativeResize="0"/>
          <p:nvPr/>
        </p:nvPicPr>
        <p:blipFill>
          <a:blip r:embed="rId5">
            <a:alphaModFix/>
          </a:blip>
          <a:stretch>
            <a:fillRect/>
          </a:stretch>
        </p:blipFill>
        <p:spPr>
          <a:xfrm>
            <a:off x="2846200" y="1389936"/>
            <a:ext cx="2984851" cy="381825"/>
          </a:xfrm>
          <a:prstGeom prst="rect">
            <a:avLst/>
          </a:prstGeom>
          <a:noFill/>
          <a:ln>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240"/>
                                        </p:tgtEl>
                                        <p:attrNameLst>
                                          <p:attrName>style.visibility</p:attrName>
                                        </p:attrNameLst>
                                      </p:cBhvr>
                                      <p:to>
                                        <p:strVal val="visible"/>
                                      </p:to>
                                    </p:set>
                                    <p:animEffect transition="in" filter="fade">
                                      <p:cBhvr>
                                        <p:cTn id="7" dur="1"/>
                                        <p:tgtEl>
                                          <p:spTgt spid="2240"/>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2243"/>
                                        </p:tgtEl>
                                        <p:attrNameLst>
                                          <p:attrName>style.visibility</p:attrName>
                                        </p:attrNameLst>
                                      </p:cBhvr>
                                      <p:to>
                                        <p:strVal val="visible"/>
                                      </p:to>
                                    </p:set>
                                    <p:animEffect transition="in" filter="fade">
                                      <p:cBhvr>
                                        <p:cTn id="12" dur="1"/>
                                        <p:tgtEl>
                                          <p:spTgt spid="2243"/>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2246"/>
                                        </p:tgtEl>
                                        <p:attrNameLst>
                                          <p:attrName>style.visibility</p:attrName>
                                        </p:attrNameLst>
                                      </p:cBhvr>
                                      <p:to>
                                        <p:strVal val="visible"/>
                                      </p:to>
                                    </p:set>
                                    <p:animEffect transition="in" filter="fade">
                                      <p:cBhvr>
                                        <p:cTn id="17" dur="1"/>
                                        <p:tgtEl>
                                          <p:spTgt spid="224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Shape 2253"/>
        <p:cNvGrpSpPr/>
        <p:nvPr/>
      </p:nvGrpSpPr>
      <p:grpSpPr>
        <a:xfrm>
          <a:off x="0" y="0"/>
          <a:ext cx="0" cy="0"/>
          <a:chOff x="0" y="0"/>
          <a:chExt cx="0" cy="0"/>
        </a:xfrm>
      </p:grpSpPr>
      <p:sp>
        <p:nvSpPr>
          <p:cNvPr id="2254" name="Google Shape;2254;p111"/>
          <p:cNvSpPr txBox="1">
            <a:spLocks noGrp="1"/>
          </p:cNvSpPr>
          <p:nvPr>
            <p:ph type="title"/>
          </p:nvPr>
        </p:nvSpPr>
        <p:spPr>
          <a:xfrm>
            <a:off x="0" y="0"/>
            <a:ext cx="8520600" cy="3936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Quicksort Performance</a:t>
            </a:r>
            <a:endParaRPr/>
          </a:p>
        </p:txBody>
      </p:sp>
      <p:sp>
        <p:nvSpPr>
          <p:cNvPr id="2255" name="Google Shape;2255;p111"/>
          <p:cNvSpPr txBox="1">
            <a:spLocks noGrp="1"/>
          </p:cNvSpPr>
          <p:nvPr>
            <p:ph type="body" idx="1"/>
          </p:nvPr>
        </p:nvSpPr>
        <p:spPr>
          <a:xfrm>
            <a:off x="107044" y="402200"/>
            <a:ext cx="8520600" cy="3416400"/>
          </a:xfrm>
          <a:prstGeom prst="rect">
            <a:avLst/>
          </a:prstGeom>
        </p:spPr>
        <p:txBody>
          <a:bodyPr spcFirstLastPara="1" wrap="square" lIns="91425" tIns="91425" rIns="91425" bIns="91425" anchor="t" anchorCtr="0">
            <a:noAutofit/>
          </a:bodyPr>
          <a:lstStyle/>
          <a:p>
            <a:pPr marL="0" lvl="0" indent="0" algn="l" rtl="0">
              <a:spcBef>
                <a:spcPts val="600"/>
              </a:spcBef>
              <a:spcAft>
                <a:spcPts val="0"/>
              </a:spcAft>
              <a:buNone/>
            </a:pPr>
            <a:r>
              <a:rPr lang="en"/>
              <a:t>Theoretical analysis:</a:t>
            </a:r>
            <a:endParaRPr/>
          </a:p>
          <a:p>
            <a:pPr marL="457200" lvl="0" indent="-342900" algn="l" rtl="0">
              <a:spcBef>
                <a:spcPts val="600"/>
              </a:spcBef>
              <a:spcAft>
                <a:spcPts val="0"/>
              </a:spcAft>
              <a:buSzPts val="1800"/>
              <a:buChar char="●"/>
            </a:pPr>
            <a:r>
              <a:rPr lang="en"/>
              <a:t>Best case: Θ(N log N)</a:t>
            </a:r>
            <a:endParaRPr/>
          </a:p>
          <a:p>
            <a:pPr marL="457200" lvl="0" indent="-342900" algn="l" rtl="0">
              <a:spcBef>
                <a:spcPts val="0"/>
              </a:spcBef>
              <a:spcAft>
                <a:spcPts val="0"/>
              </a:spcAft>
              <a:buSzPts val="1800"/>
              <a:buChar char="●"/>
            </a:pPr>
            <a:r>
              <a:rPr lang="en"/>
              <a:t>Worst case: Θ(N</a:t>
            </a:r>
            <a:r>
              <a:rPr lang="en" baseline="30000"/>
              <a:t>2</a:t>
            </a:r>
            <a:r>
              <a:rPr lang="en"/>
              <a:t>)</a:t>
            </a:r>
            <a:endParaRPr/>
          </a:p>
          <a:p>
            <a:pPr marL="457200" lvl="0" indent="-342900" algn="l" rtl="0">
              <a:spcBef>
                <a:spcPts val="0"/>
              </a:spcBef>
              <a:spcAft>
                <a:spcPts val="0"/>
              </a:spcAft>
              <a:buSzPts val="1800"/>
              <a:buChar char="●"/>
            </a:pPr>
            <a:r>
              <a:rPr lang="en" b="1"/>
              <a:t>Randomly chosen array case: Θ(N log N) expected</a:t>
            </a:r>
            <a:endParaRPr b="1"/>
          </a:p>
          <a:p>
            <a:pPr marL="0" lvl="0" indent="0" algn="l" rtl="0">
              <a:spcBef>
                <a:spcPts val="600"/>
              </a:spcBef>
              <a:spcAft>
                <a:spcPts val="0"/>
              </a:spcAft>
              <a:buNone/>
            </a:pPr>
            <a:endParaRPr/>
          </a:p>
          <a:p>
            <a:pPr marL="0" lvl="0" indent="0" algn="l" rtl="0">
              <a:spcBef>
                <a:spcPts val="600"/>
              </a:spcBef>
              <a:spcAft>
                <a:spcPts val="0"/>
              </a:spcAft>
              <a:buNone/>
            </a:pPr>
            <a:r>
              <a:rPr lang="en"/>
              <a:t>Compare this to Mergesort.</a:t>
            </a:r>
            <a:endParaRPr/>
          </a:p>
          <a:p>
            <a:pPr marL="457200" lvl="0" indent="-342900" algn="l" rtl="0">
              <a:spcBef>
                <a:spcPts val="600"/>
              </a:spcBef>
              <a:spcAft>
                <a:spcPts val="0"/>
              </a:spcAft>
              <a:buSzPts val="1800"/>
              <a:buChar char="●"/>
            </a:pPr>
            <a:r>
              <a:rPr lang="en"/>
              <a:t>Best case: Θ(N log N)</a:t>
            </a:r>
            <a:endParaRPr/>
          </a:p>
          <a:p>
            <a:pPr marL="457200" lvl="0" indent="-342900" algn="l" rtl="0">
              <a:spcBef>
                <a:spcPts val="0"/>
              </a:spcBef>
              <a:spcAft>
                <a:spcPts val="0"/>
              </a:spcAft>
              <a:buSzPts val="1800"/>
              <a:buChar char="●"/>
            </a:pPr>
            <a:r>
              <a:rPr lang="en"/>
              <a:t>Worst case: Θ(N log N)</a:t>
            </a:r>
            <a:endParaRPr/>
          </a:p>
          <a:p>
            <a:pPr marL="0" lvl="0" indent="0" algn="l" rtl="0">
              <a:spcBef>
                <a:spcPts val="600"/>
              </a:spcBef>
              <a:spcAft>
                <a:spcPts val="0"/>
              </a:spcAft>
              <a:buNone/>
            </a:pPr>
            <a:endParaRPr/>
          </a:p>
          <a:p>
            <a:pPr marL="0" lvl="0" indent="0" algn="l" rtl="0">
              <a:spcBef>
                <a:spcPts val="600"/>
              </a:spcBef>
              <a:spcAft>
                <a:spcPts val="0"/>
              </a:spcAft>
              <a:buNone/>
            </a:pPr>
            <a:r>
              <a:rPr lang="en"/>
              <a:t>Why is it faster than mergesort?</a:t>
            </a:r>
            <a:endParaRPr/>
          </a:p>
          <a:p>
            <a:pPr marL="457200" lvl="0" indent="-342900" algn="l" rtl="0">
              <a:spcBef>
                <a:spcPts val="600"/>
              </a:spcBef>
              <a:spcAft>
                <a:spcPts val="0"/>
              </a:spcAft>
              <a:buSzPts val="1800"/>
              <a:buChar char="●"/>
            </a:pPr>
            <a:r>
              <a:rPr lang="en"/>
              <a:t>Requires empirical analysis. No obvious reason why.</a:t>
            </a:r>
            <a:endParaRPr/>
          </a:p>
        </p:txBody>
      </p:sp>
      <p:cxnSp>
        <p:nvCxnSpPr>
          <p:cNvPr id="2256" name="Google Shape;2256;p111"/>
          <p:cNvCxnSpPr/>
          <p:nvPr/>
        </p:nvCxnSpPr>
        <p:spPr>
          <a:xfrm flipH="1">
            <a:off x="5448475" y="1229650"/>
            <a:ext cx="369600" cy="290700"/>
          </a:xfrm>
          <a:prstGeom prst="straightConnector1">
            <a:avLst/>
          </a:prstGeom>
          <a:noFill/>
          <a:ln w="9525" cap="flat" cmpd="sng">
            <a:solidFill>
              <a:srgbClr val="BE0712"/>
            </a:solidFill>
            <a:prstDash val="solid"/>
            <a:round/>
            <a:headEnd type="none" w="med" len="med"/>
            <a:tailEnd type="triangle" w="med" len="med"/>
          </a:ln>
        </p:spPr>
      </p:cxnSp>
      <p:sp>
        <p:nvSpPr>
          <p:cNvPr id="2257" name="Google Shape;2257;p111"/>
          <p:cNvSpPr txBox="1"/>
          <p:nvPr/>
        </p:nvSpPr>
        <p:spPr>
          <a:xfrm>
            <a:off x="5740192" y="871125"/>
            <a:ext cx="3288300" cy="5778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a:solidFill>
                  <a:srgbClr val="BE0712"/>
                </a:solidFill>
              </a:rPr>
              <a:t>With extremely high probability!!</a:t>
            </a:r>
            <a:endParaRPr>
              <a:solidFill>
                <a:srgbClr val="BE0712"/>
              </a:solidFill>
            </a:endParaRPr>
          </a:p>
        </p:txBody>
      </p:sp>
      <p:cxnSp>
        <p:nvCxnSpPr>
          <p:cNvPr id="2258" name="Google Shape;2258;p111"/>
          <p:cNvCxnSpPr/>
          <p:nvPr/>
        </p:nvCxnSpPr>
        <p:spPr>
          <a:xfrm flipH="1">
            <a:off x="2783650" y="1045775"/>
            <a:ext cx="897900" cy="498900"/>
          </a:xfrm>
          <a:prstGeom prst="straightConnector1">
            <a:avLst/>
          </a:prstGeom>
          <a:noFill/>
          <a:ln w="9525" cap="flat" cmpd="sng">
            <a:solidFill>
              <a:srgbClr val="BE0712"/>
            </a:solidFill>
            <a:prstDash val="solid"/>
            <a:round/>
            <a:headEnd type="none" w="med" len="med"/>
            <a:tailEnd type="triangle" w="med" len="med"/>
          </a:ln>
        </p:spPr>
      </p:cxnSp>
      <p:sp>
        <p:nvSpPr>
          <p:cNvPr id="2259" name="Google Shape;2259;p111"/>
          <p:cNvSpPr txBox="1"/>
          <p:nvPr/>
        </p:nvSpPr>
        <p:spPr>
          <a:xfrm>
            <a:off x="3647150" y="581725"/>
            <a:ext cx="5039700" cy="5778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a:solidFill>
                  <a:srgbClr val="BE0712"/>
                </a:solidFill>
              </a:rPr>
              <a:t>For our pivot/partitioning strategies: Sorted or close to sorted.</a:t>
            </a:r>
            <a:endParaRPr>
              <a:solidFill>
                <a:srgbClr val="BE0712"/>
              </a:solidFill>
            </a:endParaRPr>
          </a:p>
        </p:txBody>
      </p:sp>
    </p:spTree>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Shape 2263"/>
        <p:cNvGrpSpPr/>
        <p:nvPr/>
      </p:nvGrpSpPr>
      <p:grpSpPr>
        <a:xfrm>
          <a:off x="0" y="0"/>
          <a:ext cx="0" cy="0"/>
          <a:chOff x="0" y="0"/>
          <a:chExt cx="0" cy="0"/>
        </a:xfrm>
      </p:grpSpPr>
      <p:sp>
        <p:nvSpPr>
          <p:cNvPr id="2264" name="Google Shape;2264;p112"/>
          <p:cNvSpPr txBox="1">
            <a:spLocks noGrp="1"/>
          </p:cNvSpPr>
          <p:nvPr>
            <p:ph type="title"/>
          </p:nvPr>
        </p:nvSpPr>
        <p:spPr>
          <a:xfrm>
            <a:off x="0" y="0"/>
            <a:ext cx="8520600" cy="3936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Sorting Summary (so far)</a:t>
            </a:r>
            <a:endParaRPr/>
          </a:p>
        </p:txBody>
      </p:sp>
      <p:sp>
        <p:nvSpPr>
          <p:cNvPr id="2265" name="Google Shape;2265;p112"/>
          <p:cNvSpPr txBox="1">
            <a:spLocks noGrp="1"/>
          </p:cNvSpPr>
          <p:nvPr>
            <p:ph type="body" idx="1"/>
          </p:nvPr>
        </p:nvSpPr>
        <p:spPr>
          <a:xfrm>
            <a:off x="107044" y="402200"/>
            <a:ext cx="8520600" cy="3416400"/>
          </a:xfrm>
          <a:prstGeom prst="rect">
            <a:avLst/>
          </a:prstGeom>
        </p:spPr>
        <p:txBody>
          <a:bodyPr spcFirstLastPara="1" wrap="square" lIns="91425" tIns="91425" rIns="91425" bIns="91425" anchor="t" anchorCtr="0">
            <a:noAutofit/>
          </a:bodyPr>
          <a:lstStyle/>
          <a:p>
            <a:pPr marL="0" lvl="0" indent="0" algn="l" rtl="0">
              <a:spcBef>
                <a:spcPts val="600"/>
              </a:spcBef>
              <a:spcAft>
                <a:spcPts val="0"/>
              </a:spcAft>
              <a:buNone/>
            </a:pPr>
            <a:r>
              <a:rPr lang="en"/>
              <a:t>Listed by mechanism:</a:t>
            </a:r>
            <a:endParaRPr/>
          </a:p>
          <a:p>
            <a:pPr marL="457200" lvl="0" indent="-342900" algn="l" rtl="0">
              <a:spcBef>
                <a:spcPts val="600"/>
              </a:spcBef>
              <a:spcAft>
                <a:spcPts val="0"/>
              </a:spcAft>
              <a:buSzPts val="1800"/>
              <a:buChar char="●"/>
            </a:pPr>
            <a:r>
              <a:rPr lang="en"/>
              <a:t>Selection sort: Find the smallest item and put it at the front.</a:t>
            </a:r>
            <a:endParaRPr/>
          </a:p>
          <a:p>
            <a:pPr marL="457200" lvl="0" indent="-342900" algn="l" rtl="0">
              <a:spcBef>
                <a:spcPts val="600"/>
              </a:spcBef>
              <a:spcAft>
                <a:spcPts val="0"/>
              </a:spcAft>
              <a:buSzPts val="1800"/>
              <a:buChar char="●"/>
            </a:pPr>
            <a:r>
              <a:rPr lang="en"/>
              <a:t>Insertion sort: Figure out where to insert the current item.</a:t>
            </a:r>
            <a:endParaRPr/>
          </a:p>
          <a:p>
            <a:pPr marL="457200" lvl="0" indent="-342900" algn="l" rtl="0">
              <a:spcBef>
                <a:spcPts val="600"/>
              </a:spcBef>
              <a:spcAft>
                <a:spcPts val="0"/>
              </a:spcAft>
              <a:buSzPts val="1800"/>
              <a:buChar char="●"/>
            </a:pPr>
            <a:r>
              <a:rPr lang="en"/>
              <a:t>Merge sort: Merge two sorted halves into one sorted whole.</a:t>
            </a:r>
            <a:endParaRPr/>
          </a:p>
          <a:p>
            <a:pPr marL="457200" lvl="0" indent="-342900" algn="l" rtl="0">
              <a:spcBef>
                <a:spcPts val="600"/>
              </a:spcBef>
              <a:spcAft>
                <a:spcPts val="0"/>
              </a:spcAft>
              <a:buSzPts val="1800"/>
              <a:buChar char="●"/>
            </a:pPr>
            <a:r>
              <a:rPr lang="en"/>
              <a:t>Partition (quick) sort: Partition items around a pivot.</a:t>
            </a:r>
            <a:endParaRPr/>
          </a:p>
          <a:p>
            <a:pPr marL="0" lvl="0" indent="0" algn="l" rtl="0">
              <a:spcBef>
                <a:spcPts val="600"/>
              </a:spcBef>
              <a:spcAft>
                <a:spcPts val="0"/>
              </a:spcAft>
              <a:buNone/>
            </a:pPr>
            <a:endParaRPr/>
          </a:p>
          <a:p>
            <a:pPr marL="0" lvl="0" indent="0" algn="l" rtl="0">
              <a:spcBef>
                <a:spcPts val="600"/>
              </a:spcBef>
              <a:spcAft>
                <a:spcPts val="0"/>
              </a:spcAft>
              <a:buNone/>
            </a:pPr>
            <a:r>
              <a:rPr lang="en"/>
              <a:t>Listed by memory and runtime:</a:t>
            </a:r>
            <a:endParaRPr/>
          </a:p>
          <a:p>
            <a:pPr marL="0" lvl="0" indent="0" algn="l" rtl="0">
              <a:spcBef>
                <a:spcPts val="600"/>
              </a:spcBef>
              <a:spcAft>
                <a:spcPts val="0"/>
              </a:spcAft>
              <a:buNone/>
            </a:pPr>
            <a:endParaRPr/>
          </a:p>
        </p:txBody>
      </p:sp>
      <p:graphicFrame>
        <p:nvGraphicFramePr>
          <p:cNvPr id="2266" name="Google Shape;2266;p112"/>
          <p:cNvGraphicFramePr/>
          <p:nvPr/>
        </p:nvGraphicFramePr>
        <p:xfrm>
          <a:off x="826864" y="3081414"/>
          <a:ext cx="7239000" cy="1981050"/>
        </p:xfrm>
        <a:graphic>
          <a:graphicData uri="http://schemas.openxmlformats.org/drawingml/2006/table">
            <a:tbl>
              <a:tblPr>
                <a:noFill/>
                <a:tableStyleId>{C55F59F9-F03C-4897-888D-DC2DF699074A}</a:tableStyleId>
              </a:tblPr>
              <a:tblGrid>
                <a:gridCol w="1809750">
                  <a:extLst>
                    <a:ext uri="{9D8B030D-6E8A-4147-A177-3AD203B41FA5}">
                      <a16:colId xmlns:a16="http://schemas.microsoft.com/office/drawing/2014/main" val="20000"/>
                    </a:ext>
                  </a:extLst>
                </a:gridCol>
                <a:gridCol w="1809750">
                  <a:extLst>
                    <a:ext uri="{9D8B030D-6E8A-4147-A177-3AD203B41FA5}">
                      <a16:colId xmlns:a16="http://schemas.microsoft.com/office/drawing/2014/main" val="20001"/>
                    </a:ext>
                  </a:extLst>
                </a:gridCol>
                <a:gridCol w="1809750">
                  <a:extLst>
                    <a:ext uri="{9D8B030D-6E8A-4147-A177-3AD203B41FA5}">
                      <a16:colId xmlns:a16="http://schemas.microsoft.com/office/drawing/2014/main" val="20002"/>
                    </a:ext>
                  </a:extLst>
                </a:gridCol>
                <a:gridCol w="1809750">
                  <a:extLst>
                    <a:ext uri="{9D8B030D-6E8A-4147-A177-3AD203B41FA5}">
                      <a16:colId xmlns:a16="http://schemas.microsoft.com/office/drawing/2014/main" val="20003"/>
                    </a:ext>
                  </a:extLst>
                </a:gridCol>
              </a:tblGrid>
              <a:tr h="381000">
                <a:tc>
                  <a:txBody>
                    <a:bodyPr/>
                    <a:lstStyle/>
                    <a:p>
                      <a:pPr marL="0" lvl="0" indent="0" algn="l" rtl="0">
                        <a:spcBef>
                          <a:spcPts val="0"/>
                        </a:spcBef>
                        <a:spcAft>
                          <a:spcPts val="0"/>
                        </a:spcAft>
                        <a:buNone/>
                      </a:pPr>
                      <a:endParaRPr/>
                    </a:p>
                  </a:txBody>
                  <a:tcPr marL="91425" marR="91425" marT="91425" marB="91425"/>
                </a:tc>
                <a:tc>
                  <a:txBody>
                    <a:bodyPr/>
                    <a:lstStyle/>
                    <a:p>
                      <a:pPr marL="0" lvl="0" indent="0" algn="l" rtl="0">
                        <a:spcBef>
                          <a:spcPts val="0"/>
                        </a:spcBef>
                        <a:spcAft>
                          <a:spcPts val="0"/>
                        </a:spcAft>
                        <a:buNone/>
                      </a:pPr>
                      <a:r>
                        <a:rPr lang="en"/>
                        <a:t>Memory</a:t>
                      </a:r>
                      <a:endParaRPr/>
                    </a:p>
                  </a:txBody>
                  <a:tcPr marL="91425" marR="91425" marT="91425" marB="91425"/>
                </a:tc>
                <a:tc>
                  <a:txBody>
                    <a:bodyPr/>
                    <a:lstStyle/>
                    <a:p>
                      <a:pPr marL="0" lvl="0" indent="0" algn="l" rtl="0">
                        <a:spcBef>
                          <a:spcPts val="0"/>
                        </a:spcBef>
                        <a:spcAft>
                          <a:spcPts val="0"/>
                        </a:spcAft>
                        <a:buNone/>
                      </a:pPr>
                      <a:r>
                        <a:rPr lang="en"/>
                        <a:t>Time</a:t>
                      </a:r>
                      <a:endParaRPr/>
                    </a:p>
                  </a:txBody>
                  <a:tcPr marL="91425" marR="91425" marT="91425" marB="91425"/>
                </a:tc>
                <a:tc>
                  <a:txBody>
                    <a:bodyPr/>
                    <a:lstStyle/>
                    <a:p>
                      <a:pPr marL="0" lvl="0" indent="0" algn="l" rtl="0">
                        <a:spcBef>
                          <a:spcPts val="0"/>
                        </a:spcBef>
                        <a:spcAft>
                          <a:spcPts val="0"/>
                        </a:spcAft>
                        <a:buNone/>
                      </a:pPr>
                      <a:r>
                        <a:rPr lang="en"/>
                        <a:t>Notes</a:t>
                      </a:r>
                      <a:endParaRPr/>
                    </a:p>
                  </a:txBody>
                  <a:tcPr marL="91425" marR="91425" marT="91425" marB="91425"/>
                </a:tc>
                <a:extLst>
                  <a:ext uri="{0D108BD9-81ED-4DB2-BD59-A6C34878D82A}">
                    <a16:rowId xmlns:a16="http://schemas.microsoft.com/office/drawing/2014/main" val="10000"/>
                  </a:ext>
                </a:extLst>
              </a:tr>
              <a:tr h="381000">
                <a:tc>
                  <a:txBody>
                    <a:bodyPr/>
                    <a:lstStyle/>
                    <a:p>
                      <a:pPr marL="0" lvl="0" indent="0" algn="l" rtl="0">
                        <a:spcBef>
                          <a:spcPts val="0"/>
                        </a:spcBef>
                        <a:spcAft>
                          <a:spcPts val="0"/>
                        </a:spcAft>
                        <a:buNone/>
                      </a:pPr>
                      <a:r>
                        <a:rPr lang="en"/>
                        <a:t>Heapsort</a:t>
                      </a:r>
                      <a:endParaRPr/>
                    </a:p>
                  </a:txBody>
                  <a:tcPr marL="91425" marR="91425" marT="91425" marB="91425"/>
                </a:tc>
                <a:tc>
                  <a:txBody>
                    <a:bodyPr/>
                    <a:lstStyle/>
                    <a:p>
                      <a:pPr marL="0" lvl="0" indent="0" algn="l" rtl="0">
                        <a:spcBef>
                          <a:spcPts val="0"/>
                        </a:spcBef>
                        <a:spcAft>
                          <a:spcPts val="0"/>
                        </a:spcAft>
                        <a:buNone/>
                      </a:pPr>
                      <a:r>
                        <a:rPr lang="en">
                          <a:solidFill>
                            <a:schemeClr val="dk1"/>
                          </a:solidFill>
                          <a:latin typeface="Calibri"/>
                          <a:ea typeface="Calibri"/>
                          <a:cs typeface="Calibri"/>
                          <a:sym typeface="Calibri"/>
                        </a:rPr>
                        <a:t>Θ(1)</a:t>
                      </a:r>
                      <a:endParaRPr/>
                    </a:p>
                  </a:txBody>
                  <a:tcPr marL="91425" marR="91425" marT="91425" marB="91425"/>
                </a:tc>
                <a:tc>
                  <a:txBody>
                    <a:bodyPr/>
                    <a:lstStyle/>
                    <a:p>
                      <a:pPr marL="0" lvl="0" indent="0" algn="l" rtl="0">
                        <a:spcBef>
                          <a:spcPts val="0"/>
                        </a:spcBef>
                        <a:spcAft>
                          <a:spcPts val="0"/>
                        </a:spcAft>
                        <a:buNone/>
                      </a:pPr>
                      <a:r>
                        <a:rPr lang="en">
                          <a:solidFill>
                            <a:schemeClr val="dk1"/>
                          </a:solidFill>
                          <a:latin typeface="Calibri"/>
                          <a:ea typeface="Calibri"/>
                          <a:cs typeface="Calibri"/>
                          <a:sym typeface="Calibri"/>
                        </a:rPr>
                        <a:t>Θ(N log N)</a:t>
                      </a:r>
                      <a:endParaRPr/>
                    </a:p>
                  </a:txBody>
                  <a:tcPr marL="91425" marR="91425" marT="91425" marB="91425"/>
                </a:tc>
                <a:tc>
                  <a:txBody>
                    <a:bodyPr/>
                    <a:lstStyle/>
                    <a:p>
                      <a:pPr marL="0" lvl="0" indent="0" algn="l" rtl="0">
                        <a:spcBef>
                          <a:spcPts val="0"/>
                        </a:spcBef>
                        <a:spcAft>
                          <a:spcPts val="0"/>
                        </a:spcAft>
                        <a:buNone/>
                      </a:pPr>
                      <a:r>
                        <a:rPr lang="en">
                          <a:solidFill>
                            <a:schemeClr val="dk1"/>
                          </a:solidFill>
                          <a:latin typeface="Calibri"/>
                          <a:ea typeface="Calibri"/>
                          <a:cs typeface="Calibri"/>
                          <a:sym typeface="Calibri"/>
                        </a:rPr>
                        <a:t>Bad caching (61C)</a:t>
                      </a:r>
                      <a:endParaRPr/>
                    </a:p>
                  </a:txBody>
                  <a:tcPr marL="91425" marR="91425" marT="91425" marB="91425"/>
                </a:tc>
                <a:extLst>
                  <a:ext uri="{0D108BD9-81ED-4DB2-BD59-A6C34878D82A}">
                    <a16:rowId xmlns:a16="http://schemas.microsoft.com/office/drawing/2014/main" val="10001"/>
                  </a:ext>
                </a:extLst>
              </a:tr>
              <a:tr h="381000">
                <a:tc>
                  <a:txBody>
                    <a:bodyPr/>
                    <a:lstStyle/>
                    <a:p>
                      <a:pPr marL="0" lvl="0" indent="0" algn="l" rtl="0">
                        <a:spcBef>
                          <a:spcPts val="0"/>
                        </a:spcBef>
                        <a:spcAft>
                          <a:spcPts val="0"/>
                        </a:spcAft>
                        <a:buNone/>
                      </a:pPr>
                      <a:r>
                        <a:rPr lang="en"/>
                        <a:t>Insertion</a:t>
                      </a:r>
                      <a:endParaRPr/>
                    </a:p>
                  </a:txBody>
                  <a:tcPr marL="91425" marR="91425" marT="91425" marB="91425"/>
                </a:tc>
                <a:tc>
                  <a:txBody>
                    <a:bodyPr/>
                    <a:lstStyle/>
                    <a:p>
                      <a:pPr marL="0" lvl="0" indent="0" algn="l" rtl="0">
                        <a:spcBef>
                          <a:spcPts val="0"/>
                        </a:spcBef>
                        <a:spcAft>
                          <a:spcPts val="0"/>
                        </a:spcAft>
                        <a:buNone/>
                      </a:pPr>
                      <a:r>
                        <a:rPr lang="en">
                          <a:solidFill>
                            <a:schemeClr val="dk1"/>
                          </a:solidFill>
                          <a:latin typeface="Calibri"/>
                          <a:ea typeface="Calibri"/>
                          <a:cs typeface="Calibri"/>
                          <a:sym typeface="Calibri"/>
                        </a:rPr>
                        <a:t>Θ(1)</a:t>
                      </a:r>
                      <a:endParaRPr/>
                    </a:p>
                  </a:txBody>
                  <a:tcPr marL="91425" marR="91425" marT="91425" marB="91425"/>
                </a:tc>
                <a:tc>
                  <a:txBody>
                    <a:bodyPr/>
                    <a:lstStyle/>
                    <a:p>
                      <a:pPr marL="0" lvl="0" indent="0" algn="l" rtl="0">
                        <a:spcBef>
                          <a:spcPts val="0"/>
                        </a:spcBef>
                        <a:spcAft>
                          <a:spcPts val="0"/>
                        </a:spcAft>
                        <a:buNone/>
                      </a:pPr>
                      <a:r>
                        <a:rPr lang="en">
                          <a:solidFill>
                            <a:schemeClr val="dk1"/>
                          </a:solidFill>
                          <a:latin typeface="Calibri"/>
                          <a:ea typeface="Calibri"/>
                          <a:cs typeface="Calibri"/>
                          <a:sym typeface="Calibri"/>
                        </a:rPr>
                        <a:t>Θ(N</a:t>
                      </a:r>
                      <a:r>
                        <a:rPr lang="en" baseline="30000">
                          <a:solidFill>
                            <a:schemeClr val="dk1"/>
                          </a:solidFill>
                          <a:latin typeface="Calibri"/>
                          <a:ea typeface="Calibri"/>
                          <a:cs typeface="Calibri"/>
                          <a:sym typeface="Calibri"/>
                        </a:rPr>
                        <a:t>2</a:t>
                      </a:r>
                      <a:r>
                        <a:rPr lang="en">
                          <a:solidFill>
                            <a:schemeClr val="dk1"/>
                          </a:solidFill>
                          <a:latin typeface="Calibri"/>
                          <a:ea typeface="Calibri"/>
                          <a:cs typeface="Calibri"/>
                          <a:sym typeface="Calibri"/>
                        </a:rPr>
                        <a:t>)</a:t>
                      </a:r>
                      <a:endParaRPr/>
                    </a:p>
                  </a:txBody>
                  <a:tcPr marL="91425" marR="91425" marT="91425" marB="91425"/>
                </a:tc>
                <a:tc>
                  <a:txBody>
                    <a:bodyPr/>
                    <a:lstStyle/>
                    <a:p>
                      <a:pPr marL="0" lvl="0" indent="0" algn="l" rtl="0">
                        <a:spcBef>
                          <a:spcPts val="0"/>
                        </a:spcBef>
                        <a:spcAft>
                          <a:spcPts val="0"/>
                        </a:spcAft>
                        <a:buNone/>
                      </a:pPr>
                      <a:r>
                        <a:rPr lang="en">
                          <a:solidFill>
                            <a:schemeClr val="dk1"/>
                          </a:solidFill>
                          <a:latin typeface="Calibri"/>
                          <a:ea typeface="Calibri"/>
                          <a:cs typeface="Calibri"/>
                          <a:sym typeface="Calibri"/>
                        </a:rPr>
                        <a:t>Θ(N) if almost sorted</a:t>
                      </a:r>
                      <a:endParaRPr/>
                    </a:p>
                  </a:txBody>
                  <a:tcPr marL="91425" marR="91425" marT="91425" marB="91425"/>
                </a:tc>
                <a:extLst>
                  <a:ext uri="{0D108BD9-81ED-4DB2-BD59-A6C34878D82A}">
                    <a16:rowId xmlns:a16="http://schemas.microsoft.com/office/drawing/2014/main" val="10002"/>
                  </a:ext>
                </a:extLst>
              </a:tr>
              <a:tr h="381000">
                <a:tc>
                  <a:txBody>
                    <a:bodyPr/>
                    <a:lstStyle/>
                    <a:p>
                      <a:pPr marL="0" lvl="0" indent="0" algn="l" rtl="0">
                        <a:spcBef>
                          <a:spcPts val="0"/>
                        </a:spcBef>
                        <a:spcAft>
                          <a:spcPts val="0"/>
                        </a:spcAft>
                        <a:buNone/>
                      </a:pPr>
                      <a:r>
                        <a:rPr lang="en"/>
                        <a:t>Mergesort</a:t>
                      </a:r>
                      <a:endParaRPr/>
                    </a:p>
                  </a:txBody>
                  <a:tcPr marL="91425" marR="91425" marT="91425" marB="91425"/>
                </a:tc>
                <a:tc>
                  <a:txBody>
                    <a:bodyPr/>
                    <a:lstStyle/>
                    <a:p>
                      <a:pPr marL="0" lvl="0" indent="0" algn="l" rtl="0">
                        <a:spcBef>
                          <a:spcPts val="0"/>
                        </a:spcBef>
                        <a:spcAft>
                          <a:spcPts val="0"/>
                        </a:spcAft>
                        <a:buNone/>
                      </a:pPr>
                      <a:r>
                        <a:rPr lang="en">
                          <a:solidFill>
                            <a:schemeClr val="dk1"/>
                          </a:solidFill>
                          <a:latin typeface="Calibri"/>
                          <a:ea typeface="Calibri"/>
                          <a:cs typeface="Calibri"/>
                          <a:sym typeface="Calibri"/>
                        </a:rPr>
                        <a:t>Θ(N)</a:t>
                      </a:r>
                      <a:endParaRPr/>
                    </a:p>
                  </a:txBody>
                  <a:tcPr marL="91425" marR="91425" marT="91425" marB="91425"/>
                </a:tc>
                <a:tc>
                  <a:txBody>
                    <a:bodyPr/>
                    <a:lstStyle/>
                    <a:p>
                      <a:pPr marL="0" lvl="0" indent="0" algn="l" rtl="0">
                        <a:spcBef>
                          <a:spcPts val="0"/>
                        </a:spcBef>
                        <a:spcAft>
                          <a:spcPts val="0"/>
                        </a:spcAft>
                        <a:buNone/>
                      </a:pPr>
                      <a:r>
                        <a:rPr lang="en">
                          <a:solidFill>
                            <a:schemeClr val="dk1"/>
                          </a:solidFill>
                          <a:latin typeface="Calibri"/>
                          <a:ea typeface="Calibri"/>
                          <a:cs typeface="Calibri"/>
                          <a:sym typeface="Calibri"/>
                        </a:rPr>
                        <a:t>Θ(N log N)</a:t>
                      </a:r>
                      <a:endParaRPr/>
                    </a:p>
                  </a:txBody>
                  <a:tcPr marL="91425" marR="91425" marT="91425" marB="91425"/>
                </a:tc>
                <a:tc>
                  <a:txBody>
                    <a:bodyPr/>
                    <a:lstStyle/>
                    <a:p>
                      <a:pPr marL="0" lvl="0" indent="0" algn="l" rtl="0">
                        <a:spcBef>
                          <a:spcPts val="0"/>
                        </a:spcBef>
                        <a:spcAft>
                          <a:spcPts val="0"/>
                        </a:spcAft>
                        <a:buNone/>
                      </a:pPr>
                      <a:endParaRPr/>
                    </a:p>
                  </a:txBody>
                  <a:tcPr marL="91425" marR="91425" marT="91425" marB="91425"/>
                </a:tc>
                <a:extLst>
                  <a:ext uri="{0D108BD9-81ED-4DB2-BD59-A6C34878D82A}">
                    <a16:rowId xmlns:a16="http://schemas.microsoft.com/office/drawing/2014/main" val="10003"/>
                  </a:ext>
                </a:extLst>
              </a:tr>
              <a:tr h="381000">
                <a:tc>
                  <a:txBody>
                    <a:bodyPr/>
                    <a:lstStyle/>
                    <a:p>
                      <a:pPr marL="0" lvl="0" indent="0" algn="l" rtl="0">
                        <a:spcBef>
                          <a:spcPts val="0"/>
                        </a:spcBef>
                        <a:spcAft>
                          <a:spcPts val="0"/>
                        </a:spcAft>
                        <a:buNone/>
                      </a:pPr>
                      <a:r>
                        <a:rPr lang="en"/>
                        <a:t>Quicksort</a:t>
                      </a:r>
                      <a:endParaRPr/>
                    </a:p>
                  </a:txBody>
                  <a:tcPr marL="91425" marR="91425" marT="91425" marB="91425"/>
                </a:tc>
                <a:tc>
                  <a:txBody>
                    <a:bodyPr/>
                    <a:lstStyle/>
                    <a:p>
                      <a:pPr marL="0" lvl="0" indent="0" algn="l" rtl="0">
                        <a:spcBef>
                          <a:spcPts val="0"/>
                        </a:spcBef>
                        <a:spcAft>
                          <a:spcPts val="0"/>
                        </a:spcAft>
                        <a:buNone/>
                      </a:pPr>
                      <a:r>
                        <a:rPr lang="en">
                          <a:solidFill>
                            <a:schemeClr val="dk1"/>
                          </a:solidFill>
                          <a:latin typeface="Calibri"/>
                          <a:ea typeface="Calibri"/>
                          <a:cs typeface="Calibri"/>
                          <a:sym typeface="Calibri"/>
                        </a:rPr>
                        <a:t>Θ(log N) (call stack)</a:t>
                      </a:r>
                      <a:endParaRPr/>
                    </a:p>
                  </a:txBody>
                  <a:tcPr marL="91425" marR="91425" marT="91425" marB="91425"/>
                </a:tc>
                <a:tc>
                  <a:txBody>
                    <a:bodyPr/>
                    <a:lstStyle/>
                    <a:p>
                      <a:pPr marL="0" lvl="0" indent="0" algn="l" rtl="0">
                        <a:spcBef>
                          <a:spcPts val="0"/>
                        </a:spcBef>
                        <a:spcAft>
                          <a:spcPts val="0"/>
                        </a:spcAft>
                        <a:buNone/>
                      </a:pPr>
                      <a:r>
                        <a:rPr lang="en">
                          <a:solidFill>
                            <a:schemeClr val="dk1"/>
                          </a:solidFill>
                          <a:latin typeface="Calibri"/>
                          <a:ea typeface="Calibri"/>
                          <a:cs typeface="Calibri"/>
                          <a:sym typeface="Calibri"/>
                        </a:rPr>
                        <a:t>Θ(N log N) expected</a:t>
                      </a:r>
                      <a:endParaRPr/>
                    </a:p>
                  </a:txBody>
                  <a:tcPr marL="91425" marR="91425" marT="91425" marB="91425"/>
                </a:tc>
                <a:tc>
                  <a:txBody>
                    <a:bodyPr/>
                    <a:lstStyle/>
                    <a:p>
                      <a:pPr marL="0" lvl="0" indent="0" algn="l" rtl="0">
                        <a:spcBef>
                          <a:spcPts val="0"/>
                        </a:spcBef>
                        <a:spcAft>
                          <a:spcPts val="0"/>
                        </a:spcAft>
                        <a:buNone/>
                      </a:pPr>
                      <a:r>
                        <a:rPr lang="en">
                          <a:solidFill>
                            <a:schemeClr val="dk1"/>
                          </a:solidFill>
                          <a:latin typeface="Calibri"/>
                          <a:ea typeface="Calibri"/>
                          <a:cs typeface="Calibri"/>
                          <a:sym typeface="Calibri"/>
                        </a:rPr>
                        <a:t>Fastest sort</a:t>
                      </a:r>
                      <a:endParaRPr/>
                    </a:p>
                  </a:txBody>
                  <a:tcPr marL="91425" marR="91425" marT="91425" marB="91425"/>
                </a:tc>
                <a:extLst>
                  <a:ext uri="{0D108BD9-81ED-4DB2-BD59-A6C34878D82A}">
                    <a16:rowId xmlns:a16="http://schemas.microsoft.com/office/drawing/2014/main" val="10004"/>
                  </a:ext>
                </a:extLst>
              </a:tr>
            </a:tbl>
          </a:graphicData>
        </a:graphic>
      </p:graphicFrame>
    </p:spTree>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Shape 2270"/>
        <p:cNvGrpSpPr/>
        <p:nvPr/>
      </p:nvGrpSpPr>
      <p:grpSpPr>
        <a:xfrm>
          <a:off x="0" y="0"/>
          <a:ext cx="0" cy="0"/>
          <a:chOff x="0" y="0"/>
          <a:chExt cx="0" cy="0"/>
        </a:xfrm>
      </p:grpSpPr>
      <p:sp>
        <p:nvSpPr>
          <p:cNvPr id="2271" name="Google Shape;2271;p113"/>
          <p:cNvSpPr txBox="1">
            <a:spLocks noGrp="1"/>
          </p:cNvSpPr>
          <p:nvPr>
            <p:ph type="subTitle" idx="2"/>
          </p:nvPr>
        </p:nvSpPr>
        <p:spPr>
          <a:xfrm>
            <a:off x="177925" y="4068000"/>
            <a:ext cx="4158000" cy="393600"/>
          </a:xfrm>
          <a:prstGeom prst="rect">
            <a:avLst/>
          </a:prstGeom>
        </p:spPr>
        <p:txBody>
          <a:bodyPr spcFirstLastPara="1" wrap="square" lIns="91425" tIns="91425" rIns="91425" bIns="91425" anchor="ctr" anchorCtr="0">
            <a:noAutofit/>
          </a:bodyPr>
          <a:lstStyle/>
          <a:p>
            <a:pPr marL="0" lvl="0" indent="0" algn="l" rtl="0">
              <a:spcBef>
                <a:spcPts val="600"/>
              </a:spcBef>
              <a:spcAft>
                <a:spcPts val="0"/>
              </a:spcAft>
              <a:buNone/>
            </a:pPr>
            <a:r>
              <a:rPr lang="en"/>
              <a:t>Lecture 30, CS61B, Fall 2023</a:t>
            </a:r>
            <a:endParaRPr/>
          </a:p>
        </p:txBody>
      </p:sp>
      <p:sp>
        <p:nvSpPr>
          <p:cNvPr id="2272" name="Google Shape;2272;p113"/>
          <p:cNvSpPr txBox="1">
            <a:spLocks noGrp="1"/>
          </p:cNvSpPr>
          <p:nvPr>
            <p:ph type="title"/>
          </p:nvPr>
        </p:nvSpPr>
        <p:spPr>
          <a:xfrm>
            <a:off x="177925" y="2003300"/>
            <a:ext cx="4038000" cy="20379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a:t>Avoiding Quicksort Worst Case</a:t>
            </a:r>
            <a:endParaRPr/>
          </a:p>
        </p:txBody>
      </p:sp>
      <p:sp>
        <p:nvSpPr>
          <p:cNvPr id="2273" name="Google Shape;2273;p113"/>
          <p:cNvSpPr txBox="1">
            <a:spLocks noGrp="1"/>
          </p:cNvSpPr>
          <p:nvPr>
            <p:ph type="body" idx="1"/>
          </p:nvPr>
        </p:nvSpPr>
        <p:spPr>
          <a:xfrm>
            <a:off x="4812375" y="402198"/>
            <a:ext cx="3999900" cy="4260900"/>
          </a:xfrm>
          <a:prstGeom prst="rect">
            <a:avLst/>
          </a:prstGeom>
        </p:spPr>
        <p:txBody>
          <a:bodyPr spcFirstLastPara="1" wrap="square" lIns="91425" tIns="91425" rIns="91425" bIns="91425" anchor="ctr" anchorCtr="0">
            <a:noAutofit/>
          </a:bodyPr>
          <a:lstStyle/>
          <a:p>
            <a:pPr marL="0" lvl="0" indent="0" algn="l" rtl="0">
              <a:spcBef>
                <a:spcPts val="600"/>
              </a:spcBef>
              <a:spcAft>
                <a:spcPts val="0"/>
              </a:spcAft>
              <a:buClr>
                <a:schemeClr val="dk1"/>
              </a:buClr>
              <a:buSzPts val="1100"/>
              <a:buFont typeface="Arial"/>
              <a:buNone/>
            </a:pPr>
            <a:r>
              <a:rPr lang="en"/>
              <a:t>Insertion Sort</a:t>
            </a:r>
            <a:endParaRPr/>
          </a:p>
          <a:p>
            <a:pPr marL="457200" lvl="0" indent="-342900" algn="l" rtl="0">
              <a:spcBef>
                <a:spcPts val="600"/>
              </a:spcBef>
              <a:spcAft>
                <a:spcPts val="0"/>
              </a:spcAft>
              <a:buSzPts val="1800"/>
              <a:buChar char="•"/>
            </a:pPr>
            <a:r>
              <a:rPr lang="en"/>
              <a:t>Naive Insertion Sort</a:t>
            </a:r>
            <a:endParaRPr/>
          </a:p>
          <a:p>
            <a:pPr marL="457200" lvl="0" indent="-342900" algn="l" rtl="0">
              <a:spcBef>
                <a:spcPts val="0"/>
              </a:spcBef>
              <a:spcAft>
                <a:spcPts val="0"/>
              </a:spcAft>
              <a:buSzPts val="1800"/>
              <a:buChar char="•"/>
            </a:pPr>
            <a:r>
              <a:rPr lang="en"/>
              <a:t>In-Place Insertion Sort</a:t>
            </a:r>
            <a:endParaRPr/>
          </a:p>
          <a:p>
            <a:pPr marL="457200" lvl="0" indent="-342900" algn="l" rtl="0">
              <a:spcBef>
                <a:spcPts val="0"/>
              </a:spcBef>
              <a:spcAft>
                <a:spcPts val="0"/>
              </a:spcAft>
              <a:buSzPts val="1800"/>
              <a:buChar char="•"/>
            </a:pPr>
            <a:r>
              <a:rPr lang="en"/>
              <a:t>Insertion Sort Runtime</a:t>
            </a:r>
            <a:endParaRPr/>
          </a:p>
          <a:p>
            <a:pPr marL="0" lvl="0" indent="0" algn="l" rtl="0">
              <a:spcBef>
                <a:spcPts val="600"/>
              </a:spcBef>
              <a:spcAft>
                <a:spcPts val="0"/>
              </a:spcAft>
              <a:buNone/>
            </a:pPr>
            <a:r>
              <a:rPr lang="en"/>
              <a:t>Quicksort</a:t>
            </a:r>
            <a:endParaRPr b="1">
              <a:solidFill>
                <a:schemeClr val="accent3"/>
              </a:solidFill>
              <a:latin typeface="Roboto"/>
              <a:ea typeface="Roboto"/>
              <a:cs typeface="Roboto"/>
              <a:sym typeface="Roboto"/>
            </a:endParaRPr>
          </a:p>
          <a:p>
            <a:pPr marL="457200" lvl="0" indent="-342900" algn="l" rtl="0">
              <a:spcBef>
                <a:spcPts val="600"/>
              </a:spcBef>
              <a:spcAft>
                <a:spcPts val="0"/>
              </a:spcAft>
              <a:buSzPts val="1800"/>
              <a:buChar char="•"/>
            </a:pPr>
            <a:r>
              <a:rPr lang="en"/>
              <a:t>Quicksort Backstory,</a:t>
            </a:r>
            <a:br>
              <a:rPr lang="en"/>
            </a:br>
            <a:r>
              <a:rPr lang="en"/>
              <a:t>Partitioning</a:t>
            </a:r>
            <a:endParaRPr/>
          </a:p>
          <a:p>
            <a:pPr marL="457200" lvl="0" indent="-342900" algn="l" rtl="0">
              <a:spcBef>
                <a:spcPts val="0"/>
              </a:spcBef>
              <a:spcAft>
                <a:spcPts val="0"/>
              </a:spcAft>
              <a:buSzPts val="1800"/>
              <a:buChar char="•"/>
            </a:pPr>
            <a:r>
              <a:rPr lang="en"/>
              <a:t>Quicksort</a:t>
            </a:r>
            <a:endParaRPr b="1">
              <a:solidFill>
                <a:schemeClr val="accent3"/>
              </a:solidFill>
              <a:latin typeface="Roboto"/>
              <a:ea typeface="Roboto"/>
              <a:cs typeface="Roboto"/>
              <a:sym typeface="Roboto"/>
            </a:endParaRPr>
          </a:p>
          <a:p>
            <a:pPr marL="0" lvl="0" indent="0" algn="l" rtl="0">
              <a:spcBef>
                <a:spcPts val="600"/>
              </a:spcBef>
              <a:spcAft>
                <a:spcPts val="0"/>
              </a:spcAft>
              <a:buNone/>
            </a:pPr>
            <a:r>
              <a:rPr lang="en" b="1">
                <a:solidFill>
                  <a:schemeClr val="accent3"/>
                </a:solidFill>
                <a:latin typeface="Roboto"/>
                <a:ea typeface="Roboto"/>
                <a:cs typeface="Roboto"/>
                <a:sym typeface="Roboto"/>
              </a:rPr>
              <a:t>Quicksort Runtime Analysis</a:t>
            </a:r>
            <a:endParaRPr/>
          </a:p>
          <a:p>
            <a:pPr marL="457200" lvl="0" indent="-342900" algn="l" rtl="0">
              <a:spcBef>
                <a:spcPts val="600"/>
              </a:spcBef>
              <a:spcAft>
                <a:spcPts val="0"/>
              </a:spcAft>
              <a:buSzPts val="1800"/>
              <a:buChar char="•"/>
            </a:pPr>
            <a:r>
              <a:rPr lang="en"/>
              <a:t>Quicksort Runtime Analysis</a:t>
            </a:r>
            <a:endParaRPr/>
          </a:p>
          <a:p>
            <a:pPr marL="457200" lvl="0" indent="-342900" algn="l" rtl="0">
              <a:spcBef>
                <a:spcPts val="0"/>
              </a:spcBef>
              <a:spcAft>
                <a:spcPts val="0"/>
              </a:spcAft>
              <a:buClr>
                <a:schemeClr val="accent3"/>
              </a:buClr>
              <a:buSzPts val="1800"/>
              <a:buFont typeface="Roboto"/>
              <a:buChar char="•"/>
            </a:pPr>
            <a:r>
              <a:rPr lang="en" b="1">
                <a:solidFill>
                  <a:schemeClr val="accent3"/>
                </a:solidFill>
                <a:latin typeface="Roboto"/>
                <a:ea typeface="Roboto"/>
                <a:cs typeface="Roboto"/>
                <a:sym typeface="Roboto"/>
              </a:rPr>
              <a:t>Avoiding Quicksort Worst Case</a:t>
            </a:r>
            <a:endParaRPr/>
          </a:p>
        </p:txBody>
      </p:sp>
    </p:spTree>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2277"/>
        <p:cNvGrpSpPr/>
        <p:nvPr/>
      </p:nvGrpSpPr>
      <p:grpSpPr>
        <a:xfrm>
          <a:off x="0" y="0"/>
          <a:ext cx="0" cy="0"/>
          <a:chOff x="0" y="0"/>
          <a:chExt cx="0" cy="0"/>
        </a:xfrm>
      </p:grpSpPr>
      <p:sp>
        <p:nvSpPr>
          <p:cNvPr id="2278" name="Google Shape;2278;p114"/>
          <p:cNvSpPr txBox="1">
            <a:spLocks noGrp="1"/>
          </p:cNvSpPr>
          <p:nvPr>
            <p:ph type="title"/>
          </p:nvPr>
        </p:nvSpPr>
        <p:spPr>
          <a:xfrm>
            <a:off x="0" y="0"/>
            <a:ext cx="8520600" cy="3936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Quicksort Performance</a:t>
            </a:r>
            <a:endParaRPr/>
          </a:p>
        </p:txBody>
      </p:sp>
      <p:sp>
        <p:nvSpPr>
          <p:cNvPr id="2279" name="Google Shape;2279;p114"/>
          <p:cNvSpPr txBox="1">
            <a:spLocks noGrp="1"/>
          </p:cNvSpPr>
          <p:nvPr>
            <p:ph type="body" idx="1"/>
          </p:nvPr>
        </p:nvSpPr>
        <p:spPr>
          <a:xfrm>
            <a:off x="107044" y="402200"/>
            <a:ext cx="8520600" cy="3416400"/>
          </a:xfrm>
          <a:prstGeom prst="rect">
            <a:avLst/>
          </a:prstGeom>
        </p:spPr>
        <p:txBody>
          <a:bodyPr spcFirstLastPara="1" wrap="square" lIns="91425" tIns="91425" rIns="91425" bIns="91425" anchor="t" anchorCtr="0">
            <a:noAutofit/>
          </a:bodyPr>
          <a:lstStyle/>
          <a:p>
            <a:pPr marL="0" lvl="0" indent="0" algn="l" rtl="0">
              <a:spcBef>
                <a:spcPts val="600"/>
              </a:spcBef>
              <a:spcAft>
                <a:spcPts val="0"/>
              </a:spcAft>
              <a:buNone/>
            </a:pPr>
            <a:r>
              <a:rPr lang="en"/>
              <a:t>The performance of Quicksort (both order of growth and constant factors) depend critically on:</a:t>
            </a:r>
            <a:endParaRPr/>
          </a:p>
          <a:p>
            <a:pPr marL="457200" lvl="0" indent="-342900" algn="l" rtl="0">
              <a:spcBef>
                <a:spcPts val="600"/>
              </a:spcBef>
              <a:spcAft>
                <a:spcPts val="0"/>
              </a:spcAft>
              <a:buSzPts val="1800"/>
              <a:buChar char="●"/>
            </a:pPr>
            <a:r>
              <a:rPr lang="en"/>
              <a:t>How you select your pivot.</a:t>
            </a:r>
            <a:endParaRPr/>
          </a:p>
          <a:p>
            <a:pPr marL="457200" lvl="0" indent="-342900" algn="l" rtl="0">
              <a:spcBef>
                <a:spcPts val="0"/>
              </a:spcBef>
              <a:spcAft>
                <a:spcPts val="0"/>
              </a:spcAft>
              <a:buSzPts val="1800"/>
              <a:buChar char="●"/>
            </a:pPr>
            <a:r>
              <a:rPr lang="en"/>
              <a:t>How you partition around that pivot.</a:t>
            </a:r>
            <a:endParaRPr/>
          </a:p>
          <a:p>
            <a:pPr marL="457200" lvl="0" indent="-342900" algn="l" rtl="0">
              <a:spcBef>
                <a:spcPts val="0"/>
              </a:spcBef>
              <a:spcAft>
                <a:spcPts val="0"/>
              </a:spcAft>
              <a:buSzPts val="1800"/>
              <a:buChar char="●"/>
            </a:pPr>
            <a:r>
              <a:rPr lang="en"/>
              <a:t>Other optimizations you might add to speed things up.</a:t>
            </a:r>
            <a:br>
              <a:rPr lang="en"/>
            </a:br>
            <a:endParaRPr/>
          </a:p>
          <a:p>
            <a:pPr marL="0" lvl="0" indent="0" algn="l" rtl="0">
              <a:spcBef>
                <a:spcPts val="600"/>
              </a:spcBef>
              <a:spcAft>
                <a:spcPts val="0"/>
              </a:spcAft>
              <a:buNone/>
            </a:pPr>
            <a:r>
              <a:rPr lang="en"/>
              <a:t>Bad choices can be very bad indeed, resulting in Θ(N</a:t>
            </a:r>
            <a:r>
              <a:rPr lang="en" baseline="30000"/>
              <a:t>2</a:t>
            </a:r>
            <a:r>
              <a:rPr lang="en"/>
              <a:t>) runtimes. </a:t>
            </a:r>
            <a:endParaRPr/>
          </a:p>
        </p:txBody>
      </p:sp>
    </p:spTree>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bg>
      <p:bgPr>
        <a:solidFill>
          <a:srgbClr val="C9DAF8"/>
        </a:solidFill>
        <a:effectLst/>
      </p:bgPr>
    </p:bg>
    <p:spTree>
      <p:nvGrpSpPr>
        <p:cNvPr id="1" name="Shape 2283"/>
        <p:cNvGrpSpPr/>
        <p:nvPr/>
      </p:nvGrpSpPr>
      <p:grpSpPr>
        <a:xfrm>
          <a:off x="0" y="0"/>
          <a:ext cx="0" cy="0"/>
          <a:chOff x="0" y="0"/>
          <a:chExt cx="0" cy="0"/>
        </a:xfrm>
      </p:grpSpPr>
      <p:sp>
        <p:nvSpPr>
          <p:cNvPr id="2284" name="Google Shape;2284;p115"/>
          <p:cNvSpPr txBox="1">
            <a:spLocks noGrp="1"/>
          </p:cNvSpPr>
          <p:nvPr>
            <p:ph type="title"/>
          </p:nvPr>
        </p:nvSpPr>
        <p:spPr>
          <a:xfrm>
            <a:off x="0" y="0"/>
            <a:ext cx="8520600" cy="3936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Avoiding the Worst Case</a:t>
            </a:r>
            <a:endParaRPr/>
          </a:p>
        </p:txBody>
      </p:sp>
      <p:sp>
        <p:nvSpPr>
          <p:cNvPr id="2285" name="Google Shape;2285;p115"/>
          <p:cNvSpPr txBox="1">
            <a:spLocks noGrp="1"/>
          </p:cNvSpPr>
          <p:nvPr>
            <p:ph type="body" idx="1"/>
          </p:nvPr>
        </p:nvSpPr>
        <p:spPr>
          <a:xfrm>
            <a:off x="107044" y="402200"/>
            <a:ext cx="8520600" cy="3760726"/>
          </a:xfrm>
          <a:prstGeom prst="rect">
            <a:avLst/>
          </a:prstGeom>
        </p:spPr>
        <p:txBody>
          <a:bodyPr spcFirstLastPara="1" wrap="square" lIns="91425" tIns="91425" rIns="91425" bIns="91425" anchor="t" anchorCtr="0">
            <a:noAutofit/>
          </a:bodyPr>
          <a:lstStyle/>
          <a:p>
            <a:pPr marL="0" lvl="0" indent="0" algn="l" rtl="0">
              <a:spcBef>
                <a:spcPts val="600"/>
              </a:spcBef>
              <a:spcAft>
                <a:spcPts val="0"/>
              </a:spcAft>
              <a:buClr>
                <a:schemeClr val="dk1"/>
              </a:buClr>
              <a:buSzPts val="1100"/>
              <a:buFont typeface="Arial"/>
              <a:buNone/>
            </a:pPr>
            <a:r>
              <a:rPr lang="en" dirty="0"/>
              <a:t>If pivot always lands somewhere “good”, Quicksort is Θ(N log N). However, the very rare Θ(N</a:t>
            </a:r>
            <a:r>
              <a:rPr lang="en" baseline="30000" dirty="0"/>
              <a:t>2</a:t>
            </a:r>
            <a:r>
              <a:rPr lang="en" dirty="0"/>
              <a:t>) cases do happen in practice, e.g.</a:t>
            </a:r>
            <a:endParaRPr dirty="0"/>
          </a:p>
          <a:p>
            <a:pPr marL="457200" lvl="0" indent="-342900" algn="l" rtl="0">
              <a:spcBef>
                <a:spcPts val="600"/>
              </a:spcBef>
              <a:spcAft>
                <a:spcPts val="0"/>
              </a:spcAft>
              <a:buSzPts val="1800"/>
              <a:buChar char="●"/>
            </a:pPr>
            <a:r>
              <a:rPr lang="en" dirty="0"/>
              <a:t>Bad ordering: Array already in sorted order (or almost sorted order).</a:t>
            </a:r>
            <a:endParaRPr dirty="0"/>
          </a:p>
          <a:p>
            <a:pPr marL="457200" lvl="0" indent="-342900" algn="l" rtl="0">
              <a:spcBef>
                <a:spcPts val="600"/>
              </a:spcBef>
              <a:spcAft>
                <a:spcPts val="0"/>
              </a:spcAft>
              <a:buSzPts val="1800"/>
              <a:buChar char="●"/>
            </a:pPr>
            <a:r>
              <a:rPr lang="en" dirty="0"/>
              <a:t>Bad elements: Array with all duplicates. </a:t>
            </a:r>
            <a:endParaRPr dirty="0"/>
          </a:p>
          <a:p>
            <a:pPr marL="0" lvl="0" indent="0" algn="l" rtl="0">
              <a:spcBef>
                <a:spcPts val="600"/>
              </a:spcBef>
              <a:spcAft>
                <a:spcPts val="0"/>
              </a:spcAft>
              <a:buNone/>
            </a:pPr>
            <a:endParaRPr dirty="0"/>
          </a:p>
          <a:p>
            <a:pPr marL="0" lvl="0" indent="0" algn="l" rtl="0">
              <a:spcBef>
                <a:spcPts val="600"/>
              </a:spcBef>
              <a:spcAft>
                <a:spcPts val="0"/>
              </a:spcAft>
              <a:buNone/>
            </a:pPr>
            <a:r>
              <a:rPr lang="en" dirty="0"/>
              <a:t>What can we do to avoid worst case behavior?</a:t>
            </a:r>
            <a:endParaRPr dirty="0"/>
          </a:p>
          <a:p>
            <a:pPr marL="0" lvl="0" indent="0" algn="l" rtl="0">
              <a:spcBef>
                <a:spcPts val="600"/>
              </a:spcBef>
              <a:spcAft>
                <a:spcPts val="0"/>
              </a:spcAft>
              <a:buNone/>
            </a:pPr>
            <a:endParaRPr dirty="0"/>
          </a:p>
          <a:p>
            <a:pPr marL="0" lvl="0" indent="0" algn="l" rtl="0">
              <a:spcBef>
                <a:spcPts val="600"/>
              </a:spcBef>
              <a:spcAft>
                <a:spcPts val="0"/>
              </a:spcAft>
              <a:buNone/>
            </a:pPr>
            <a:r>
              <a:rPr lang="en" dirty="0"/>
              <a:t>Recall, our version of Quicksort has the following properties:</a:t>
            </a:r>
            <a:endParaRPr dirty="0"/>
          </a:p>
          <a:p>
            <a:pPr marL="457200" lvl="0" indent="-342900" algn="l" rtl="0">
              <a:spcBef>
                <a:spcPts val="600"/>
              </a:spcBef>
              <a:spcAft>
                <a:spcPts val="0"/>
              </a:spcAft>
              <a:buSzPts val="1800"/>
              <a:buChar char="●"/>
            </a:pPr>
            <a:r>
              <a:rPr lang="en" dirty="0"/>
              <a:t>Leftmost item is always chosen as the </a:t>
            </a:r>
            <a:r>
              <a:rPr lang="en"/>
              <a:t>pivot.      </a:t>
            </a:r>
            <a:endParaRPr dirty="0"/>
          </a:p>
          <a:p>
            <a:pPr marL="457200" lvl="0" indent="-342900" algn="l" rtl="0">
              <a:spcBef>
                <a:spcPts val="600"/>
              </a:spcBef>
              <a:spcAft>
                <a:spcPts val="0"/>
              </a:spcAft>
              <a:buSzPts val="1800"/>
              <a:buChar char="●"/>
            </a:pPr>
            <a:r>
              <a:rPr lang="en" dirty="0"/>
              <a:t>Our partitioning algorithm preserves the relative order of &lt;= and &gt;= items.</a:t>
            </a:r>
            <a:endParaRPr dirty="0"/>
          </a:p>
          <a:p>
            <a:pPr marL="0" lvl="0" indent="0" algn="l" rtl="0">
              <a:spcBef>
                <a:spcPts val="600"/>
              </a:spcBef>
              <a:spcAft>
                <a:spcPts val="0"/>
              </a:spcAft>
              <a:buNone/>
            </a:pPr>
            <a:endParaRPr dirty="0"/>
          </a:p>
        </p:txBody>
      </p:sp>
      <p:sp>
        <p:nvSpPr>
          <p:cNvPr id="2286" name="Google Shape;2286;p115"/>
          <p:cNvSpPr/>
          <p:nvPr/>
        </p:nvSpPr>
        <p:spPr>
          <a:xfrm>
            <a:off x="905499" y="4521825"/>
            <a:ext cx="412500" cy="378300"/>
          </a:xfrm>
          <a:prstGeom prst="rect">
            <a:avLst/>
          </a:prstGeom>
          <a:solidFill>
            <a:srgbClr val="FFFFFF"/>
          </a:solidFill>
          <a:ln w="19050" cap="flat" cmpd="sng">
            <a:solidFill>
              <a:srgbClr val="666666"/>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800">
                <a:latin typeface="Calibri"/>
                <a:ea typeface="Calibri"/>
                <a:cs typeface="Calibri"/>
                <a:sym typeface="Calibri"/>
              </a:rPr>
              <a:t>6</a:t>
            </a:r>
            <a:endParaRPr sz="1800">
              <a:latin typeface="Calibri"/>
              <a:ea typeface="Calibri"/>
              <a:cs typeface="Calibri"/>
              <a:sym typeface="Calibri"/>
            </a:endParaRPr>
          </a:p>
        </p:txBody>
      </p:sp>
      <p:sp>
        <p:nvSpPr>
          <p:cNvPr id="2287" name="Google Shape;2287;p115"/>
          <p:cNvSpPr/>
          <p:nvPr/>
        </p:nvSpPr>
        <p:spPr>
          <a:xfrm>
            <a:off x="1309513" y="4521825"/>
            <a:ext cx="412500" cy="378300"/>
          </a:xfrm>
          <a:prstGeom prst="rect">
            <a:avLst/>
          </a:prstGeom>
          <a:solidFill>
            <a:srgbClr val="A4C2F4"/>
          </a:solidFill>
          <a:ln w="19050" cap="flat" cmpd="sng">
            <a:solidFill>
              <a:srgbClr val="666666"/>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800">
                <a:latin typeface="Calibri"/>
                <a:ea typeface="Calibri"/>
                <a:cs typeface="Calibri"/>
                <a:sym typeface="Calibri"/>
              </a:rPr>
              <a:t>8</a:t>
            </a:r>
            <a:endParaRPr sz="1800">
              <a:latin typeface="Calibri"/>
              <a:ea typeface="Calibri"/>
              <a:cs typeface="Calibri"/>
              <a:sym typeface="Calibri"/>
            </a:endParaRPr>
          </a:p>
        </p:txBody>
      </p:sp>
      <p:sp>
        <p:nvSpPr>
          <p:cNvPr id="2288" name="Google Shape;2288;p115"/>
          <p:cNvSpPr/>
          <p:nvPr/>
        </p:nvSpPr>
        <p:spPr>
          <a:xfrm>
            <a:off x="1716984" y="4521825"/>
            <a:ext cx="412500" cy="378300"/>
          </a:xfrm>
          <a:prstGeom prst="rect">
            <a:avLst/>
          </a:prstGeom>
          <a:solidFill>
            <a:srgbClr val="EA9999"/>
          </a:solidFill>
          <a:ln w="19050" cap="flat" cmpd="sng">
            <a:solidFill>
              <a:srgbClr val="666666"/>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800">
                <a:latin typeface="Calibri"/>
                <a:ea typeface="Calibri"/>
                <a:cs typeface="Calibri"/>
                <a:sym typeface="Calibri"/>
              </a:rPr>
              <a:t>3</a:t>
            </a:r>
            <a:endParaRPr sz="1800">
              <a:latin typeface="Calibri"/>
              <a:ea typeface="Calibri"/>
              <a:cs typeface="Calibri"/>
              <a:sym typeface="Calibri"/>
            </a:endParaRPr>
          </a:p>
        </p:txBody>
      </p:sp>
      <p:sp>
        <p:nvSpPr>
          <p:cNvPr id="2289" name="Google Shape;2289;p115"/>
          <p:cNvSpPr/>
          <p:nvPr/>
        </p:nvSpPr>
        <p:spPr>
          <a:xfrm>
            <a:off x="2120999" y="4521825"/>
            <a:ext cx="412500" cy="378300"/>
          </a:xfrm>
          <a:prstGeom prst="rect">
            <a:avLst/>
          </a:prstGeom>
          <a:solidFill>
            <a:srgbClr val="EA9999"/>
          </a:solidFill>
          <a:ln w="19050" cap="flat" cmpd="sng">
            <a:solidFill>
              <a:srgbClr val="666666"/>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800">
                <a:latin typeface="Calibri"/>
                <a:ea typeface="Calibri"/>
                <a:cs typeface="Calibri"/>
                <a:sym typeface="Calibri"/>
              </a:rPr>
              <a:t>1</a:t>
            </a:r>
            <a:endParaRPr sz="1800">
              <a:latin typeface="Calibri"/>
              <a:ea typeface="Calibri"/>
              <a:cs typeface="Calibri"/>
              <a:sym typeface="Calibri"/>
            </a:endParaRPr>
          </a:p>
        </p:txBody>
      </p:sp>
      <p:sp>
        <p:nvSpPr>
          <p:cNvPr id="2290" name="Google Shape;2290;p115"/>
          <p:cNvSpPr/>
          <p:nvPr/>
        </p:nvSpPr>
        <p:spPr>
          <a:xfrm>
            <a:off x="2524641" y="4521825"/>
            <a:ext cx="412500" cy="378300"/>
          </a:xfrm>
          <a:prstGeom prst="rect">
            <a:avLst/>
          </a:prstGeom>
          <a:solidFill>
            <a:srgbClr val="EA9999"/>
          </a:solidFill>
          <a:ln w="19050" cap="flat" cmpd="sng">
            <a:solidFill>
              <a:srgbClr val="666666"/>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800">
                <a:latin typeface="Calibri"/>
                <a:ea typeface="Calibri"/>
                <a:cs typeface="Calibri"/>
                <a:sym typeface="Calibri"/>
              </a:rPr>
              <a:t>2</a:t>
            </a:r>
            <a:endParaRPr sz="1800">
              <a:latin typeface="Calibri"/>
              <a:ea typeface="Calibri"/>
              <a:cs typeface="Calibri"/>
              <a:sym typeface="Calibri"/>
            </a:endParaRPr>
          </a:p>
        </p:txBody>
      </p:sp>
      <p:sp>
        <p:nvSpPr>
          <p:cNvPr id="2291" name="Google Shape;2291;p115"/>
          <p:cNvSpPr/>
          <p:nvPr/>
        </p:nvSpPr>
        <p:spPr>
          <a:xfrm>
            <a:off x="2928655" y="4521825"/>
            <a:ext cx="412500" cy="378300"/>
          </a:xfrm>
          <a:prstGeom prst="rect">
            <a:avLst/>
          </a:prstGeom>
          <a:solidFill>
            <a:srgbClr val="A4C2F4"/>
          </a:solidFill>
          <a:ln w="19050" cap="flat" cmpd="sng">
            <a:solidFill>
              <a:srgbClr val="666666"/>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800">
                <a:latin typeface="Calibri"/>
                <a:ea typeface="Calibri"/>
                <a:cs typeface="Calibri"/>
                <a:sym typeface="Calibri"/>
              </a:rPr>
              <a:t>7</a:t>
            </a:r>
            <a:endParaRPr sz="1800">
              <a:latin typeface="Calibri"/>
              <a:ea typeface="Calibri"/>
              <a:cs typeface="Calibri"/>
              <a:sym typeface="Calibri"/>
            </a:endParaRPr>
          </a:p>
        </p:txBody>
      </p:sp>
      <p:sp>
        <p:nvSpPr>
          <p:cNvPr id="2292" name="Google Shape;2292;p115"/>
          <p:cNvSpPr/>
          <p:nvPr/>
        </p:nvSpPr>
        <p:spPr>
          <a:xfrm>
            <a:off x="3336126" y="4521825"/>
            <a:ext cx="412500" cy="378300"/>
          </a:xfrm>
          <a:prstGeom prst="rect">
            <a:avLst/>
          </a:prstGeom>
          <a:solidFill>
            <a:srgbClr val="EA9999"/>
          </a:solidFill>
          <a:ln w="19050" cap="flat" cmpd="sng">
            <a:solidFill>
              <a:srgbClr val="666666"/>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800">
                <a:latin typeface="Calibri"/>
                <a:ea typeface="Calibri"/>
                <a:cs typeface="Calibri"/>
                <a:sym typeface="Calibri"/>
              </a:rPr>
              <a:t>4</a:t>
            </a:r>
            <a:endParaRPr sz="1800">
              <a:latin typeface="Calibri"/>
              <a:ea typeface="Calibri"/>
              <a:cs typeface="Calibri"/>
              <a:sym typeface="Calibri"/>
            </a:endParaRPr>
          </a:p>
        </p:txBody>
      </p:sp>
      <p:sp>
        <p:nvSpPr>
          <p:cNvPr id="2293" name="Google Shape;2293;p115"/>
          <p:cNvSpPr/>
          <p:nvPr/>
        </p:nvSpPr>
        <p:spPr>
          <a:xfrm>
            <a:off x="4809085" y="4521825"/>
            <a:ext cx="412500" cy="378300"/>
          </a:xfrm>
          <a:prstGeom prst="rect">
            <a:avLst/>
          </a:prstGeom>
          <a:solidFill>
            <a:srgbClr val="EA9999"/>
          </a:solidFill>
          <a:ln w="19050" cap="flat" cmpd="sng">
            <a:solidFill>
              <a:srgbClr val="666666"/>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800">
                <a:latin typeface="Calibri"/>
                <a:ea typeface="Calibri"/>
                <a:cs typeface="Calibri"/>
                <a:sym typeface="Calibri"/>
              </a:rPr>
              <a:t>3</a:t>
            </a:r>
            <a:endParaRPr sz="1800">
              <a:latin typeface="Calibri"/>
              <a:ea typeface="Calibri"/>
              <a:cs typeface="Calibri"/>
              <a:sym typeface="Calibri"/>
            </a:endParaRPr>
          </a:p>
        </p:txBody>
      </p:sp>
      <p:sp>
        <p:nvSpPr>
          <p:cNvPr id="2294" name="Google Shape;2294;p115"/>
          <p:cNvSpPr/>
          <p:nvPr/>
        </p:nvSpPr>
        <p:spPr>
          <a:xfrm>
            <a:off x="5213213" y="4521825"/>
            <a:ext cx="412500" cy="378300"/>
          </a:xfrm>
          <a:prstGeom prst="rect">
            <a:avLst/>
          </a:prstGeom>
          <a:solidFill>
            <a:srgbClr val="EA9999"/>
          </a:solidFill>
          <a:ln w="19050" cap="flat" cmpd="sng">
            <a:solidFill>
              <a:srgbClr val="666666"/>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800">
                <a:latin typeface="Calibri"/>
                <a:ea typeface="Calibri"/>
                <a:cs typeface="Calibri"/>
                <a:sym typeface="Calibri"/>
              </a:rPr>
              <a:t>1</a:t>
            </a:r>
            <a:endParaRPr sz="1800">
              <a:latin typeface="Calibri"/>
              <a:ea typeface="Calibri"/>
              <a:cs typeface="Calibri"/>
              <a:sym typeface="Calibri"/>
            </a:endParaRPr>
          </a:p>
        </p:txBody>
      </p:sp>
      <p:sp>
        <p:nvSpPr>
          <p:cNvPr id="2295" name="Google Shape;2295;p115"/>
          <p:cNvSpPr/>
          <p:nvPr/>
        </p:nvSpPr>
        <p:spPr>
          <a:xfrm>
            <a:off x="5620800" y="4521825"/>
            <a:ext cx="412500" cy="378300"/>
          </a:xfrm>
          <a:prstGeom prst="rect">
            <a:avLst/>
          </a:prstGeom>
          <a:solidFill>
            <a:srgbClr val="EA9999"/>
          </a:solidFill>
          <a:ln w="19050" cap="flat" cmpd="sng">
            <a:solidFill>
              <a:srgbClr val="666666"/>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800">
                <a:latin typeface="Calibri"/>
                <a:ea typeface="Calibri"/>
                <a:cs typeface="Calibri"/>
                <a:sym typeface="Calibri"/>
              </a:rPr>
              <a:t>2</a:t>
            </a:r>
            <a:endParaRPr sz="1800">
              <a:latin typeface="Calibri"/>
              <a:ea typeface="Calibri"/>
              <a:cs typeface="Calibri"/>
              <a:sym typeface="Calibri"/>
            </a:endParaRPr>
          </a:p>
        </p:txBody>
      </p:sp>
      <p:sp>
        <p:nvSpPr>
          <p:cNvPr id="2296" name="Google Shape;2296;p115"/>
          <p:cNvSpPr/>
          <p:nvPr/>
        </p:nvSpPr>
        <p:spPr>
          <a:xfrm>
            <a:off x="6024928" y="4521825"/>
            <a:ext cx="412500" cy="378300"/>
          </a:xfrm>
          <a:prstGeom prst="rect">
            <a:avLst/>
          </a:prstGeom>
          <a:solidFill>
            <a:srgbClr val="EA9999"/>
          </a:solidFill>
          <a:ln w="19050" cap="flat" cmpd="sng">
            <a:solidFill>
              <a:srgbClr val="666666"/>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800">
                <a:latin typeface="Calibri"/>
                <a:ea typeface="Calibri"/>
                <a:cs typeface="Calibri"/>
                <a:sym typeface="Calibri"/>
              </a:rPr>
              <a:t>4</a:t>
            </a:r>
            <a:endParaRPr sz="1800">
              <a:latin typeface="Calibri"/>
              <a:ea typeface="Calibri"/>
              <a:cs typeface="Calibri"/>
              <a:sym typeface="Calibri"/>
            </a:endParaRPr>
          </a:p>
        </p:txBody>
      </p:sp>
      <p:sp>
        <p:nvSpPr>
          <p:cNvPr id="2297" name="Google Shape;2297;p115"/>
          <p:cNvSpPr/>
          <p:nvPr/>
        </p:nvSpPr>
        <p:spPr>
          <a:xfrm>
            <a:off x="6428684" y="4521825"/>
            <a:ext cx="412500" cy="378300"/>
          </a:xfrm>
          <a:prstGeom prst="rect">
            <a:avLst/>
          </a:prstGeom>
          <a:solidFill>
            <a:srgbClr val="FFFFFF"/>
          </a:solidFill>
          <a:ln w="19050" cap="flat" cmpd="sng">
            <a:solidFill>
              <a:srgbClr val="666666"/>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800">
                <a:latin typeface="Calibri"/>
                <a:ea typeface="Calibri"/>
                <a:cs typeface="Calibri"/>
                <a:sym typeface="Calibri"/>
              </a:rPr>
              <a:t>6</a:t>
            </a:r>
            <a:endParaRPr sz="1800">
              <a:latin typeface="Calibri"/>
              <a:ea typeface="Calibri"/>
              <a:cs typeface="Calibri"/>
              <a:sym typeface="Calibri"/>
            </a:endParaRPr>
          </a:p>
        </p:txBody>
      </p:sp>
      <p:sp>
        <p:nvSpPr>
          <p:cNvPr id="2298" name="Google Shape;2298;p115"/>
          <p:cNvSpPr/>
          <p:nvPr/>
        </p:nvSpPr>
        <p:spPr>
          <a:xfrm>
            <a:off x="6832812" y="4521825"/>
            <a:ext cx="412500" cy="378300"/>
          </a:xfrm>
          <a:prstGeom prst="rect">
            <a:avLst/>
          </a:prstGeom>
          <a:solidFill>
            <a:srgbClr val="A4C2F4"/>
          </a:solidFill>
          <a:ln w="19050" cap="flat" cmpd="sng">
            <a:solidFill>
              <a:srgbClr val="666666"/>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800">
                <a:latin typeface="Calibri"/>
                <a:ea typeface="Calibri"/>
                <a:cs typeface="Calibri"/>
                <a:sym typeface="Calibri"/>
              </a:rPr>
              <a:t>8</a:t>
            </a:r>
            <a:endParaRPr sz="1800">
              <a:latin typeface="Calibri"/>
              <a:ea typeface="Calibri"/>
              <a:cs typeface="Calibri"/>
              <a:sym typeface="Calibri"/>
            </a:endParaRPr>
          </a:p>
        </p:txBody>
      </p:sp>
      <p:sp>
        <p:nvSpPr>
          <p:cNvPr id="2299" name="Google Shape;2299;p115"/>
          <p:cNvSpPr/>
          <p:nvPr/>
        </p:nvSpPr>
        <p:spPr>
          <a:xfrm>
            <a:off x="7240398" y="4521825"/>
            <a:ext cx="412500" cy="378300"/>
          </a:xfrm>
          <a:prstGeom prst="rect">
            <a:avLst/>
          </a:prstGeom>
          <a:solidFill>
            <a:srgbClr val="A4C2F4"/>
          </a:solidFill>
          <a:ln w="19050" cap="flat" cmpd="sng">
            <a:solidFill>
              <a:srgbClr val="666666"/>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800">
                <a:latin typeface="Calibri"/>
                <a:ea typeface="Calibri"/>
                <a:cs typeface="Calibri"/>
                <a:sym typeface="Calibri"/>
              </a:rPr>
              <a:t>7</a:t>
            </a:r>
            <a:endParaRPr sz="1800">
              <a:latin typeface="Calibri"/>
              <a:ea typeface="Calibri"/>
              <a:cs typeface="Calibri"/>
              <a:sym typeface="Calibri"/>
            </a:endParaRPr>
          </a:p>
        </p:txBody>
      </p:sp>
    </p:spTree>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Shape 2303"/>
        <p:cNvGrpSpPr/>
        <p:nvPr/>
      </p:nvGrpSpPr>
      <p:grpSpPr>
        <a:xfrm>
          <a:off x="0" y="0"/>
          <a:ext cx="0" cy="0"/>
          <a:chOff x="0" y="0"/>
          <a:chExt cx="0" cy="0"/>
        </a:xfrm>
      </p:grpSpPr>
      <p:sp>
        <p:nvSpPr>
          <p:cNvPr id="2304" name="Google Shape;2304;p116"/>
          <p:cNvSpPr txBox="1">
            <a:spLocks noGrp="1"/>
          </p:cNvSpPr>
          <p:nvPr>
            <p:ph type="title"/>
          </p:nvPr>
        </p:nvSpPr>
        <p:spPr>
          <a:xfrm>
            <a:off x="0" y="0"/>
            <a:ext cx="8520600" cy="3936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buFont typeface="Arial"/>
              <a:buNone/>
            </a:pPr>
            <a:r>
              <a:rPr lang="en"/>
              <a:t>Avoiding the Worst Case</a:t>
            </a:r>
            <a:endParaRPr/>
          </a:p>
        </p:txBody>
      </p:sp>
      <p:sp>
        <p:nvSpPr>
          <p:cNvPr id="2305" name="Google Shape;2305;p116"/>
          <p:cNvSpPr txBox="1">
            <a:spLocks noGrp="1"/>
          </p:cNvSpPr>
          <p:nvPr>
            <p:ph type="body" idx="1"/>
          </p:nvPr>
        </p:nvSpPr>
        <p:spPr>
          <a:xfrm>
            <a:off x="107044" y="402200"/>
            <a:ext cx="8520600" cy="3416400"/>
          </a:xfrm>
          <a:prstGeom prst="rect">
            <a:avLst/>
          </a:prstGeom>
        </p:spPr>
        <p:txBody>
          <a:bodyPr spcFirstLastPara="1" wrap="square" lIns="91425" tIns="91425" rIns="91425" bIns="91425" anchor="t" anchorCtr="0">
            <a:noAutofit/>
          </a:bodyPr>
          <a:lstStyle/>
          <a:p>
            <a:pPr marL="0" lvl="0" indent="0" algn="l" rtl="0">
              <a:spcBef>
                <a:spcPts val="600"/>
              </a:spcBef>
              <a:spcAft>
                <a:spcPts val="0"/>
              </a:spcAft>
              <a:buClr>
                <a:schemeClr val="dk1"/>
              </a:buClr>
              <a:buSzPts val="1100"/>
              <a:buFont typeface="Arial"/>
              <a:buNone/>
            </a:pPr>
            <a:r>
              <a:rPr lang="en"/>
              <a:t>If pivot always lands somewhere “good”, Quicksort is Θ(N log N). However, the very rare Θ(N</a:t>
            </a:r>
            <a:r>
              <a:rPr lang="en" baseline="30000"/>
              <a:t>2</a:t>
            </a:r>
            <a:r>
              <a:rPr lang="en"/>
              <a:t>) cases do happen in practice, e.g.</a:t>
            </a:r>
            <a:endParaRPr/>
          </a:p>
          <a:p>
            <a:pPr marL="457200" lvl="0" indent="-342900" algn="l" rtl="0">
              <a:spcBef>
                <a:spcPts val="600"/>
              </a:spcBef>
              <a:spcAft>
                <a:spcPts val="0"/>
              </a:spcAft>
              <a:buSzPts val="1800"/>
              <a:buChar char="●"/>
            </a:pPr>
            <a:r>
              <a:rPr lang="en"/>
              <a:t>Bad ordering: Array already in sorted order (or almost sorted order).</a:t>
            </a:r>
            <a:endParaRPr/>
          </a:p>
          <a:p>
            <a:pPr marL="457200" lvl="0" indent="-342900" algn="l" rtl="0">
              <a:spcBef>
                <a:spcPts val="600"/>
              </a:spcBef>
              <a:spcAft>
                <a:spcPts val="0"/>
              </a:spcAft>
              <a:buSzPts val="1800"/>
              <a:buChar char="●"/>
            </a:pPr>
            <a:r>
              <a:rPr lang="en"/>
              <a:t>Bad elements: Array with all duplicates. </a:t>
            </a:r>
            <a:endParaRPr/>
          </a:p>
          <a:p>
            <a:pPr marL="0" lvl="0" indent="0" algn="l" rtl="0">
              <a:spcBef>
                <a:spcPts val="600"/>
              </a:spcBef>
              <a:spcAft>
                <a:spcPts val="0"/>
              </a:spcAft>
              <a:buClr>
                <a:schemeClr val="dk1"/>
              </a:buClr>
              <a:buSzPts val="1100"/>
              <a:buFont typeface="Arial"/>
              <a:buNone/>
            </a:pPr>
            <a:endParaRPr/>
          </a:p>
          <a:p>
            <a:pPr marL="0" lvl="0" indent="0" algn="l" rtl="0">
              <a:spcBef>
                <a:spcPts val="600"/>
              </a:spcBef>
              <a:spcAft>
                <a:spcPts val="0"/>
              </a:spcAft>
              <a:buClr>
                <a:schemeClr val="dk1"/>
              </a:buClr>
              <a:buSzPts val="1100"/>
              <a:buFont typeface="Arial"/>
              <a:buNone/>
            </a:pPr>
            <a:r>
              <a:rPr lang="en"/>
              <a:t>What can we do to avoid worst case behavior?</a:t>
            </a:r>
            <a:endParaRPr/>
          </a:p>
          <a:p>
            <a:pPr marL="457200" lvl="0" indent="-342900" algn="l" rtl="0">
              <a:spcBef>
                <a:spcPts val="600"/>
              </a:spcBef>
              <a:spcAft>
                <a:spcPts val="0"/>
              </a:spcAft>
              <a:buSzPts val="1800"/>
              <a:buChar char="●"/>
            </a:pPr>
            <a:r>
              <a:rPr lang="en"/>
              <a:t>Shuffle before starting.</a:t>
            </a:r>
            <a:endParaRPr/>
          </a:p>
          <a:p>
            <a:pPr marL="457200" lvl="0" indent="-342900" algn="l" rtl="0">
              <a:spcBef>
                <a:spcPts val="600"/>
              </a:spcBef>
              <a:spcAft>
                <a:spcPts val="0"/>
              </a:spcAft>
              <a:buSzPts val="1800"/>
              <a:buChar char="●"/>
            </a:pPr>
            <a:r>
              <a:rPr lang="en"/>
              <a:t>Go through entire array, find the median, use that as the pivot.</a:t>
            </a:r>
            <a:endParaRPr/>
          </a:p>
          <a:p>
            <a:pPr marL="457200" lvl="0" indent="-342900" algn="l" rtl="0">
              <a:spcBef>
                <a:spcPts val="600"/>
              </a:spcBef>
              <a:spcAft>
                <a:spcPts val="0"/>
              </a:spcAft>
              <a:buSzPts val="1800"/>
              <a:buChar char="●"/>
            </a:pPr>
            <a:r>
              <a:rPr lang="en"/>
              <a:t>Scan through one tie and check if it’s already sorted, don’t sort.</a:t>
            </a:r>
            <a:endParaRPr/>
          </a:p>
          <a:p>
            <a:pPr marL="0" lvl="0" indent="0" algn="l" rtl="0">
              <a:spcBef>
                <a:spcPts val="600"/>
              </a:spcBef>
              <a:spcAft>
                <a:spcPts val="0"/>
              </a:spcAft>
              <a:buNone/>
            </a:pPr>
            <a:endParaRPr/>
          </a:p>
          <a:p>
            <a:pPr marL="0" lvl="0" indent="0" algn="l" rtl="0">
              <a:spcBef>
                <a:spcPts val="600"/>
              </a:spcBef>
              <a:spcAft>
                <a:spcPts val="0"/>
              </a:spcAft>
              <a:buNone/>
            </a:pPr>
            <a:endParaRPr/>
          </a:p>
          <a:p>
            <a:pPr marL="0" lvl="0" indent="0" algn="l" rtl="0">
              <a:spcBef>
                <a:spcPts val="600"/>
              </a:spcBef>
              <a:spcAft>
                <a:spcPts val="0"/>
              </a:spcAft>
              <a:buNone/>
            </a:pPr>
            <a:endParaRPr/>
          </a:p>
          <a:p>
            <a:pPr marL="0" lvl="0" indent="0" algn="l" rtl="0">
              <a:spcBef>
                <a:spcPts val="600"/>
              </a:spcBef>
              <a:spcAft>
                <a:spcPts val="0"/>
              </a:spcAft>
              <a:buNone/>
            </a:pPr>
            <a:r>
              <a:rPr lang="en"/>
              <a:t>Next Monday: We’ll continue discussing Quicksort! Friday is Software Eng. II.</a:t>
            </a:r>
            <a:endParaRPr/>
          </a:p>
        </p:txBody>
      </p:sp>
    </p:spTree>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Shape 2309"/>
        <p:cNvGrpSpPr/>
        <p:nvPr/>
      </p:nvGrpSpPr>
      <p:grpSpPr>
        <a:xfrm>
          <a:off x="0" y="0"/>
          <a:ext cx="0" cy="0"/>
          <a:chOff x="0" y="0"/>
          <a:chExt cx="0" cy="0"/>
        </a:xfrm>
      </p:grpSpPr>
      <p:sp>
        <p:nvSpPr>
          <p:cNvPr id="2310" name="Google Shape;2310;p117"/>
          <p:cNvSpPr txBox="1">
            <a:spLocks noGrp="1"/>
          </p:cNvSpPr>
          <p:nvPr>
            <p:ph type="title"/>
          </p:nvPr>
        </p:nvSpPr>
        <p:spPr>
          <a:xfrm>
            <a:off x="0" y="0"/>
            <a:ext cx="8520600" cy="3936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More Quicksort Origins</a:t>
            </a:r>
            <a:endParaRPr/>
          </a:p>
        </p:txBody>
      </p:sp>
      <p:sp>
        <p:nvSpPr>
          <p:cNvPr id="2311" name="Google Shape;2311;p117"/>
          <p:cNvSpPr txBox="1">
            <a:spLocks noGrp="1"/>
          </p:cNvSpPr>
          <p:nvPr>
            <p:ph type="body" idx="1"/>
          </p:nvPr>
        </p:nvSpPr>
        <p:spPr>
          <a:xfrm>
            <a:off x="107044" y="402200"/>
            <a:ext cx="8520600" cy="3416400"/>
          </a:xfrm>
          <a:prstGeom prst="rect">
            <a:avLst/>
          </a:prstGeom>
        </p:spPr>
        <p:txBody>
          <a:bodyPr spcFirstLastPara="1" wrap="square" lIns="91425" tIns="91425" rIns="91425" bIns="91425" anchor="t" anchorCtr="0">
            <a:noAutofit/>
          </a:bodyPr>
          <a:lstStyle/>
          <a:p>
            <a:pPr marL="0" lvl="0" indent="0" algn="l" rtl="0">
              <a:spcBef>
                <a:spcPts val="600"/>
              </a:spcBef>
              <a:spcAft>
                <a:spcPts val="0"/>
              </a:spcAft>
              <a:buNone/>
            </a:pPr>
            <a:r>
              <a:rPr lang="en"/>
              <a:t>Amusingly, Quicksort was the wrong tool for the job. Two issues:</a:t>
            </a:r>
            <a:endParaRPr/>
          </a:p>
          <a:p>
            <a:pPr marL="457200" lvl="0" indent="-342900" algn="l" rtl="0">
              <a:spcBef>
                <a:spcPts val="600"/>
              </a:spcBef>
              <a:spcAft>
                <a:spcPts val="0"/>
              </a:spcAft>
              <a:buSzPts val="1800"/>
              <a:buChar char="●"/>
            </a:pPr>
            <a:r>
              <a:rPr lang="en"/>
              <a:t>Language that Tony was using didn’t support recursion (so he couldn’t easily implement Quicksort).</a:t>
            </a:r>
            <a:endParaRPr/>
          </a:p>
          <a:p>
            <a:pPr marL="457200" lvl="0" indent="-342900" algn="l" rtl="0">
              <a:spcBef>
                <a:spcPts val="0"/>
              </a:spcBef>
              <a:spcAft>
                <a:spcPts val="0"/>
              </a:spcAft>
              <a:buSzPts val="1800"/>
              <a:buChar char="●"/>
            </a:pPr>
            <a:r>
              <a:rPr lang="en"/>
              <a:t>Sentences are usually shorter than 15 words.</a:t>
            </a:r>
            <a:endParaRPr/>
          </a:p>
          <a:p>
            <a:pPr marL="0" lvl="0" indent="0" algn="l" rtl="0">
              <a:spcBef>
                <a:spcPts val="600"/>
              </a:spcBef>
              <a:spcAft>
                <a:spcPts val="0"/>
              </a:spcAft>
              <a:buNone/>
            </a:pPr>
            <a:endParaRPr/>
          </a:p>
        </p:txBody>
      </p:sp>
      <p:pic>
        <p:nvPicPr>
          <p:cNvPr id="2312" name="Google Shape;2312;p117"/>
          <p:cNvPicPr preferRelativeResize="0"/>
          <p:nvPr/>
        </p:nvPicPr>
        <p:blipFill>
          <a:blip r:embed="rId3">
            <a:alphaModFix/>
          </a:blip>
          <a:stretch>
            <a:fillRect/>
          </a:stretch>
        </p:blipFill>
        <p:spPr>
          <a:xfrm>
            <a:off x="1631575" y="2485550"/>
            <a:ext cx="5880849" cy="2420150"/>
          </a:xfrm>
          <a:prstGeom prst="rect">
            <a:avLst/>
          </a:prstGeom>
          <a:noFill/>
          <a:ln>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311"/>
                                        </p:tgtEl>
                                        <p:attrNameLst>
                                          <p:attrName>style.visibility</p:attrName>
                                        </p:attrNameLst>
                                      </p:cBhvr>
                                      <p:to>
                                        <p:strVal val="visible"/>
                                      </p:to>
                                    </p:set>
                                    <p:animEffect transition="in" filter="fade">
                                      <p:cBhvr>
                                        <p:cTn id="7" dur="1000"/>
                                        <p:tgtEl>
                                          <p:spTgt spid="2311"/>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2312"/>
                                        </p:tgtEl>
                                        <p:attrNameLst>
                                          <p:attrName>style.visibility</p:attrName>
                                        </p:attrNameLst>
                                      </p:cBhvr>
                                      <p:to>
                                        <p:strVal val="visible"/>
                                      </p:to>
                                    </p:set>
                                    <p:animEffect transition="in" filter="fade">
                                      <p:cBhvr>
                                        <p:cTn id="12" dur="1000"/>
                                        <p:tgtEl>
                                          <p:spTgt spid="23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heme/theme1.xml><?xml version="1.0" encoding="utf-8"?>
<a:theme xmlns:a="http://schemas.openxmlformats.org/drawingml/2006/main" name="Simple Lecture">
  <a:themeElements>
    <a:clrScheme name="Simple Light">
      <a:dk1>
        <a:srgbClr val="000000"/>
      </a:dk1>
      <a:lt1>
        <a:srgbClr val="FFFFFF"/>
      </a:lt1>
      <a:dk2>
        <a:srgbClr val="666666"/>
      </a:dk2>
      <a:lt2>
        <a:srgbClr val="C9DAF8"/>
      </a:lt2>
      <a:accent1>
        <a:srgbClr val="FCE5CD"/>
      </a:accent1>
      <a:accent2>
        <a:srgbClr val="CC4125"/>
      </a:accent2>
      <a:accent3>
        <a:srgbClr val="0B5394"/>
      </a:accent3>
      <a:accent4>
        <a:srgbClr val="BF9000"/>
      </a:accent4>
      <a:accent5>
        <a:srgbClr val="6AA84F"/>
      </a:accent5>
      <a:accent6>
        <a:srgbClr val="D9D9D9"/>
      </a:accent6>
      <a:hlink>
        <a:srgbClr val="4A86E8"/>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6957</Words>
  <Application>Microsoft Office PowerPoint</Application>
  <PresentationFormat>On-screen Show (16:9)</PresentationFormat>
  <Paragraphs>1752</Paragraphs>
  <Slides>94</Slides>
  <Notes>94</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94</vt:i4>
      </vt:variant>
    </vt:vector>
  </HeadingPairs>
  <TitlesOfParts>
    <vt:vector size="101" baseType="lpstr">
      <vt:lpstr>Calibri</vt:lpstr>
      <vt:lpstr>Arial</vt:lpstr>
      <vt:lpstr>Roboto Light</vt:lpstr>
      <vt:lpstr>Roboto</vt:lpstr>
      <vt:lpstr>Consolas</vt:lpstr>
      <vt:lpstr>Roboto Medium</vt:lpstr>
      <vt:lpstr>Simple Lecture</vt:lpstr>
      <vt:lpstr>Insertion Sort and Quicksort</vt:lpstr>
      <vt:lpstr>Naive Insertion Sort</vt:lpstr>
      <vt:lpstr>Insertion Sort</vt:lpstr>
      <vt:lpstr>Insertion Sort</vt:lpstr>
      <vt:lpstr>Insertion Sort</vt:lpstr>
      <vt:lpstr>Insertion Sort</vt:lpstr>
      <vt:lpstr>Insertion Sort</vt:lpstr>
      <vt:lpstr>Insertion Sort</vt:lpstr>
      <vt:lpstr>Insertion Sort</vt:lpstr>
      <vt:lpstr>Insertion Sort</vt:lpstr>
      <vt:lpstr>Insertion Sort</vt:lpstr>
      <vt:lpstr>Insertion Sort</vt:lpstr>
      <vt:lpstr>Insertion Sort</vt:lpstr>
      <vt:lpstr>In-Place Insertion Sort</vt:lpstr>
      <vt:lpstr>Insertion Sort</vt:lpstr>
      <vt:lpstr>In-place Insertion Sort</vt:lpstr>
      <vt:lpstr>In-place Insertion Sort</vt:lpstr>
      <vt:lpstr>In-place Insertion Sort</vt:lpstr>
      <vt:lpstr>In-place Insertion Sort</vt:lpstr>
      <vt:lpstr>In-place Insertion Sort</vt:lpstr>
      <vt:lpstr>In-place Insertion Sort</vt:lpstr>
      <vt:lpstr>In-place Insertion Sort</vt:lpstr>
      <vt:lpstr>In-place Insertion Sort</vt:lpstr>
      <vt:lpstr>In-place Insertion Sort</vt:lpstr>
      <vt:lpstr>In-place Insertion Sort</vt:lpstr>
      <vt:lpstr>In-place Insertion Sort</vt:lpstr>
      <vt:lpstr>In-place Insertion Sort</vt:lpstr>
      <vt:lpstr>In-place Insertion Sort</vt:lpstr>
      <vt:lpstr>In-place Insertion Sort</vt:lpstr>
      <vt:lpstr>In-place Insertion Sort</vt:lpstr>
      <vt:lpstr>In-place Insertion Sort</vt:lpstr>
      <vt:lpstr>In-place Insertion Sort</vt:lpstr>
      <vt:lpstr>In-place Insertion Sort</vt:lpstr>
      <vt:lpstr>In-place Insertion Sort</vt:lpstr>
      <vt:lpstr>In-place Insertion Sort</vt:lpstr>
      <vt:lpstr>In-place Insertion Sort</vt:lpstr>
      <vt:lpstr>In-place Insertion Sort</vt:lpstr>
      <vt:lpstr>In-place Insertion Sort</vt:lpstr>
      <vt:lpstr>In-place Insertion Sort</vt:lpstr>
      <vt:lpstr>In-place Insertion Sort</vt:lpstr>
      <vt:lpstr>In-place Insertion Sort</vt:lpstr>
      <vt:lpstr>In-place Insertion Sort</vt:lpstr>
      <vt:lpstr>In-place Insertion Sort</vt:lpstr>
      <vt:lpstr>In-place Insertion Sort</vt:lpstr>
      <vt:lpstr>In-place Insertion Sort</vt:lpstr>
      <vt:lpstr>In-place Insertion Sort</vt:lpstr>
      <vt:lpstr>In-place Insertion Sort</vt:lpstr>
      <vt:lpstr>In-place Insertion Sort</vt:lpstr>
      <vt:lpstr>In-place Insertion Sort</vt:lpstr>
      <vt:lpstr>In-place Insertion Sort</vt:lpstr>
      <vt:lpstr>Insertion Sort Runtime</vt:lpstr>
      <vt:lpstr>In-place Insertion Sort</vt:lpstr>
      <vt:lpstr>Insertion Sort Runtime: yellkey.com/TODO</vt:lpstr>
      <vt:lpstr>Insertion Sort Runtime</vt:lpstr>
      <vt:lpstr>Picking the Best Sort: yellkey.com/TODO</vt:lpstr>
      <vt:lpstr>Observation: Insertion Sort on Almost Sorted Arrays</vt:lpstr>
      <vt:lpstr>Picking the Best Sort (Poll Everywhere)</vt:lpstr>
      <vt:lpstr>Insertion Sort Sweet Spots</vt:lpstr>
      <vt:lpstr>Sorts So Far</vt:lpstr>
      <vt:lpstr>Quicksort Backstory, Partitioning</vt:lpstr>
      <vt:lpstr>Sorts So Far</vt:lpstr>
      <vt:lpstr>Sorting So Far</vt:lpstr>
      <vt:lpstr>Context for Quicksort’s Invention (Source)</vt:lpstr>
      <vt:lpstr>Context for Quicksort’s Invention (Source)</vt:lpstr>
      <vt:lpstr>Core Idea of Tony’s Sort: Partitioning http://yellkey.com/TODO</vt:lpstr>
      <vt:lpstr>The Core Idea of Tony’s Sort: Partitioning</vt:lpstr>
      <vt:lpstr>Job Interview Style Question (Partitioning)</vt:lpstr>
      <vt:lpstr>Quicksort</vt:lpstr>
      <vt:lpstr>Partition Sort, a.k.a. Quicksort</vt:lpstr>
      <vt:lpstr>Quick Sort</vt:lpstr>
      <vt:lpstr>Quick Sort</vt:lpstr>
      <vt:lpstr>Quick Sort</vt:lpstr>
      <vt:lpstr>Quick Sort</vt:lpstr>
      <vt:lpstr>Quick Sort</vt:lpstr>
      <vt:lpstr>Quick Sort</vt:lpstr>
      <vt:lpstr>Partition Sort, a.k.a. Quicksort</vt:lpstr>
      <vt:lpstr>Quicksort</vt:lpstr>
      <vt:lpstr>Quicksort Runtime Analysis</vt:lpstr>
      <vt:lpstr>Best Case: Pivot Always Lands in the Middle </vt:lpstr>
      <vt:lpstr>Best Case Runtime?</vt:lpstr>
      <vt:lpstr>Best Case Runtime?</vt:lpstr>
      <vt:lpstr>Worst Case: Pivot Always Lands at Beginning of Array</vt:lpstr>
      <vt:lpstr>Worst Case: Pivot Always Lands at Beginning of Array</vt:lpstr>
      <vt:lpstr>Quicksort Performance</vt:lpstr>
      <vt:lpstr>Argument #1: 10% Case</vt:lpstr>
      <vt:lpstr>Argument #2: Quicksort is BST Sort</vt:lpstr>
      <vt:lpstr>Empirical Quicksort Runtimes</vt:lpstr>
      <vt:lpstr>Quicksort Performance</vt:lpstr>
      <vt:lpstr>Sorting Summary (so far)</vt:lpstr>
      <vt:lpstr>Avoiding Quicksort Worst Case</vt:lpstr>
      <vt:lpstr>Quicksort Performance</vt:lpstr>
      <vt:lpstr>Avoiding the Worst Case</vt:lpstr>
      <vt:lpstr>Avoiding the Worst Case</vt:lpstr>
      <vt:lpstr>More Quicksort Origins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Vader Darth</cp:lastModifiedBy>
  <cp:revision>1</cp:revision>
  <dcterms:modified xsi:type="dcterms:W3CDTF">2025-08-09T02:49:57Z</dcterms:modified>
</cp:coreProperties>
</file>